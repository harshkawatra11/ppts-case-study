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50" b="1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50" b="1" i="0">
                <a:solidFill>
                  <a:srgbClr val="FF8F4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8331555"/>
            <a:ext cx="1644014" cy="1943100"/>
          </a:xfrm>
          <a:custGeom>
            <a:avLst/>
            <a:gdLst/>
            <a:ahLst/>
            <a:cxnLst/>
            <a:rect l="l" t="t" r="r" b="b"/>
            <a:pathLst>
              <a:path w="1644014" h="1943100">
                <a:moveTo>
                  <a:pt x="229590" y="1943100"/>
                </a:moveTo>
                <a:lnTo>
                  <a:pt x="220370" y="1879600"/>
                </a:lnTo>
                <a:lnTo>
                  <a:pt x="207175" y="1841500"/>
                </a:lnTo>
                <a:lnTo>
                  <a:pt x="189001" y="1790700"/>
                </a:lnTo>
                <a:lnTo>
                  <a:pt x="166014" y="1739900"/>
                </a:lnTo>
                <a:lnTo>
                  <a:pt x="143268" y="1701800"/>
                </a:lnTo>
                <a:lnTo>
                  <a:pt x="117348" y="1663700"/>
                </a:lnTo>
                <a:lnTo>
                  <a:pt x="88341" y="1612900"/>
                </a:lnTo>
                <a:lnTo>
                  <a:pt x="56324" y="1574800"/>
                </a:lnTo>
                <a:lnTo>
                  <a:pt x="21361" y="1536700"/>
                </a:lnTo>
                <a:lnTo>
                  <a:pt x="0" y="1511300"/>
                </a:lnTo>
                <a:lnTo>
                  <a:pt x="0" y="1536700"/>
                </a:lnTo>
                <a:lnTo>
                  <a:pt x="8204" y="1549400"/>
                </a:lnTo>
                <a:lnTo>
                  <a:pt x="42595" y="1587500"/>
                </a:lnTo>
                <a:lnTo>
                  <a:pt x="74079" y="1625600"/>
                </a:lnTo>
                <a:lnTo>
                  <a:pt x="102565" y="1663700"/>
                </a:lnTo>
                <a:lnTo>
                  <a:pt x="127990" y="1714500"/>
                </a:lnTo>
                <a:lnTo>
                  <a:pt x="150241" y="1752600"/>
                </a:lnTo>
                <a:lnTo>
                  <a:pt x="172694" y="1803400"/>
                </a:lnTo>
                <a:lnTo>
                  <a:pt x="190360" y="1841500"/>
                </a:lnTo>
                <a:lnTo>
                  <a:pt x="203098" y="1892300"/>
                </a:lnTo>
                <a:lnTo>
                  <a:pt x="210820" y="1930400"/>
                </a:lnTo>
                <a:lnTo>
                  <a:pt x="211874" y="1943100"/>
                </a:lnTo>
                <a:lnTo>
                  <a:pt x="229590" y="1943100"/>
                </a:lnTo>
                <a:close/>
              </a:path>
              <a:path w="1644014" h="1943100">
                <a:moveTo>
                  <a:pt x="360426" y="1892300"/>
                </a:moveTo>
                <a:lnTo>
                  <a:pt x="357708" y="1841500"/>
                </a:lnTo>
                <a:lnTo>
                  <a:pt x="349631" y="1790700"/>
                </a:lnTo>
                <a:lnTo>
                  <a:pt x="336321" y="1739900"/>
                </a:lnTo>
                <a:lnTo>
                  <a:pt x="317893" y="1689100"/>
                </a:lnTo>
                <a:lnTo>
                  <a:pt x="294462" y="1638300"/>
                </a:lnTo>
                <a:lnTo>
                  <a:pt x="271208" y="1587500"/>
                </a:lnTo>
                <a:lnTo>
                  <a:pt x="244627" y="1549400"/>
                </a:lnTo>
                <a:lnTo>
                  <a:pt x="214795" y="1498600"/>
                </a:lnTo>
                <a:lnTo>
                  <a:pt x="181749" y="1460500"/>
                </a:lnTo>
                <a:lnTo>
                  <a:pt x="145542" y="1409700"/>
                </a:lnTo>
                <a:lnTo>
                  <a:pt x="106248" y="1371600"/>
                </a:lnTo>
                <a:lnTo>
                  <a:pt x="64782" y="1333500"/>
                </a:lnTo>
                <a:lnTo>
                  <a:pt x="22225" y="1295400"/>
                </a:lnTo>
                <a:lnTo>
                  <a:pt x="0" y="1282700"/>
                </a:lnTo>
                <a:lnTo>
                  <a:pt x="0" y="1308100"/>
                </a:lnTo>
                <a:lnTo>
                  <a:pt x="11074" y="1308100"/>
                </a:lnTo>
                <a:lnTo>
                  <a:pt x="52882" y="1346200"/>
                </a:lnTo>
                <a:lnTo>
                  <a:pt x="93637" y="1384300"/>
                </a:lnTo>
                <a:lnTo>
                  <a:pt x="132270" y="1422400"/>
                </a:lnTo>
                <a:lnTo>
                  <a:pt x="167843" y="1473200"/>
                </a:lnTo>
                <a:lnTo>
                  <a:pt x="200317" y="1511300"/>
                </a:lnTo>
                <a:lnTo>
                  <a:pt x="229616" y="1549400"/>
                </a:lnTo>
                <a:lnTo>
                  <a:pt x="255676" y="1600200"/>
                </a:lnTo>
                <a:lnTo>
                  <a:pt x="278460" y="1638300"/>
                </a:lnTo>
                <a:lnTo>
                  <a:pt x="301345" y="1689100"/>
                </a:lnTo>
                <a:lnTo>
                  <a:pt x="319290" y="1752600"/>
                </a:lnTo>
                <a:lnTo>
                  <a:pt x="332206" y="1790700"/>
                </a:lnTo>
                <a:lnTo>
                  <a:pt x="340017" y="1841500"/>
                </a:lnTo>
                <a:lnTo>
                  <a:pt x="342633" y="1892300"/>
                </a:lnTo>
                <a:lnTo>
                  <a:pt x="338239" y="1943100"/>
                </a:lnTo>
                <a:lnTo>
                  <a:pt x="357428" y="1943100"/>
                </a:lnTo>
                <a:lnTo>
                  <a:pt x="360426" y="1892300"/>
                </a:lnTo>
                <a:close/>
              </a:path>
              <a:path w="1644014" h="1943100">
                <a:moveTo>
                  <a:pt x="478497" y="1803400"/>
                </a:moveTo>
                <a:lnTo>
                  <a:pt x="476643" y="1752600"/>
                </a:lnTo>
                <a:lnTo>
                  <a:pt x="471131" y="1714500"/>
                </a:lnTo>
                <a:lnTo>
                  <a:pt x="462000" y="1663700"/>
                </a:lnTo>
                <a:lnTo>
                  <a:pt x="449313" y="1612900"/>
                </a:lnTo>
                <a:lnTo>
                  <a:pt x="433108" y="1574800"/>
                </a:lnTo>
                <a:lnTo>
                  <a:pt x="413435" y="1524000"/>
                </a:lnTo>
                <a:lnTo>
                  <a:pt x="390321" y="1473200"/>
                </a:lnTo>
                <a:lnTo>
                  <a:pt x="363829" y="1435100"/>
                </a:lnTo>
                <a:lnTo>
                  <a:pt x="334010" y="1384300"/>
                </a:lnTo>
                <a:lnTo>
                  <a:pt x="300888" y="1346200"/>
                </a:lnTo>
                <a:lnTo>
                  <a:pt x="264515" y="1295400"/>
                </a:lnTo>
                <a:lnTo>
                  <a:pt x="224942" y="1257300"/>
                </a:lnTo>
                <a:lnTo>
                  <a:pt x="183019" y="1219200"/>
                </a:lnTo>
                <a:lnTo>
                  <a:pt x="139763" y="1181100"/>
                </a:lnTo>
                <a:lnTo>
                  <a:pt x="95389" y="1143000"/>
                </a:lnTo>
                <a:lnTo>
                  <a:pt x="4203" y="1092200"/>
                </a:lnTo>
                <a:lnTo>
                  <a:pt x="0" y="1092200"/>
                </a:lnTo>
                <a:lnTo>
                  <a:pt x="0" y="1104900"/>
                </a:lnTo>
                <a:lnTo>
                  <a:pt x="40754" y="1130300"/>
                </a:lnTo>
                <a:lnTo>
                  <a:pt x="85140" y="1155700"/>
                </a:lnTo>
                <a:lnTo>
                  <a:pt x="128689" y="1193800"/>
                </a:lnTo>
                <a:lnTo>
                  <a:pt x="171170" y="1231900"/>
                </a:lnTo>
                <a:lnTo>
                  <a:pt x="212344" y="1270000"/>
                </a:lnTo>
                <a:lnTo>
                  <a:pt x="251231" y="1308100"/>
                </a:lnTo>
                <a:lnTo>
                  <a:pt x="286943" y="1346200"/>
                </a:lnTo>
                <a:lnTo>
                  <a:pt x="319443" y="1397000"/>
                </a:lnTo>
                <a:lnTo>
                  <a:pt x="348678" y="1435100"/>
                </a:lnTo>
                <a:lnTo>
                  <a:pt x="374637" y="1485900"/>
                </a:lnTo>
                <a:lnTo>
                  <a:pt x="397256" y="1536700"/>
                </a:lnTo>
                <a:lnTo>
                  <a:pt x="416496" y="1574800"/>
                </a:lnTo>
                <a:lnTo>
                  <a:pt x="432320" y="1625600"/>
                </a:lnTo>
                <a:lnTo>
                  <a:pt x="444703" y="1663700"/>
                </a:lnTo>
                <a:lnTo>
                  <a:pt x="453580" y="1714500"/>
                </a:lnTo>
                <a:lnTo>
                  <a:pt x="458939" y="1752600"/>
                </a:lnTo>
                <a:lnTo>
                  <a:pt x="460717" y="1803400"/>
                </a:lnTo>
                <a:lnTo>
                  <a:pt x="458012" y="1854200"/>
                </a:lnTo>
                <a:lnTo>
                  <a:pt x="449859" y="1892300"/>
                </a:lnTo>
                <a:lnTo>
                  <a:pt x="436206" y="1943100"/>
                </a:lnTo>
                <a:lnTo>
                  <a:pt x="452856" y="1943100"/>
                </a:lnTo>
                <a:lnTo>
                  <a:pt x="467169" y="1905000"/>
                </a:lnTo>
                <a:lnTo>
                  <a:pt x="475691" y="1854200"/>
                </a:lnTo>
                <a:lnTo>
                  <a:pt x="478497" y="1803400"/>
                </a:lnTo>
                <a:close/>
              </a:path>
              <a:path w="1644014" h="1943100">
                <a:moveTo>
                  <a:pt x="1309395" y="1338021"/>
                </a:moveTo>
                <a:lnTo>
                  <a:pt x="1241971" y="1326883"/>
                </a:lnTo>
                <a:lnTo>
                  <a:pt x="1185608" y="1297952"/>
                </a:lnTo>
                <a:lnTo>
                  <a:pt x="1156677" y="1241590"/>
                </a:lnTo>
                <a:lnTo>
                  <a:pt x="1145540" y="1174165"/>
                </a:lnTo>
                <a:lnTo>
                  <a:pt x="1134402" y="1241590"/>
                </a:lnTo>
                <a:lnTo>
                  <a:pt x="1105471" y="1297952"/>
                </a:lnTo>
                <a:lnTo>
                  <a:pt x="1049108" y="1326883"/>
                </a:lnTo>
                <a:lnTo>
                  <a:pt x="981684" y="1338021"/>
                </a:lnTo>
                <a:lnTo>
                  <a:pt x="1049108" y="1349159"/>
                </a:lnTo>
                <a:lnTo>
                  <a:pt x="1105471" y="1378089"/>
                </a:lnTo>
                <a:lnTo>
                  <a:pt x="1134402" y="1434452"/>
                </a:lnTo>
                <a:lnTo>
                  <a:pt x="1145540" y="1501876"/>
                </a:lnTo>
                <a:lnTo>
                  <a:pt x="1156677" y="1434452"/>
                </a:lnTo>
                <a:lnTo>
                  <a:pt x="1166888" y="1403667"/>
                </a:lnTo>
                <a:lnTo>
                  <a:pt x="1185608" y="1378089"/>
                </a:lnTo>
                <a:lnTo>
                  <a:pt x="1211186" y="1359369"/>
                </a:lnTo>
                <a:lnTo>
                  <a:pt x="1241971" y="1349159"/>
                </a:lnTo>
                <a:lnTo>
                  <a:pt x="1309395" y="1338021"/>
                </a:lnTo>
                <a:close/>
              </a:path>
              <a:path w="1644014" h="1943100">
                <a:moveTo>
                  <a:pt x="1644002" y="965200"/>
                </a:moveTo>
                <a:lnTo>
                  <a:pt x="1640065" y="952500"/>
                </a:lnTo>
                <a:lnTo>
                  <a:pt x="821766" y="952500"/>
                </a:lnTo>
                <a:lnTo>
                  <a:pt x="773582" y="927100"/>
                </a:lnTo>
                <a:lnTo>
                  <a:pt x="733526" y="901700"/>
                </a:lnTo>
                <a:lnTo>
                  <a:pt x="704176" y="863600"/>
                </a:lnTo>
                <a:lnTo>
                  <a:pt x="688136" y="812800"/>
                </a:lnTo>
                <a:lnTo>
                  <a:pt x="679564" y="762000"/>
                </a:lnTo>
                <a:lnTo>
                  <a:pt x="679564" y="0"/>
                </a:lnTo>
                <a:lnTo>
                  <a:pt x="661847" y="0"/>
                </a:lnTo>
                <a:lnTo>
                  <a:pt x="661847" y="1168400"/>
                </a:lnTo>
                <a:lnTo>
                  <a:pt x="661847" y="1244600"/>
                </a:lnTo>
                <a:lnTo>
                  <a:pt x="637603" y="1206500"/>
                </a:lnTo>
                <a:lnTo>
                  <a:pt x="611543" y="1168400"/>
                </a:lnTo>
                <a:lnTo>
                  <a:pt x="583679" y="1130300"/>
                </a:lnTo>
                <a:lnTo>
                  <a:pt x="554024" y="1092200"/>
                </a:lnTo>
                <a:lnTo>
                  <a:pt x="522579" y="1054100"/>
                </a:lnTo>
                <a:lnTo>
                  <a:pt x="489356" y="1016000"/>
                </a:lnTo>
                <a:lnTo>
                  <a:pt x="454380" y="977900"/>
                </a:lnTo>
                <a:lnTo>
                  <a:pt x="467753" y="977900"/>
                </a:lnTo>
                <a:lnTo>
                  <a:pt x="519645" y="990600"/>
                </a:lnTo>
                <a:lnTo>
                  <a:pt x="567829" y="1003300"/>
                </a:lnTo>
                <a:lnTo>
                  <a:pt x="607885" y="1028700"/>
                </a:lnTo>
                <a:lnTo>
                  <a:pt x="637222" y="1066800"/>
                </a:lnTo>
                <a:lnTo>
                  <a:pt x="653262" y="1117600"/>
                </a:lnTo>
                <a:lnTo>
                  <a:pt x="661847" y="1168400"/>
                </a:lnTo>
                <a:lnTo>
                  <a:pt x="661847" y="0"/>
                </a:lnTo>
                <a:lnTo>
                  <a:pt x="661771" y="762000"/>
                </a:lnTo>
                <a:lnTo>
                  <a:pt x="653186" y="812800"/>
                </a:lnTo>
                <a:lnTo>
                  <a:pt x="646582" y="838200"/>
                </a:lnTo>
                <a:lnTo>
                  <a:pt x="635952" y="863600"/>
                </a:lnTo>
                <a:lnTo>
                  <a:pt x="621690" y="889000"/>
                </a:lnTo>
                <a:lnTo>
                  <a:pt x="604164" y="901700"/>
                </a:lnTo>
                <a:lnTo>
                  <a:pt x="592721" y="901700"/>
                </a:lnTo>
                <a:lnTo>
                  <a:pt x="586613" y="889000"/>
                </a:lnTo>
                <a:lnTo>
                  <a:pt x="581279" y="889000"/>
                </a:lnTo>
                <a:lnTo>
                  <a:pt x="579577" y="876300"/>
                </a:lnTo>
                <a:lnTo>
                  <a:pt x="572998" y="876300"/>
                </a:lnTo>
                <a:lnTo>
                  <a:pt x="537070" y="838200"/>
                </a:lnTo>
                <a:lnTo>
                  <a:pt x="500595" y="812800"/>
                </a:lnTo>
                <a:lnTo>
                  <a:pt x="463638" y="774700"/>
                </a:lnTo>
                <a:lnTo>
                  <a:pt x="426224" y="736600"/>
                </a:lnTo>
                <a:lnTo>
                  <a:pt x="350139" y="685800"/>
                </a:lnTo>
                <a:lnTo>
                  <a:pt x="194005" y="584200"/>
                </a:lnTo>
                <a:lnTo>
                  <a:pt x="147828" y="546100"/>
                </a:lnTo>
                <a:lnTo>
                  <a:pt x="101384" y="520700"/>
                </a:lnTo>
                <a:lnTo>
                  <a:pt x="54737" y="508000"/>
                </a:lnTo>
                <a:lnTo>
                  <a:pt x="7924" y="482600"/>
                </a:lnTo>
                <a:lnTo>
                  <a:pt x="0" y="482600"/>
                </a:lnTo>
                <a:lnTo>
                  <a:pt x="0" y="495300"/>
                </a:lnTo>
                <a:lnTo>
                  <a:pt x="34442" y="520700"/>
                </a:lnTo>
                <a:lnTo>
                  <a:pt x="82537" y="533400"/>
                </a:lnTo>
                <a:lnTo>
                  <a:pt x="130378" y="558800"/>
                </a:lnTo>
                <a:lnTo>
                  <a:pt x="177927" y="596900"/>
                </a:lnTo>
                <a:lnTo>
                  <a:pt x="184962" y="596900"/>
                </a:lnTo>
                <a:lnTo>
                  <a:pt x="198729" y="609600"/>
                </a:lnTo>
                <a:lnTo>
                  <a:pt x="212801" y="609600"/>
                </a:lnTo>
                <a:lnTo>
                  <a:pt x="253936" y="635000"/>
                </a:lnTo>
                <a:lnTo>
                  <a:pt x="294716" y="673100"/>
                </a:lnTo>
                <a:lnTo>
                  <a:pt x="375094" y="723900"/>
                </a:lnTo>
                <a:lnTo>
                  <a:pt x="414629" y="762000"/>
                </a:lnTo>
                <a:lnTo>
                  <a:pt x="453682" y="787400"/>
                </a:lnTo>
                <a:lnTo>
                  <a:pt x="492213" y="825500"/>
                </a:lnTo>
                <a:lnTo>
                  <a:pt x="530186" y="863600"/>
                </a:lnTo>
                <a:lnTo>
                  <a:pt x="567588" y="901700"/>
                </a:lnTo>
                <a:lnTo>
                  <a:pt x="579120" y="901700"/>
                </a:lnTo>
                <a:lnTo>
                  <a:pt x="584822" y="914400"/>
                </a:lnTo>
                <a:lnTo>
                  <a:pt x="590473" y="914400"/>
                </a:lnTo>
                <a:lnTo>
                  <a:pt x="583666" y="927100"/>
                </a:lnTo>
                <a:lnTo>
                  <a:pt x="569264" y="927100"/>
                </a:lnTo>
                <a:lnTo>
                  <a:pt x="561708" y="939800"/>
                </a:lnTo>
                <a:lnTo>
                  <a:pt x="552577" y="927100"/>
                </a:lnTo>
                <a:lnTo>
                  <a:pt x="547992" y="927100"/>
                </a:lnTo>
                <a:lnTo>
                  <a:pt x="543382" y="914400"/>
                </a:lnTo>
                <a:lnTo>
                  <a:pt x="502920" y="876300"/>
                </a:lnTo>
                <a:lnTo>
                  <a:pt x="461721" y="838200"/>
                </a:lnTo>
                <a:lnTo>
                  <a:pt x="419836" y="800100"/>
                </a:lnTo>
                <a:lnTo>
                  <a:pt x="377329" y="774700"/>
                </a:lnTo>
                <a:lnTo>
                  <a:pt x="334276" y="736600"/>
                </a:lnTo>
                <a:lnTo>
                  <a:pt x="290728" y="711200"/>
                </a:lnTo>
                <a:lnTo>
                  <a:pt x="246773" y="673100"/>
                </a:lnTo>
                <a:lnTo>
                  <a:pt x="113080" y="596900"/>
                </a:lnTo>
                <a:lnTo>
                  <a:pt x="68122" y="584200"/>
                </a:lnTo>
                <a:lnTo>
                  <a:pt x="23075" y="558800"/>
                </a:lnTo>
                <a:lnTo>
                  <a:pt x="0" y="546100"/>
                </a:lnTo>
                <a:lnTo>
                  <a:pt x="0" y="571500"/>
                </a:lnTo>
                <a:lnTo>
                  <a:pt x="16230" y="571500"/>
                </a:lnTo>
                <a:lnTo>
                  <a:pt x="280784" y="723900"/>
                </a:lnTo>
                <a:lnTo>
                  <a:pt x="323862" y="749300"/>
                </a:lnTo>
                <a:lnTo>
                  <a:pt x="366471" y="787400"/>
                </a:lnTo>
                <a:lnTo>
                  <a:pt x="408546" y="812800"/>
                </a:lnTo>
                <a:lnTo>
                  <a:pt x="450011" y="850900"/>
                </a:lnTo>
                <a:lnTo>
                  <a:pt x="490804" y="889000"/>
                </a:lnTo>
                <a:lnTo>
                  <a:pt x="530860" y="927100"/>
                </a:lnTo>
                <a:lnTo>
                  <a:pt x="535266" y="939800"/>
                </a:lnTo>
                <a:lnTo>
                  <a:pt x="536117" y="939800"/>
                </a:lnTo>
                <a:lnTo>
                  <a:pt x="527989" y="952500"/>
                </a:lnTo>
                <a:lnTo>
                  <a:pt x="433031" y="952500"/>
                </a:lnTo>
                <a:lnTo>
                  <a:pt x="392772" y="927100"/>
                </a:lnTo>
                <a:lnTo>
                  <a:pt x="351586" y="889000"/>
                </a:lnTo>
                <a:lnTo>
                  <a:pt x="309613" y="850900"/>
                </a:lnTo>
                <a:lnTo>
                  <a:pt x="223608" y="800100"/>
                </a:lnTo>
                <a:lnTo>
                  <a:pt x="179781" y="762000"/>
                </a:lnTo>
                <a:lnTo>
                  <a:pt x="135547" y="749300"/>
                </a:lnTo>
                <a:lnTo>
                  <a:pt x="46240" y="698500"/>
                </a:lnTo>
                <a:lnTo>
                  <a:pt x="1358" y="685800"/>
                </a:lnTo>
                <a:lnTo>
                  <a:pt x="0" y="685800"/>
                </a:lnTo>
                <a:lnTo>
                  <a:pt x="0" y="698500"/>
                </a:lnTo>
                <a:lnTo>
                  <a:pt x="7899" y="711200"/>
                </a:lnTo>
                <a:lnTo>
                  <a:pt x="53822" y="723900"/>
                </a:lnTo>
                <a:lnTo>
                  <a:pt x="235089" y="825500"/>
                </a:lnTo>
                <a:lnTo>
                  <a:pt x="279234" y="850900"/>
                </a:lnTo>
                <a:lnTo>
                  <a:pt x="322694" y="889000"/>
                </a:lnTo>
                <a:lnTo>
                  <a:pt x="365328" y="914400"/>
                </a:lnTo>
                <a:lnTo>
                  <a:pt x="407047" y="952500"/>
                </a:lnTo>
                <a:lnTo>
                  <a:pt x="144754" y="952500"/>
                </a:lnTo>
                <a:lnTo>
                  <a:pt x="45897" y="901700"/>
                </a:lnTo>
                <a:lnTo>
                  <a:pt x="0" y="876300"/>
                </a:lnTo>
                <a:lnTo>
                  <a:pt x="0" y="901700"/>
                </a:lnTo>
                <a:lnTo>
                  <a:pt x="19100" y="914400"/>
                </a:lnTo>
                <a:lnTo>
                  <a:pt x="65366" y="927100"/>
                </a:lnTo>
                <a:lnTo>
                  <a:pt x="111264" y="952500"/>
                </a:lnTo>
                <a:lnTo>
                  <a:pt x="0" y="952500"/>
                </a:lnTo>
                <a:lnTo>
                  <a:pt x="0" y="977900"/>
                </a:lnTo>
                <a:lnTo>
                  <a:pt x="139496" y="977900"/>
                </a:lnTo>
                <a:lnTo>
                  <a:pt x="176326" y="1003300"/>
                </a:lnTo>
                <a:lnTo>
                  <a:pt x="212610" y="1028700"/>
                </a:lnTo>
                <a:lnTo>
                  <a:pt x="248259" y="1054100"/>
                </a:lnTo>
                <a:lnTo>
                  <a:pt x="283146" y="1092200"/>
                </a:lnTo>
                <a:lnTo>
                  <a:pt x="317195" y="1117600"/>
                </a:lnTo>
                <a:lnTo>
                  <a:pt x="356082" y="1155700"/>
                </a:lnTo>
                <a:lnTo>
                  <a:pt x="392264" y="1206500"/>
                </a:lnTo>
                <a:lnTo>
                  <a:pt x="425704" y="1244600"/>
                </a:lnTo>
                <a:lnTo>
                  <a:pt x="456374" y="1295400"/>
                </a:lnTo>
                <a:lnTo>
                  <a:pt x="484263" y="1333500"/>
                </a:lnTo>
                <a:lnTo>
                  <a:pt x="509320" y="1384300"/>
                </a:lnTo>
                <a:lnTo>
                  <a:pt x="531545" y="1422400"/>
                </a:lnTo>
                <a:lnTo>
                  <a:pt x="550887" y="1473200"/>
                </a:lnTo>
                <a:lnTo>
                  <a:pt x="567321" y="1511300"/>
                </a:lnTo>
                <a:lnTo>
                  <a:pt x="580834" y="1562100"/>
                </a:lnTo>
                <a:lnTo>
                  <a:pt x="591388" y="1600200"/>
                </a:lnTo>
                <a:lnTo>
                  <a:pt x="598944" y="1651000"/>
                </a:lnTo>
                <a:lnTo>
                  <a:pt x="603504" y="1689100"/>
                </a:lnTo>
                <a:lnTo>
                  <a:pt x="605015" y="1739900"/>
                </a:lnTo>
                <a:lnTo>
                  <a:pt x="602602" y="1790700"/>
                </a:lnTo>
                <a:lnTo>
                  <a:pt x="595312" y="1841500"/>
                </a:lnTo>
                <a:lnTo>
                  <a:pt x="583120" y="1892300"/>
                </a:lnTo>
                <a:lnTo>
                  <a:pt x="565962" y="1930400"/>
                </a:lnTo>
                <a:lnTo>
                  <a:pt x="559282" y="1943100"/>
                </a:lnTo>
                <a:lnTo>
                  <a:pt x="582256" y="1943100"/>
                </a:lnTo>
                <a:lnTo>
                  <a:pt x="600113" y="1892300"/>
                </a:lnTo>
                <a:lnTo>
                  <a:pt x="612787" y="1841500"/>
                </a:lnTo>
                <a:lnTo>
                  <a:pt x="620318" y="1790700"/>
                </a:lnTo>
                <a:lnTo>
                  <a:pt x="622795" y="1739900"/>
                </a:lnTo>
                <a:lnTo>
                  <a:pt x="621233" y="1689100"/>
                </a:lnTo>
                <a:lnTo>
                  <a:pt x="616572" y="1651000"/>
                </a:lnTo>
                <a:lnTo>
                  <a:pt x="608838" y="1600200"/>
                </a:lnTo>
                <a:lnTo>
                  <a:pt x="598055" y="1562100"/>
                </a:lnTo>
                <a:lnTo>
                  <a:pt x="584263" y="1511300"/>
                </a:lnTo>
                <a:lnTo>
                  <a:pt x="567499" y="1460500"/>
                </a:lnTo>
                <a:lnTo>
                  <a:pt x="547776" y="1422400"/>
                </a:lnTo>
                <a:lnTo>
                  <a:pt x="525145" y="1371600"/>
                </a:lnTo>
                <a:lnTo>
                  <a:pt x="499618" y="1320800"/>
                </a:lnTo>
                <a:lnTo>
                  <a:pt x="471246" y="1282700"/>
                </a:lnTo>
                <a:lnTo>
                  <a:pt x="440042" y="1231900"/>
                </a:lnTo>
                <a:lnTo>
                  <a:pt x="406044" y="1193800"/>
                </a:lnTo>
                <a:lnTo>
                  <a:pt x="369290" y="1143000"/>
                </a:lnTo>
                <a:lnTo>
                  <a:pt x="329806" y="1104900"/>
                </a:lnTo>
                <a:lnTo>
                  <a:pt x="291642" y="1066800"/>
                </a:lnTo>
                <a:lnTo>
                  <a:pt x="252450" y="1041400"/>
                </a:lnTo>
                <a:lnTo>
                  <a:pt x="212356" y="1003300"/>
                </a:lnTo>
                <a:lnTo>
                  <a:pt x="171513" y="977900"/>
                </a:lnTo>
                <a:lnTo>
                  <a:pt x="431177" y="977900"/>
                </a:lnTo>
                <a:lnTo>
                  <a:pt x="436587" y="990600"/>
                </a:lnTo>
                <a:lnTo>
                  <a:pt x="441921" y="990600"/>
                </a:lnTo>
                <a:lnTo>
                  <a:pt x="479742" y="1028700"/>
                </a:lnTo>
                <a:lnTo>
                  <a:pt x="515454" y="1066800"/>
                </a:lnTo>
                <a:lnTo>
                  <a:pt x="549046" y="1117600"/>
                </a:lnTo>
                <a:lnTo>
                  <a:pt x="580491" y="1155700"/>
                </a:lnTo>
                <a:lnTo>
                  <a:pt x="609803" y="1193800"/>
                </a:lnTo>
                <a:lnTo>
                  <a:pt x="636943" y="1244600"/>
                </a:lnTo>
                <a:lnTo>
                  <a:pt x="661924" y="1282700"/>
                </a:lnTo>
                <a:lnTo>
                  <a:pt x="661924" y="1930400"/>
                </a:lnTo>
                <a:lnTo>
                  <a:pt x="665873" y="1943100"/>
                </a:lnTo>
                <a:lnTo>
                  <a:pt x="675614" y="1943100"/>
                </a:lnTo>
                <a:lnTo>
                  <a:pt x="679640" y="1930400"/>
                </a:lnTo>
                <a:lnTo>
                  <a:pt x="679640" y="1320800"/>
                </a:lnTo>
                <a:lnTo>
                  <a:pt x="702271" y="1358900"/>
                </a:lnTo>
                <a:lnTo>
                  <a:pt x="722325" y="1409700"/>
                </a:lnTo>
                <a:lnTo>
                  <a:pt x="739775" y="1460500"/>
                </a:lnTo>
                <a:lnTo>
                  <a:pt x="754595" y="1511300"/>
                </a:lnTo>
                <a:lnTo>
                  <a:pt x="766762" y="1549400"/>
                </a:lnTo>
                <a:lnTo>
                  <a:pt x="776274" y="1600200"/>
                </a:lnTo>
                <a:lnTo>
                  <a:pt x="783069" y="1651000"/>
                </a:lnTo>
                <a:lnTo>
                  <a:pt x="787158" y="1701800"/>
                </a:lnTo>
                <a:lnTo>
                  <a:pt x="788517" y="1739900"/>
                </a:lnTo>
                <a:lnTo>
                  <a:pt x="786663" y="1790700"/>
                </a:lnTo>
                <a:lnTo>
                  <a:pt x="781100" y="1841500"/>
                </a:lnTo>
                <a:lnTo>
                  <a:pt x="771791" y="1892300"/>
                </a:lnTo>
                <a:lnTo>
                  <a:pt x="758710" y="1943100"/>
                </a:lnTo>
                <a:lnTo>
                  <a:pt x="775563" y="1943100"/>
                </a:lnTo>
                <a:lnTo>
                  <a:pt x="789051" y="1892300"/>
                </a:lnTo>
                <a:lnTo>
                  <a:pt x="798626" y="1841500"/>
                </a:lnTo>
                <a:lnTo>
                  <a:pt x="804341" y="1790700"/>
                </a:lnTo>
                <a:lnTo>
                  <a:pt x="806221" y="1739900"/>
                </a:lnTo>
                <a:lnTo>
                  <a:pt x="804926" y="1701800"/>
                </a:lnTo>
                <a:lnTo>
                  <a:pt x="801039" y="1651000"/>
                </a:lnTo>
                <a:lnTo>
                  <a:pt x="794600" y="1600200"/>
                </a:lnTo>
                <a:lnTo>
                  <a:pt x="785622" y="1562100"/>
                </a:lnTo>
                <a:lnTo>
                  <a:pt x="774128" y="1511300"/>
                </a:lnTo>
                <a:lnTo>
                  <a:pt x="760120" y="1460500"/>
                </a:lnTo>
                <a:lnTo>
                  <a:pt x="743648" y="1422400"/>
                </a:lnTo>
                <a:lnTo>
                  <a:pt x="724712" y="1371600"/>
                </a:lnTo>
                <a:lnTo>
                  <a:pt x="703338" y="1320800"/>
                </a:lnTo>
                <a:lnTo>
                  <a:pt x="679564" y="1282700"/>
                </a:lnTo>
                <a:lnTo>
                  <a:pt x="679564" y="1244600"/>
                </a:lnTo>
                <a:lnTo>
                  <a:pt x="679564" y="1168400"/>
                </a:lnTo>
                <a:lnTo>
                  <a:pt x="688136" y="1117600"/>
                </a:lnTo>
                <a:lnTo>
                  <a:pt x="689381" y="1117600"/>
                </a:lnTo>
                <a:lnTo>
                  <a:pt x="721779" y="1155700"/>
                </a:lnTo>
                <a:lnTo>
                  <a:pt x="752322" y="1206500"/>
                </a:lnTo>
                <a:lnTo>
                  <a:pt x="780999" y="1244600"/>
                </a:lnTo>
                <a:lnTo>
                  <a:pt x="807796" y="1295400"/>
                </a:lnTo>
                <a:lnTo>
                  <a:pt x="832688" y="1333500"/>
                </a:lnTo>
                <a:lnTo>
                  <a:pt x="855675" y="1384300"/>
                </a:lnTo>
                <a:lnTo>
                  <a:pt x="876731" y="1435100"/>
                </a:lnTo>
                <a:lnTo>
                  <a:pt x="895845" y="1473200"/>
                </a:lnTo>
                <a:lnTo>
                  <a:pt x="913003" y="1524000"/>
                </a:lnTo>
                <a:lnTo>
                  <a:pt x="928204" y="1562100"/>
                </a:lnTo>
                <a:lnTo>
                  <a:pt x="941412" y="1612900"/>
                </a:lnTo>
                <a:lnTo>
                  <a:pt x="952627" y="1663700"/>
                </a:lnTo>
                <a:lnTo>
                  <a:pt x="961834" y="1701800"/>
                </a:lnTo>
                <a:lnTo>
                  <a:pt x="969022" y="1752600"/>
                </a:lnTo>
                <a:lnTo>
                  <a:pt x="974166" y="1790700"/>
                </a:lnTo>
                <a:lnTo>
                  <a:pt x="977252" y="1841500"/>
                </a:lnTo>
                <a:lnTo>
                  <a:pt x="978281" y="1879600"/>
                </a:lnTo>
                <a:lnTo>
                  <a:pt x="976591" y="1930400"/>
                </a:lnTo>
                <a:lnTo>
                  <a:pt x="974915" y="1943100"/>
                </a:lnTo>
                <a:lnTo>
                  <a:pt x="992797" y="1943100"/>
                </a:lnTo>
                <a:lnTo>
                  <a:pt x="994359" y="1930400"/>
                </a:lnTo>
                <a:lnTo>
                  <a:pt x="996061" y="1879600"/>
                </a:lnTo>
                <a:lnTo>
                  <a:pt x="994981" y="1828800"/>
                </a:lnTo>
                <a:lnTo>
                  <a:pt x="991743" y="1790700"/>
                </a:lnTo>
                <a:lnTo>
                  <a:pt x="986370" y="1739900"/>
                </a:lnTo>
                <a:lnTo>
                  <a:pt x="978865" y="1701800"/>
                </a:lnTo>
                <a:lnTo>
                  <a:pt x="969264" y="1651000"/>
                </a:lnTo>
                <a:lnTo>
                  <a:pt x="957567" y="1600200"/>
                </a:lnTo>
                <a:lnTo>
                  <a:pt x="943787" y="1562100"/>
                </a:lnTo>
                <a:lnTo>
                  <a:pt x="927950" y="1511300"/>
                </a:lnTo>
                <a:lnTo>
                  <a:pt x="910069" y="1460500"/>
                </a:lnTo>
                <a:lnTo>
                  <a:pt x="890168" y="1409700"/>
                </a:lnTo>
                <a:lnTo>
                  <a:pt x="868248" y="1371600"/>
                </a:lnTo>
                <a:lnTo>
                  <a:pt x="844321" y="1320800"/>
                </a:lnTo>
                <a:lnTo>
                  <a:pt x="818426" y="1270000"/>
                </a:lnTo>
                <a:lnTo>
                  <a:pt x="790562" y="1231900"/>
                </a:lnTo>
                <a:lnTo>
                  <a:pt x="760755" y="1181100"/>
                </a:lnTo>
                <a:lnTo>
                  <a:pt x="729005" y="1130300"/>
                </a:lnTo>
                <a:lnTo>
                  <a:pt x="717778" y="1117600"/>
                </a:lnTo>
                <a:lnTo>
                  <a:pt x="695337" y="1092200"/>
                </a:lnTo>
                <a:lnTo>
                  <a:pt x="698652" y="1079500"/>
                </a:lnTo>
                <a:lnTo>
                  <a:pt x="702437" y="1079500"/>
                </a:lnTo>
                <a:lnTo>
                  <a:pt x="706678" y="1066800"/>
                </a:lnTo>
                <a:lnTo>
                  <a:pt x="711339" y="1054100"/>
                </a:lnTo>
                <a:lnTo>
                  <a:pt x="745705" y="1104900"/>
                </a:lnTo>
                <a:lnTo>
                  <a:pt x="778408" y="1143000"/>
                </a:lnTo>
                <a:lnTo>
                  <a:pt x="809447" y="1193800"/>
                </a:lnTo>
                <a:lnTo>
                  <a:pt x="838796" y="1231900"/>
                </a:lnTo>
                <a:lnTo>
                  <a:pt x="866457" y="1282700"/>
                </a:lnTo>
                <a:lnTo>
                  <a:pt x="892403" y="1333500"/>
                </a:lnTo>
                <a:lnTo>
                  <a:pt x="916647" y="1371600"/>
                </a:lnTo>
                <a:lnTo>
                  <a:pt x="939152" y="1422400"/>
                </a:lnTo>
                <a:lnTo>
                  <a:pt x="959929" y="1473200"/>
                </a:lnTo>
                <a:lnTo>
                  <a:pt x="978941" y="1511300"/>
                </a:lnTo>
                <a:lnTo>
                  <a:pt x="996213" y="1562100"/>
                </a:lnTo>
                <a:lnTo>
                  <a:pt x="1011694" y="1612900"/>
                </a:lnTo>
                <a:lnTo>
                  <a:pt x="1025410" y="1651000"/>
                </a:lnTo>
                <a:lnTo>
                  <a:pt x="1037323" y="1701800"/>
                </a:lnTo>
                <a:lnTo>
                  <a:pt x="1047432" y="1752600"/>
                </a:lnTo>
                <a:lnTo>
                  <a:pt x="1055725" y="1790700"/>
                </a:lnTo>
                <a:lnTo>
                  <a:pt x="1062202" y="1841500"/>
                </a:lnTo>
                <a:lnTo>
                  <a:pt x="1066825" y="1879600"/>
                </a:lnTo>
                <a:lnTo>
                  <a:pt x="1069606" y="1930400"/>
                </a:lnTo>
                <a:lnTo>
                  <a:pt x="1070063" y="1943100"/>
                </a:lnTo>
                <a:lnTo>
                  <a:pt x="1087780" y="1943100"/>
                </a:lnTo>
                <a:lnTo>
                  <a:pt x="1083576" y="1866900"/>
                </a:lnTo>
                <a:lnTo>
                  <a:pt x="1077683" y="1816100"/>
                </a:lnTo>
                <a:lnTo>
                  <a:pt x="1069479" y="1765300"/>
                </a:lnTo>
                <a:lnTo>
                  <a:pt x="1058976" y="1714500"/>
                </a:lnTo>
                <a:lnTo>
                  <a:pt x="1046200" y="1663700"/>
                </a:lnTo>
                <a:lnTo>
                  <a:pt x="1031176" y="1612900"/>
                </a:lnTo>
                <a:lnTo>
                  <a:pt x="1045997" y="1651000"/>
                </a:lnTo>
                <a:lnTo>
                  <a:pt x="1059484" y="1701800"/>
                </a:lnTo>
                <a:lnTo>
                  <a:pt x="1071587" y="1739900"/>
                </a:lnTo>
                <a:lnTo>
                  <a:pt x="1082281" y="1790700"/>
                </a:lnTo>
                <a:lnTo>
                  <a:pt x="1083525" y="1790700"/>
                </a:lnTo>
                <a:lnTo>
                  <a:pt x="1085151" y="1803400"/>
                </a:lnTo>
                <a:lnTo>
                  <a:pt x="1088085" y="1816100"/>
                </a:lnTo>
                <a:lnTo>
                  <a:pt x="1097381" y="1866900"/>
                </a:lnTo>
                <a:lnTo>
                  <a:pt x="1104646" y="1917700"/>
                </a:lnTo>
                <a:lnTo>
                  <a:pt x="1108202" y="1943100"/>
                </a:lnTo>
                <a:lnTo>
                  <a:pt x="1135456" y="1943100"/>
                </a:lnTo>
                <a:lnTo>
                  <a:pt x="1128674" y="1892300"/>
                </a:lnTo>
                <a:lnTo>
                  <a:pt x="1120406" y="1854200"/>
                </a:lnTo>
                <a:lnTo>
                  <a:pt x="1110653" y="1803400"/>
                </a:lnTo>
                <a:lnTo>
                  <a:pt x="1099426" y="1765300"/>
                </a:lnTo>
                <a:lnTo>
                  <a:pt x="1086726" y="1714500"/>
                </a:lnTo>
                <a:lnTo>
                  <a:pt x="1072565" y="1663700"/>
                </a:lnTo>
                <a:lnTo>
                  <a:pt x="1056932" y="1625600"/>
                </a:lnTo>
                <a:lnTo>
                  <a:pt x="1052664" y="1612900"/>
                </a:lnTo>
                <a:lnTo>
                  <a:pt x="1039850" y="1574800"/>
                </a:lnTo>
                <a:lnTo>
                  <a:pt x="1021321" y="1524000"/>
                </a:lnTo>
                <a:lnTo>
                  <a:pt x="1001356" y="1485900"/>
                </a:lnTo>
                <a:lnTo>
                  <a:pt x="979957" y="1435100"/>
                </a:lnTo>
                <a:lnTo>
                  <a:pt x="957122" y="1397000"/>
                </a:lnTo>
                <a:lnTo>
                  <a:pt x="932865" y="1346200"/>
                </a:lnTo>
                <a:lnTo>
                  <a:pt x="907186" y="1295400"/>
                </a:lnTo>
                <a:lnTo>
                  <a:pt x="880097" y="1257300"/>
                </a:lnTo>
                <a:lnTo>
                  <a:pt x="851611" y="1206500"/>
                </a:lnTo>
                <a:lnTo>
                  <a:pt x="821715" y="1168400"/>
                </a:lnTo>
                <a:lnTo>
                  <a:pt x="790435" y="1130300"/>
                </a:lnTo>
                <a:lnTo>
                  <a:pt x="757770" y="1079500"/>
                </a:lnTo>
                <a:lnTo>
                  <a:pt x="735063" y="1054100"/>
                </a:lnTo>
                <a:lnTo>
                  <a:pt x="743788" y="1016000"/>
                </a:lnTo>
                <a:lnTo>
                  <a:pt x="793292" y="990600"/>
                </a:lnTo>
                <a:lnTo>
                  <a:pt x="821766" y="977900"/>
                </a:lnTo>
                <a:lnTo>
                  <a:pt x="1644002" y="977900"/>
                </a:lnTo>
                <a:lnTo>
                  <a:pt x="1644002" y="965200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099" y="8852748"/>
            <a:ext cx="195332" cy="19533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6892086" y="4743229"/>
            <a:ext cx="1396365" cy="238760"/>
          </a:xfrm>
          <a:custGeom>
            <a:avLst/>
            <a:gdLst/>
            <a:ahLst/>
            <a:cxnLst/>
            <a:rect l="l" t="t" r="r" b="b"/>
            <a:pathLst>
              <a:path w="1396365" h="238760">
                <a:moveTo>
                  <a:pt x="1179765" y="238533"/>
                </a:moveTo>
                <a:lnTo>
                  <a:pt x="1112771" y="236115"/>
                </a:lnTo>
                <a:lnTo>
                  <a:pt x="1053493" y="229296"/>
                </a:lnTo>
                <a:lnTo>
                  <a:pt x="1000873" y="218729"/>
                </a:lnTo>
                <a:lnTo>
                  <a:pt x="953849" y="205065"/>
                </a:lnTo>
                <a:lnTo>
                  <a:pt x="911362" y="188958"/>
                </a:lnTo>
                <a:lnTo>
                  <a:pt x="872351" y="171060"/>
                </a:lnTo>
                <a:lnTo>
                  <a:pt x="835756" y="152024"/>
                </a:lnTo>
                <a:lnTo>
                  <a:pt x="765381" y="113025"/>
                </a:lnTo>
                <a:lnTo>
                  <a:pt x="729579" y="94370"/>
                </a:lnTo>
                <a:lnTo>
                  <a:pt x="691956" y="77084"/>
                </a:lnTo>
                <a:lnTo>
                  <a:pt x="651356" y="61713"/>
                </a:lnTo>
                <a:lnTo>
                  <a:pt x="606625" y="48806"/>
                </a:lnTo>
                <a:lnTo>
                  <a:pt x="556609" y="38909"/>
                </a:lnTo>
                <a:lnTo>
                  <a:pt x="500153" y="32569"/>
                </a:lnTo>
                <a:lnTo>
                  <a:pt x="436102" y="30334"/>
                </a:lnTo>
                <a:lnTo>
                  <a:pt x="372051" y="32569"/>
                </a:lnTo>
                <a:lnTo>
                  <a:pt x="315595" y="38909"/>
                </a:lnTo>
                <a:lnTo>
                  <a:pt x="265579" y="48806"/>
                </a:lnTo>
                <a:lnTo>
                  <a:pt x="220849" y="61713"/>
                </a:lnTo>
                <a:lnTo>
                  <a:pt x="180249" y="77084"/>
                </a:lnTo>
                <a:lnTo>
                  <a:pt x="142625" y="94370"/>
                </a:lnTo>
                <a:lnTo>
                  <a:pt x="106821" y="113025"/>
                </a:lnTo>
                <a:lnTo>
                  <a:pt x="71684" y="132501"/>
                </a:lnTo>
                <a:lnTo>
                  <a:pt x="60126" y="138965"/>
                </a:lnTo>
                <a:lnTo>
                  <a:pt x="48398" y="145476"/>
                </a:lnTo>
                <a:lnTo>
                  <a:pt x="36526" y="151976"/>
                </a:lnTo>
                <a:lnTo>
                  <a:pt x="24536" y="158407"/>
                </a:lnTo>
                <a:lnTo>
                  <a:pt x="17135" y="162343"/>
                </a:lnTo>
                <a:lnTo>
                  <a:pt x="7948" y="159516"/>
                </a:lnTo>
                <a:lnTo>
                  <a:pt x="4024" y="152107"/>
                </a:lnTo>
                <a:lnTo>
                  <a:pt x="0" y="144698"/>
                </a:lnTo>
                <a:lnTo>
                  <a:pt x="2927" y="135523"/>
                </a:lnTo>
                <a:lnTo>
                  <a:pt x="10332" y="131602"/>
                </a:lnTo>
                <a:lnTo>
                  <a:pt x="22112" y="125276"/>
                </a:lnTo>
                <a:lnTo>
                  <a:pt x="33821" y="118861"/>
                </a:lnTo>
                <a:lnTo>
                  <a:pt x="45418" y="112423"/>
                </a:lnTo>
                <a:lnTo>
                  <a:pt x="56862" y="106025"/>
                </a:lnTo>
                <a:lnTo>
                  <a:pt x="92100" y="86503"/>
                </a:lnTo>
                <a:lnTo>
                  <a:pt x="128695" y="67467"/>
                </a:lnTo>
                <a:lnTo>
                  <a:pt x="167706" y="49569"/>
                </a:lnTo>
                <a:lnTo>
                  <a:pt x="210193" y="33462"/>
                </a:lnTo>
                <a:lnTo>
                  <a:pt x="257217" y="19798"/>
                </a:lnTo>
                <a:lnTo>
                  <a:pt x="309836" y="9231"/>
                </a:lnTo>
                <a:lnTo>
                  <a:pt x="369111" y="2411"/>
                </a:lnTo>
                <a:lnTo>
                  <a:pt x="436102" y="0"/>
                </a:lnTo>
                <a:lnTo>
                  <a:pt x="503093" y="2411"/>
                </a:lnTo>
                <a:lnTo>
                  <a:pt x="562368" y="9231"/>
                </a:lnTo>
                <a:lnTo>
                  <a:pt x="614987" y="19798"/>
                </a:lnTo>
                <a:lnTo>
                  <a:pt x="662010" y="33462"/>
                </a:lnTo>
                <a:lnTo>
                  <a:pt x="704497" y="49569"/>
                </a:lnTo>
                <a:lnTo>
                  <a:pt x="743508" y="67467"/>
                </a:lnTo>
                <a:lnTo>
                  <a:pt x="780102" y="86503"/>
                </a:lnTo>
                <a:lnTo>
                  <a:pt x="850473" y="125497"/>
                </a:lnTo>
                <a:lnTo>
                  <a:pt x="886276" y="144149"/>
                </a:lnTo>
                <a:lnTo>
                  <a:pt x="923901" y="161434"/>
                </a:lnTo>
                <a:lnTo>
                  <a:pt x="964504" y="176804"/>
                </a:lnTo>
                <a:lnTo>
                  <a:pt x="1009237" y="189711"/>
                </a:lnTo>
                <a:lnTo>
                  <a:pt x="1059255" y="199609"/>
                </a:lnTo>
                <a:lnTo>
                  <a:pt x="1115713" y="205949"/>
                </a:lnTo>
                <a:lnTo>
                  <a:pt x="1179765" y="208184"/>
                </a:lnTo>
                <a:lnTo>
                  <a:pt x="1243814" y="205949"/>
                </a:lnTo>
                <a:lnTo>
                  <a:pt x="1300268" y="199609"/>
                </a:lnTo>
                <a:lnTo>
                  <a:pt x="1350283" y="189711"/>
                </a:lnTo>
                <a:lnTo>
                  <a:pt x="1395013" y="176804"/>
                </a:lnTo>
                <a:lnTo>
                  <a:pt x="1395912" y="176464"/>
                </a:lnTo>
                <a:lnTo>
                  <a:pt x="1395912" y="207899"/>
                </a:lnTo>
                <a:lnTo>
                  <a:pt x="1358642" y="218729"/>
                </a:lnTo>
                <a:lnTo>
                  <a:pt x="1306025" y="229296"/>
                </a:lnTo>
                <a:lnTo>
                  <a:pt x="1246753" y="236115"/>
                </a:lnTo>
                <a:lnTo>
                  <a:pt x="1179765" y="238533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6892086" y="5054051"/>
            <a:ext cx="1396365" cy="238760"/>
          </a:xfrm>
          <a:custGeom>
            <a:avLst/>
            <a:gdLst/>
            <a:ahLst/>
            <a:cxnLst/>
            <a:rect l="l" t="t" r="r" b="b"/>
            <a:pathLst>
              <a:path w="1396365" h="238760">
                <a:moveTo>
                  <a:pt x="1179765" y="238535"/>
                </a:moveTo>
                <a:lnTo>
                  <a:pt x="1112771" y="236117"/>
                </a:lnTo>
                <a:lnTo>
                  <a:pt x="1053493" y="229297"/>
                </a:lnTo>
                <a:lnTo>
                  <a:pt x="1000873" y="218729"/>
                </a:lnTo>
                <a:lnTo>
                  <a:pt x="953849" y="205065"/>
                </a:lnTo>
                <a:lnTo>
                  <a:pt x="911362" y="188958"/>
                </a:lnTo>
                <a:lnTo>
                  <a:pt x="872351" y="171061"/>
                </a:lnTo>
                <a:lnTo>
                  <a:pt x="835756" y="152027"/>
                </a:lnTo>
                <a:lnTo>
                  <a:pt x="765381" y="113031"/>
                </a:lnTo>
                <a:lnTo>
                  <a:pt x="729579" y="94377"/>
                </a:lnTo>
                <a:lnTo>
                  <a:pt x="691956" y="77090"/>
                </a:lnTo>
                <a:lnTo>
                  <a:pt x="651356" y="61720"/>
                </a:lnTo>
                <a:lnTo>
                  <a:pt x="606625" y="48812"/>
                </a:lnTo>
                <a:lnTo>
                  <a:pt x="556609" y="38915"/>
                </a:lnTo>
                <a:lnTo>
                  <a:pt x="500153" y="32575"/>
                </a:lnTo>
                <a:lnTo>
                  <a:pt x="436102" y="30341"/>
                </a:lnTo>
                <a:lnTo>
                  <a:pt x="372049" y="32575"/>
                </a:lnTo>
                <a:lnTo>
                  <a:pt x="315592" y="38915"/>
                </a:lnTo>
                <a:lnTo>
                  <a:pt x="265574" y="48812"/>
                </a:lnTo>
                <a:lnTo>
                  <a:pt x="220843" y="61720"/>
                </a:lnTo>
                <a:lnTo>
                  <a:pt x="180242" y="77090"/>
                </a:lnTo>
                <a:lnTo>
                  <a:pt x="142618" y="94377"/>
                </a:lnTo>
                <a:lnTo>
                  <a:pt x="106815" y="113031"/>
                </a:lnTo>
                <a:lnTo>
                  <a:pt x="71680" y="132507"/>
                </a:lnTo>
                <a:lnTo>
                  <a:pt x="60120" y="138966"/>
                </a:lnTo>
                <a:lnTo>
                  <a:pt x="48393" y="145479"/>
                </a:lnTo>
                <a:lnTo>
                  <a:pt x="36523" y="151983"/>
                </a:lnTo>
                <a:lnTo>
                  <a:pt x="24536" y="158417"/>
                </a:lnTo>
                <a:lnTo>
                  <a:pt x="17135" y="162350"/>
                </a:lnTo>
                <a:lnTo>
                  <a:pt x="7948" y="159510"/>
                </a:lnTo>
                <a:lnTo>
                  <a:pt x="4024" y="152113"/>
                </a:lnTo>
                <a:lnTo>
                  <a:pt x="0" y="144704"/>
                </a:lnTo>
                <a:lnTo>
                  <a:pt x="2927" y="135521"/>
                </a:lnTo>
                <a:lnTo>
                  <a:pt x="10332" y="131608"/>
                </a:lnTo>
                <a:lnTo>
                  <a:pt x="22112" y="125284"/>
                </a:lnTo>
                <a:lnTo>
                  <a:pt x="33818" y="118868"/>
                </a:lnTo>
                <a:lnTo>
                  <a:pt x="45411" y="112426"/>
                </a:lnTo>
                <a:lnTo>
                  <a:pt x="56850" y="106023"/>
                </a:lnTo>
                <a:lnTo>
                  <a:pt x="92088" y="86501"/>
                </a:lnTo>
                <a:lnTo>
                  <a:pt x="128684" y="67465"/>
                </a:lnTo>
                <a:lnTo>
                  <a:pt x="167696" y="49568"/>
                </a:lnTo>
                <a:lnTo>
                  <a:pt x="210184" y="33463"/>
                </a:lnTo>
                <a:lnTo>
                  <a:pt x="257209" y="19801"/>
                </a:lnTo>
                <a:lnTo>
                  <a:pt x="309831" y="9235"/>
                </a:lnTo>
                <a:lnTo>
                  <a:pt x="369108" y="2417"/>
                </a:lnTo>
                <a:lnTo>
                  <a:pt x="436102" y="0"/>
                </a:lnTo>
                <a:lnTo>
                  <a:pt x="503093" y="2417"/>
                </a:lnTo>
                <a:lnTo>
                  <a:pt x="562368" y="9235"/>
                </a:lnTo>
                <a:lnTo>
                  <a:pt x="614987" y="19801"/>
                </a:lnTo>
                <a:lnTo>
                  <a:pt x="662010" y="33463"/>
                </a:lnTo>
                <a:lnTo>
                  <a:pt x="704497" y="49568"/>
                </a:lnTo>
                <a:lnTo>
                  <a:pt x="743508" y="67465"/>
                </a:lnTo>
                <a:lnTo>
                  <a:pt x="780102" y="86501"/>
                </a:lnTo>
                <a:lnTo>
                  <a:pt x="850473" y="125498"/>
                </a:lnTo>
                <a:lnTo>
                  <a:pt x="886276" y="144151"/>
                </a:lnTo>
                <a:lnTo>
                  <a:pt x="923901" y="161436"/>
                </a:lnTo>
                <a:lnTo>
                  <a:pt x="964504" y="176805"/>
                </a:lnTo>
                <a:lnTo>
                  <a:pt x="1009237" y="189712"/>
                </a:lnTo>
                <a:lnTo>
                  <a:pt x="1059255" y="199608"/>
                </a:lnTo>
                <a:lnTo>
                  <a:pt x="1115713" y="205947"/>
                </a:lnTo>
                <a:lnTo>
                  <a:pt x="1179765" y="208182"/>
                </a:lnTo>
                <a:lnTo>
                  <a:pt x="1243814" y="205947"/>
                </a:lnTo>
                <a:lnTo>
                  <a:pt x="1300268" y="199607"/>
                </a:lnTo>
                <a:lnTo>
                  <a:pt x="1350283" y="189710"/>
                </a:lnTo>
                <a:lnTo>
                  <a:pt x="1395013" y="176802"/>
                </a:lnTo>
                <a:lnTo>
                  <a:pt x="1395912" y="176462"/>
                </a:lnTo>
                <a:lnTo>
                  <a:pt x="1395912" y="207899"/>
                </a:lnTo>
                <a:lnTo>
                  <a:pt x="1358642" y="218729"/>
                </a:lnTo>
                <a:lnTo>
                  <a:pt x="1306025" y="229297"/>
                </a:lnTo>
                <a:lnTo>
                  <a:pt x="1246753" y="236117"/>
                </a:lnTo>
                <a:lnTo>
                  <a:pt x="1179765" y="238535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6892086" y="5364868"/>
            <a:ext cx="1396365" cy="238760"/>
          </a:xfrm>
          <a:custGeom>
            <a:avLst/>
            <a:gdLst/>
            <a:ahLst/>
            <a:cxnLst/>
            <a:rect l="l" t="t" r="r" b="b"/>
            <a:pathLst>
              <a:path w="1396365" h="238760">
                <a:moveTo>
                  <a:pt x="1179765" y="238543"/>
                </a:moveTo>
                <a:lnTo>
                  <a:pt x="1112771" y="236125"/>
                </a:lnTo>
                <a:lnTo>
                  <a:pt x="1053493" y="229305"/>
                </a:lnTo>
                <a:lnTo>
                  <a:pt x="1000873" y="218736"/>
                </a:lnTo>
                <a:lnTo>
                  <a:pt x="953849" y="205071"/>
                </a:lnTo>
                <a:lnTo>
                  <a:pt x="911362" y="188963"/>
                </a:lnTo>
                <a:lnTo>
                  <a:pt x="872351" y="171064"/>
                </a:lnTo>
                <a:lnTo>
                  <a:pt x="835756" y="152026"/>
                </a:lnTo>
                <a:lnTo>
                  <a:pt x="765381" y="113032"/>
                </a:lnTo>
                <a:lnTo>
                  <a:pt x="729579" y="94381"/>
                </a:lnTo>
                <a:lnTo>
                  <a:pt x="691956" y="77097"/>
                </a:lnTo>
                <a:lnTo>
                  <a:pt x="651356" y="61728"/>
                </a:lnTo>
                <a:lnTo>
                  <a:pt x="606625" y="48821"/>
                </a:lnTo>
                <a:lnTo>
                  <a:pt x="556609" y="38923"/>
                </a:lnTo>
                <a:lnTo>
                  <a:pt x="500153" y="32584"/>
                </a:lnTo>
                <a:lnTo>
                  <a:pt x="436102" y="30349"/>
                </a:lnTo>
                <a:lnTo>
                  <a:pt x="372049" y="32584"/>
                </a:lnTo>
                <a:lnTo>
                  <a:pt x="315592" y="38924"/>
                </a:lnTo>
                <a:lnTo>
                  <a:pt x="265574" y="48821"/>
                </a:lnTo>
                <a:lnTo>
                  <a:pt x="220843" y="61729"/>
                </a:lnTo>
                <a:lnTo>
                  <a:pt x="180242" y="77100"/>
                </a:lnTo>
                <a:lnTo>
                  <a:pt x="142618" y="94386"/>
                </a:lnTo>
                <a:lnTo>
                  <a:pt x="106815" y="113040"/>
                </a:lnTo>
                <a:lnTo>
                  <a:pt x="71680" y="132515"/>
                </a:lnTo>
                <a:lnTo>
                  <a:pt x="60120" y="138978"/>
                </a:lnTo>
                <a:lnTo>
                  <a:pt x="48393" y="145490"/>
                </a:lnTo>
                <a:lnTo>
                  <a:pt x="36523" y="151990"/>
                </a:lnTo>
                <a:lnTo>
                  <a:pt x="24536" y="158417"/>
                </a:lnTo>
                <a:lnTo>
                  <a:pt x="17135" y="162350"/>
                </a:lnTo>
                <a:lnTo>
                  <a:pt x="7948" y="159522"/>
                </a:lnTo>
                <a:lnTo>
                  <a:pt x="4024" y="152121"/>
                </a:lnTo>
                <a:lnTo>
                  <a:pt x="0" y="144712"/>
                </a:lnTo>
                <a:lnTo>
                  <a:pt x="2927" y="135525"/>
                </a:lnTo>
                <a:lnTo>
                  <a:pt x="10332" y="131601"/>
                </a:lnTo>
                <a:lnTo>
                  <a:pt x="22112" y="125283"/>
                </a:lnTo>
                <a:lnTo>
                  <a:pt x="33818" y="118871"/>
                </a:lnTo>
                <a:lnTo>
                  <a:pt x="45411" y="112433"/>
                </a:lnTo>
                <a:lnTo>
                  <a:pt x="56850" y="106035"/>
                </a:lnTo>
                <a:lnTo>
                  <a:pt x="92088" y="86513"/>
                </a:lnTo>
                <a:lnTo>
                  <a:pt x="128684" y="67477"/>
                </a:lnTo>
                <a:lnTo>
                  <a:pt x="167696" y="49578"/>
                </a:lnTo>
                <a:lnTo>
                  <a:pt x="210184" y="33470"/>
                </a:lnTo>
                <a:lnTo>
                  <a:pt x="257209" y="19806"/>
                </a:lnTo>
                <a:lnTo>
                  <a:pt x="309831" y="9238"/>
                </a:lnTo>
                <a:lnTo>
                  <a:pt x="369108" y="2418"/>
                </a:lnTo>
                <a:lnTo>
                  <a:pt x="436102" y="0"/>
                </a:lnTo>
                <a:lnTo>
                  <a:pt x="503093" y="2418"/>
                </a:lnTo>
                <a:lnTo>
                  <a:pt x="562368" y="9237"/>
                </a:lnTo>
                <a:lnTo>
                  <a:pt x="614987" y="19806"/>
                </a:lnTo>
                <a:lnTo>
                  <a:pt x="662010" y="33470"/>
                </a:lnTo>
                <a:lnTo>
                  <a:pt x="704497" y="49576"/>
                </a:lnTo>
                <a:lnTo>
                  <a:pt x="743508" y="67474"/>
                </a:lnTo>
                <a:lnTo>
                  <a:pt x="780102" y="86508"/>
                </a:lnTo>
                <a:lnTo>
                  <a:pt x="850473" y="125502"/>
                </a:lnTo>
                <a:lnTo>
                  <a:pt x="886276" y="144156"/>
                </a:lnTo>
                <a:lnTo>
                  <a:pt x="923901" y="161441"/>
                </a:lnTo>
                <a:lnTo>
                  <a:pt x="964504" y="176811"/>
                </a:lnTo>
                <a:lnTo>
                  <a:pt x="1009237" y="189719"/>
                </a:lnTo>
                <a:lnTo>
                  <a:pt x="1059255" y="199616"/>
                </a:lnTo>
                <a:lnTo>
                  <a:pt x="1115713" y="205955"/>
                </a:lnTo>
                <a:lnTo>
                  <a:pt x="1179765" y="208190"/>
                </a:lnTo>
                <a:lnTo>
                  <a:pt x="1243813" y="205955"/>
                </a:lnTo>
                <a:lnTo>
                  <a:pt x="1300267" y="199616"/>
                </a:lnTo>
                <a:lnTo>
                  <a:pt x="1350280" y="189719"/>
                </a:lnTo>
                <a:lnTo>
                  <a:pt x="1395009" y="176811"/>
                </a:lnTo>
                <a:lnTo>
                  <a:pt x="1395912" y="176469"/>
                </a:lnTo>
                <a:lnTo>
                  <a:pt x="1395912" y="207905"/>
                </a:lnTo>
                <a:lnTo>
                  <a:pt x="1358642" y="218736"/>
                </a:lnTo>
                <a:lnTo>
                  <a:pt x="1306025" y="229305"/>
                </a:lnTo>
                <a:lnTo>
                  <a:pt x="1246753" y="236125"/>
                </a:lnTo>
                <a:lnTo>
                  <a:pt x="1179765" y="238543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6892086" y="5675693"/>
            <a:ext cx="1396365" cy="238760"/>
          </a:xfrm>
          <a:custGeom>
            <a:avLst/>
            <a:gdLst/>
            <a:ahLst/>
            <a:cxnLst/>
            <a:rect l="l" t="t" r="r" b="b"/>
            <a:pathLst>
              <a:path w="1396365" h="238760">
                <a:moveTo>
                  <a:pt x="1179765" y="238535"/>
                </a:moveTo>
                <a:lnTo>
                  <a:pt x="1112771" y="236117"/>
                </a:lnTo>
                <a:lnTo>
                  <a:pt x="1053493" y="229298"/>
                </a:lnTo>
                <a:lnTo>
                  <a:pt x="1000873" y="218731"/>
                </a:lnTo>
                <a:lnTo>
                  <a:pt x="953849" y="205068"/>
                </a:lnTo>
                <a:lnTo>
                  <a:pt x="911362" y="188962"/>
                </a:lnTo>
                <a:lnTo>
                  <a:pt x="872351" y="171064"/>
                </a:lnTo>
                <a:lnTo>
                  <a:pt x="835756" y="152029"/>
                </a:lnTo>
                <a:lnTo>
                  <a:pt x="765381" y="113031"/>
                </a:lnTo>
                <a:lnTo>
                  <a:pt x="729579" y="94377"/>
                </a:lnTo>
                <a:lnTo>
                  <a:pt x="691956" y="77090"/>
                </a:lnTo>
                <a:lnTo>
                  <a:pt x="651356" y="61720"/>
                </a:lnTo>
                <a:lnTo>
                  <a:pt x="606625" y="48812"/>
                </a:lnTo>
                <a:lnTo>
                  <a:pt x="556609" y="38915"/>
                </a:lnTo>
                <a:lnTo>
                  <a:pt x="500153" y="32575"/>
                </a:lnTo>
                <a:lnTo>
                  <a:pt x="436102" y="30341"/>
                </a:lnTo>
                <a:lnTo>
                  <a:pt x="372049" y="32576"/>
                </a:lnTo>
                <a:lnTo>
                  <a:pt x="315592" y="38917"/>
                </a:lnTo>
                <a:lnTo>
                  <a:pt x="265574" y="48815"/>
                </a:lnTo>
                <a:lnTo>
                  <a:pt x="220843" y="61724"/>
                </a:lnTo>
                <a:lnTo>
                  <a:pt x="180242" y="77096"/>
                </a:lnTo>
                <a:lnTo>
                  <a:pt x="142618" y="94382"/>
                </a:lnTo>
                <a:lnTo>
                  <a:pt x="106815" y="113035"/>
                </a:lnTo>
                <a:lnTo>
                  <a:pt x="71680" y="132507"/>
                </a:lnTo>
                <a:lnTo>
                  <a:pt x="60120" y="138968"/>
                </a:lnTo>
                <a:lnTo>
                  <a:pt x="48393" y="145480"/>
                </a:lnTo>
                <a:lnTo>
                  <a:pt x="36523" y="151983"/>
                </a:lnTo>
                <a:lnTo>
                  <a:pt x="24536" y="158417"/>
                </a:lnTo>
                <a:lnTo>
                  <a:pt x="17135" y="162354"/>
                </a:lnTo>
                <a:lnTo>
                  <a:pt x="7948" y="159522"/>
                </a:lnTo>
                <a:lnTo>
                  <a:pt x="4024" y="152113"/>
                </a:lnTo>
                <a:lnTo>
                  <a:pt x="0" y="144712"/>
                </a:lnTo>
                <a:lnTo>
                  <a:pt x="2927" y="135529"/>
                </a:lnTo>
                <a:lnTo>
                  <a:pt x="10332" y="131605"/>
                </a:lnTo>
                <a:lnTo>
                  <a:pt x="22112" y="125280"/>
                </a:lnTo>
                <a:lnTo>
                  <a:pt x="33818" y="118865"/>
                </a:lnTo>
                <a:lnTo>
                  <a:pt x="45411" y="112425"/>
                </a:lnTo>
                <a:lnTo>
                  <a:pt x="56850" y="106027"/>
                </a:lnTo>
                <a:lnTo>
                  <a:pt x="92088" y="86505"/>
                </a:lnTo>
                <a:lnTo>
                  <a:pt x="128684" y="67469"/>
                </a:lnTo>
                <a:lnTo>
                  <a:pt x="167696" y="49571"/>
                </a:lnTo>
                <a:lnTo>
                  <a:pt x="210184" y="33465"/>
                </a:lnTo>
                <a:lnTo>
                  <a:pt x="257209" y="19802"/>
                </a:lnTo>
                <a:lnTo>
                  <a:pt x="309831" y="9236"/>
                </a:lnTo>
                <a:lnTo>
                  <a:pt x="369108" y="2417"/>
                </a:lnTo>
                <a:lnTo>
                  <a:pt x="436102" y="0"/>
                </a:lnTo>
                <a:lnTo>
                  <a:pt x="503093" y="2417"/>
                </a:lnTo>
                <a:lnTo>
                  <a:pt x="562368" y="9236"/>
                </a:lnTo>
                <a:lnTo>
                  <a:pt x="614987" y="19802"/>
                </a:lnTo>
                <a:lnTo>
                  <a:pt x="662010" y="33465"/>
                </a:lnTo>
                <a:lnTo>
                  <a:pt x="704497" y="49571"/>
                </a:lnTo>
                <a:lnTo>
                  <a:pt x="743508" y="67469"/>
                </a:lnTo>
                <a:lnTo>
                  <a:pt x="780102" y="86505"/>
                </a:lnTo>
                <a:lnTo>
                  <a:pt x="850473" y="125500"/>
                </a:lnTo>
                <a:lnTo>
                  <a:pt x="886276" y="144153"/>
                </a:lnTo>
                <a:lnTo>
                  <a:pt x="923901" y="161439"/>
                </a:lnTo>
                <a:lnTo>
                  <a:pt x="964504" y="176810"/>
                </a:lnTo>
                <a:lnTo>
                  <a:pt x="1009237" y="189719"/>
                </a:lnTo>
                <a:lnTo>
                  <a:pt x="1059255" y="199618"/>
                </a:lnTo>
                <a:lnTo>
                  <a:pt x="1115713" y="205959"/>
                </a:lnTo>
                <a:lnTo>
                  <a:pt x="1179765" y="208194"/>
                </a:lnTo>
                <a:lnTo>
                  <a:pt x="1243813" y="205959"/>
                </a:lnTo>
                <a:lnTo>
                  <a:pt x="1300267" y="199618"/>
                </a:lnTo>
                <a:lnTo>
                  <a:pt x="1350280" y="189719"/>
                </a:lnTo>
                <a:lnTo>
                  <a:pt x="1395009" y="176810"/>
                </a:lnTo>
                <a:lnTo>
                  <a:pt x="1395912" y="176468"/>
                </a:lnTo>
                <a:lnTo>
                  <a:pt x="1395912" y="207901"/>
                </a:lnTo>
                <a:lnTo>
                  <a:pt x="1358642" y="218731"/>
                </a:lnTo>
                <a:lnTo>
                  <a:pt x="1306025" y="229298"/>
                </a:lnTo>
                <a:lnTo>
                  <a:pt x="1246753" y="236117"/>
                </a:lnTo>
                <a:lnTo>
                  <a:pt x="1179765" y="238535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7047700" y="8563803"/>
            <a:ext cx="419100" cy="541655"/>
          </a:xfrm>
          <a:custGeom>
            <a:avLst/>
            <a:gdLst/>
            <a:ahLst/>
            <a:cxnLst/>
            <a:rect l="l" t="t" r="r" b="b"/>
            <a:pathLst>
              <a:path w="419100" h="541654">
                <a:moveTo>
                  <a:pt x="212174" y="541580"/>
                </a:moveTo>
                <a:lnTo>
                  <a:pt x="197046" y="340526"/>
                </a:lnTo>
                <a:lnTo>
                  <a:pt x="179272" y="304928"/>
                </a:lnTo>
                <a:lnTo>
                  <a:pt x="143837" y="286831"/>
                </a:lnTo>
                <a:lnTo>
                  <a:pt x="0" y="270790"/>
                </a:lnTo>
                <a:lnTo>
                  <a:pt x="143836" y="254748"/>
                </a:lnTo>
                <a:lnTo>
                  <a:pt x="179272" y="236652"/>
                </a:lnTo>
                <a:lnTo>
                  <a:pt x="197045" y="201053"/>
                </a:lnTo>
                <a:lnTo>
                  <a:pt x="212173" y="0"/>
                </a:lnTo>
                <a:lnTo>
                  <a:pt x="226410" y="202243"/>
                </a:lnTo>
                <a:lnTo>
                  <a:pt x="244341" y="238397"/>
                </a:lnTo>
                <a:lnTo>
                  <a:pt x="280404" y="256510"/>
                </a:lnTo>
                <a:lnTo>
                  <a:pt x="419099" y="270385"/>
                </a:lnTo>
                <a:lnTo>
                  <a:pt x="419099" y="271191"/>
                </a:lnTo>
                <a:lnTo>
                  <a:pt x="280404" y="285069"/>
                </a:lnTo>
                <a:lnTo>
                  <a:pt x="244341" y="303182"/>
                </a:lnTo>
                <a:lnTo>
                  <a:pt x="226410" y="339336"/>
                </a:lnTo>
                <a:lnTo>
                  <a:pt x="212174" y="541580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17101" y="5240049"/>
            <a:ext cx="419100" cy="541655"/>
          </a:xfrm>
          <a:custGeom>
            <a:avLst/>
            <a:gdLst/>
            <a:ahLst/>
            <a:cxnLst/>
            <a:rect l="l" t="t" r="r" b="b"/>
            <a:pathLst>
              <a:path w="419100" h="541654">
                <a:moveTo>
                  <a:pt x="212174" y="541580"/>
                </a:moveTo>
                <a:lnTo>
                  <a:pt x="197046" y="340526"/>
                </a:lnTo>
                <a:lnTo>
                  <a:pt x="179272" y="304928"/>
                </a:lnTo>
                <a:lnTo>
                  <a:pt x="143837" y="286831"/>
                </a:lnTo>
                <a:lnTo>
                  <a:pt x="0" y="270790"/>
                </a:lnTo>
                <a:lnTo>
                  <a:pt x="143836" y="254748"/>
                </a:lnTo>
                <a:lnTo>
                  <a:pt x="179272" y="236652"/>
                </a:lnTo>
                <a:lnTo>
                  <a:pt x="197045" y="201053"/>
                </a:lnTo>
                <a:lnTo>
                  <a:pt x="212173" y="0"/>
                </a:lnTo>
                <a:lnTo>
                  <a:pt x="226410" y="202243"/>
                </a:lnTo>
                <a:lnTo>
                  <a:pt x="244341" y="238397"/>
                </a:lnTo>
                <a:lnTo>
                  <a:pt x="280404" y="256510"/>
                </a:lnTo>
                <a:lnTo>
                  <a:pt x="419099" y="270385"/>
                </a:lnTo>
                <a:lnTo>
                  <a:pt x="419099" y="271191"/>
                </a:lnTo>
                <a:lnTo>
                  <a:pt x="280404" y="285069"/>
                </a:lnTo>
                <a:lnTo>
                  <a:pt x="244341" y="303182"/>
                </a:lnTo>
                <a:lnTo>
                  <a:pt x="226410" y="339336"/>
                </a:lnTo>
                <a:lnTo>
                  <a:pt x="212174" y="541580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0790" y="417256"/>
            <a:ext cx="4829174" cy="240029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485763"/>
            <a:ext cx="18287999" cy="3801236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50" b="1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250" b="1" i="0">
                <a:solidFill>
                  <a:srgbClr val="FF8F4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50" b="1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250" b="1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010801" y="8534234"/>
            <a:ext cx="2277745" cy="1752600"/>
          </a:xfrm>
          <a:custGeom>
            <a:avLst/>
            <a:gdLst/>
            <a:ahLst/>
            <a:cxnLst/>
            <a:rect l="l" t="t" r="r" b="b"/>
            <a:pathLst>
              <a:path w="2277744" h="1752600">
                <a:moveTo>
                  <a:pt x="662317" y="1338021"/>
                </a:moveTo>
                <a:lnTo>
                  <a:pt x="594893" y="1326883"/>
                </a:lnTo>
                <a:lnTo>
                  <a:pt x="538530" y="1297952"/>
                </a:lnTo>
                <a:lnTo>
                  <a:pt x="509600" y="1241590"/>
                </a:lnTo>
                <a:lnTo>
                  <a:pt x="498462" y="1174165"/>
                </a:lnTo>
                <a:lnTo>
                  <a:pt x="487324" y="1241590"/>
                </a:lnTo>
                <a:lnTo>
                  <a:pt x="458393" y="1297952"/>
                </a:lnTo>
                <a:lnTo>
                  <a:pt x="402031" y="1326883"/>
                </a:lnTo>
                <a:lnTo>
                  <a:pt x="334606" y="1338021"/>
                </a:lnTo>
                <a:lnTo>
                  <a:pt x="402031" y="1349159"/>
                </a:lnTo>
                <a:lnTo>
                  <a:pt x="458393" y="1378089"/>
                </a:lnTo>
                <a:lnTo>
                  <a:pt x="487324" y="1434452"/>
                </a:lnTo>
                <a:lnTo>
                  <a:pt x="498462" y="1501876"/>
                </a:lnTo>
                <a:lnTo>
                  <a:pt x="509600" y="1434452"/>
                </a:lnTo>
                <a:lnTo>
                  <a:pt x="519798" y="1403667"/>
                </a:lnTo>
                <a:lnTo>
                  <a:pt x="538530" y="1378089"/>
                </a:lnTo>
                <a:lnTo>
                  <a:pt x="564108" y="1359357"/>
                </a:lnTo>
                <a:lnTo>
                  <a:pt x="594893" y="1349159"/>
                </a:lnTo>
                <a:lnTo>
                  <a:pt x="662317" y="1338021"/>
                </a:lnTo>
                <a:close/>
              </a:path>
              <a:path w="2277744" h="1752600">
                <a:moveTo>
                  <a:pt x="2277186" y="1600200"/>
                </a:moveTo>
                <a:lnTo>
                  <a:pt x="2262263" y="1638300"/>
                </a:lnTo>
                <a:lnTo>
                  <a:pt x="2240534" y="1689100"/>
                </a:lnTo>
                <a:lnTo>
                  <a:pt x="2215578" y="1727200"/>
                </a:lnTo>
                <a:lnTo>
                  <a:pt x="2205507" y="1752600"/>
                </a:lnTo>
                <a:lnTo>
                  <a:pt x="2237702" y="1752600"/>
                </a:lnTo>
                <a:lnTo>
                  <a:pt x="2249817" y="1727200"/>
                </a:lnTo>
                <a:lnTo>
                  <a:pt x="2277186" y="1689100"/>
                </a:lnTo>
                <a:lnTo>
                  <a:pt x="2277186" y="1600200"/>
                </a:lnTo>
                <a:close/>
              </a:path>
              <a:path w="2277744" h="1752600">
                <a:moveTo>
                  <a:pt x="2277186" y="1295400"/>
                </a:moveTo>
                <a:lnTo>
                  <a:pt x="2251786" y="1282700"/>
                </a:lnTo>
                <a:lnTo>
                  <a:pt x="2217216" y="1257300"/>
                </a:lnTo>
                <a:lnTo>
                  <a:pt x="2178494" y="1257300"/>
                </a:lnTo>
                <a:lnTo>
                  <a:pt x="2136279" y="1244600"/>
                </a:lnTo>
                <a:lnTo>
                  <a:pt x="2093836" y="1257300"/>
                </a:lnTo>
                <a:lnTo>
                  <a:pt x="2049183" y="1257300"/>
                </a:lnTo>
                <a:lnTo>
                  <a:pt x="2002688" y="1270000"/>
                </a:lnTo>
                <a:lnTo>
                  <a:pt x="1954784" y="1295400"/>
                </a:lnTo>
                <a:lnTo>
                  <a:pt x="1905850" y="1320800"/>
                </a:lnTo>
                <a:lnTo>
                  <a:pt x="1864575" y="1333500"/>
                </a:lnTo>
                <a:lnTo>
                  <a:pt x="1823123" y="1358900"/>
                </a:lnTo>
                <a:lnTo>
                  <a:pt x="1781746" y="1397000"/>
                </a:lnTo>
                <a:lnTo>
                  <a:pt x="1740674" y="1422400"/>
                </a:lnTo>
                <a:lnTo>
                  <a:pt x="1700174" y="1460500"/>
                </a:lnTo>
                <a:lnTo>
                  <a:pt x="1660486" y="1498600"/>
                </a:lnTo>
                <a:lnTo>
                  <a:pt x="1622640" y="1536700"/>
                </a:lnTo>
                <a:lnTo>
                  <a:pt x="1587677" y="1574800"/>
                </a:lnTo>
                <a:lnTo>
                  <a:pt x="1555661" y="1612900"/>
                </a:lnTo>
                <a:lnTo>
                  <a:pt x="1526654" y="1663700"/>
                </a:lnTo>
                <a:lnTo>
                  <a:pt x="1500733" y="1701800"/>
                </a:lnTo>
                <a:lnTo>
                  <a:pt x="1477987" y="1739900"/>
                </a:lnTo>
                <a:lnTo>
                  <a:pt x="1476184" y="1752600"/>
                </a:lnTo>
                <a:lnTo>
                  <a:pt x="1496123" y="1752600"/>
                </a:lnTo>
                <a:lnTo>
                  <a:pt x="1516011" y="1714500"/>
                </a:lnTo>
                <a:lnTo>
                  <a:pt x="1541437" y="1663700"/>
                </a:lnTo>
                <a:lnTo>
                  <a:pt x="1569923" y="1625600"/>
                </a:lnTo>
                <a:lnTo>
                  <a:pt x="1601419" y="1587500"/>
                </a:lnTo>
                <a:lnTo>
                  <a:pt x="1635798" y="1549400"/>
                </a:lnTo>
                <a:lnTo>
                  <a:pt x="1673009" y="1511300"/>
                </a:lnTo>
                <a:lnTo>
                  <a:pt x="1712074" y="1473200"/>
                </a:lnTo>
                <a:lnTo>
                  <a:pt x="1751901" y="1435100"/>
                </a:lnTo>
                <a:lnTo>
                  <a:pt x="1913890" y="1333500"/>
                </a:lnTo>
                <a:lnTo>
                  <a:pt x="1961642" y="1308100"/>
                </a:lnTo>
                <a:lnTo>
                  <a:pt x="2008212" y="1295400"/>
                </a:lnTo>
                <a:lnTo>
                  <a:pt x="2053132" y="1282700"/>
                </a:lnTo>
                <a:lnTo>
                  <a:pt x="2095944" y="1270000"/>
                </a:lnTo>
                <a:lnTo>
                  <a:pt x="2175649" y="1270000"/>
                </a:lnTo>
                <a:lnTo>
                  <a:pt x="2211159" y="1282700"/>
                </a:lnTo>
                <a:lnTo>
                  <a:pt x="2242337" y="1295400"/>
                </a:lnTo>
                <a:lnTo>
                  <a:pt x="2268829" y="1320800"/>
                </a:lnTo>
                <a:lnTo>
                  <a:pt x="2277186" y="1320800"/>
                </a:lnTo>
                <a:lnTo>
                  <a:pt x="2277186" y="1295400"/>
                </a:lnTo>
                <a:close/>
              </a:path>
              <a:path w="2277744" h="1752600">
                <a:moveTo>
                  <a:pt x="2277186" y="1206500"/>
                </a:moveTo>
                <a:lnTo>
                  <a:pt x="2274278" y="1206500"/>
                </a:lnTo>
                <a:lnTo>
                  <a:pt x="2263571" y="1193800"/>
                </a:lnTo>
                <a:lnTo>
                  <a:pt x="2229688" y="1168400"/>
                </a:lnTo>
                <a:lnTo>
                  <a:pt x="2191410" y="1143000"/>
                </a:lnTo>
                <a:lnTo>
                  <a:pt x="2149259" y="1130300"/>
                </a:lnTo>
                <a:lnTo>
                  <a:pt x="2103805" y="1117600"/>
                </a:lnTo>
                <a:lnTo>
                  <a:pt x="2006765" y="1117600"/>
                </a:lnTo>
                <a:lnTo>
                  <a:pt x="1904365" y="1143000"/>
                </a:lnTo>
                <a:lnTo>
                  <a:pt x="1851558" y="1168400"/>
                </a:lnTo>
                <a:lnTo>
                  <a:pt x="1798205" y="1181100"/>
                </a:lnTo>
                <a:lnTo>
                  <a:pt x="1709229" y="1231900"/>
                </a:lnTo>
                <a:lnTo>
                  <a:pt x="1665198" y="1270000"/>
                </a:lnTo>
                <a:lnTo>
                  <a:pt x="1621777" y="1295400"/>
                </a:lnTo>
                <a:lnTo>
                  <a:pt x="1579219" y="1333500"/>
                </a:lnTo>
                <a:lnTo>
                  <a:pt x="1537754" y="1371600"/>
                </a:lnTo>
                <a:lnTo>
                  <a:pt x="1498460" y="1409700"/>
                </a:lnTo>
                <a:lnTo>
                  <a:pt x="1462252" y="1460500"/>
                </a:lnTo>
                <a:lnTo>
                  <a:pt x="1429207" y="1498600"/>
                </a:lnTo>
                <a:lnTo>
                  <a:pt x="1399374" y="1549400"/>
                </a:lnTo>
                <a:lnTo>
                  <a:pt x="1372793" y="1587500"/>
                </a:lnTo>
                <a:lnTo>
                  <a:pt x="1349540" y="1638300"/>
                </a:lnTo>
                <a:lnTo>
                  <a:pt x="1326108" y="1689100"/>
                </a:lnTo>
                <a:lnTo>
                  <a:pt x="1307680" y="1739900"/>
                </a:lnTo>
                <a:lnTo>
                  <a:pt x="1306334" y="1752600"/>
                </a:lnTo>
                <a:lnTo>
                  <a:pt x="1324711" y="1752600"/>
                </a:lnTo>
                <a:lnTo>
                  <a:pt x="1342656" y="1689100"/>
                </a:lnTo>
                <a:lnTo>
                  <a:pt x="1365554" y="1638300"/>
                </a:lnTo>
                <a:lnTo>
                  <a:pt x="1388325" y="1600200"/>
                </a:lnTo>
                <a:lnTo>
                  <a:pt x="1414386" y="1549400"/>
                </a:lnTo>
                <a:lnTo>
                  <a:pt x="1443685" y="1511300"/>
                </a:lnTo>
                <a:lnTo>
                  <a:pt x="1476159" y="1473200"/>
                </a:lnTo>
                <a:lnTo>
                  <a:pt x="1511731" y="1422400"/>
                </a:lnTo>
                <a:lnTo>
                  <a:pt x="1550365" y="1384300"/>
                </a:lnTo>
                <a:lnTo>
                  <a:pt x="1591119" y="1346200"/>
                </a:lnTo>
                <a:lnTo>
                  <a:pt x="1632940" y="1308100"/>
                </a:lnTo>
                <a:lnTo>
                  <a:pt x="1718805" y="1257300"/>
                </a:lnTo>
                <a:lnTo>
                  <a:pt x="1762366" y="1219200"/>
                </a:lnTo>
                <a:lnTo>
                  <a:pt x="1806016" y="1206500"/>
                </a:lnTo>
                <a:lnTo>
                  <a:pt x="1909622" y="1155700"/>
                </a:lnTo>
                <a:lnTo>
                  <a:pt x="1959978" y="1143000"/>
                </a:lnTo>
                <a:lnTo>
                  <a:pt x="2112683" y="1143000"/>
                </a:lnTo>
                <a:lnTo>
                  <a:pt x="2164804" y="1155700"/>
                </a:lnTo>
                <a:lnTo>
                  <a:pt x="2211197" y="1181100"/>
                </a:lnTo>
                <a:lnTo>
                  <a:pt x="2251113" y="1206500"/>
                </a:lnTo>
                <a:lnTo>
                  <a:pt x="2277186" y="1244600"/>
                </a:lnTo>
                <a:lnTo>
                  <a:pt x="2277186" y="1206500"/>
                </a:lnTo>
                <a:close/>
              </a:path>
              <a:path w="2277744" h="1752600">
                <a:moveTo>
                  <a:pt x="2277186" y="1155700"/>
                </a:moveTo>
                <a:lnTo>
                  <a:pt x="2235885" y="1104900"/>
                </a:lnTo>
                <a:lnTo>
                  <a:pt x="2198446" y="1079500"/>
                </a:lnTo>
                <a:lnTo>
                  <a:pt x="2157031" y="1054100"/>
                </a:lnTo>
                <a:lnTo>
                  <a:pt x="2112111" y="1028700"/>
                </a:lnTo>
                <a:lnTo>
                  <a:pt x="2064143" y="1016000"/>
                </a:lnTo>
                <a:lnTo>
                  <a:pt x="2013585" y="1003300"/>
                </a:lnTo>
                <a:lnTo>
                  <a:pt x="1871472" y="1003300"/>
                </a:lnTo>
                <a:lnTo>
                  <a:pt x="1825612" y="1016000"/>
                </a:lnTo>
                <a:lnTo>
                  <a:pt x="1732724" y="1041400"/>
                </a:lnTo>
                <a:lnTo>
                  <a:pt x="1593875" y="1117600"/>
                </a:lnTo>
                <a:lnTo>
                  <a:pt x="1548612" y="1143000"/>
                </a:lnTo>
                <a:lnTo>
                  <a:pt x="1504238" y="1181100"/>
                </a:lnTo>
                <a:lnTo>
                  <a:pt x="1460982" y="1219200"/>
                </a:lnTo>
                <a:lnTo>
                  <a:pt x="1419059" y="1257300"/>
                </a:lnTo>
                <a:lnTo>
                  <a:pt x="1379486" y="1295400"/>
                </a:lnTo>
                <a:lnTo>
                  <a:pt x="1343113" y="1346200"/>
                </a:lnTo>
                <a:lnTo>
                  <a:pt x="1309992" y="1384300"/>
                </a:lnTo>
                <a:lnTo>
                  <a:pt x="1280172" y="1435100"/>
                </a:lnTo>
                <a:lnTo>
                  <a:pt x="1253680" y="1473200"/>
                </a:lnTo>
                <a:lnTo>
                  <a:pt x="1230566" y="1524000"/>
                </a:lnTo>
                <a:lnTo>
                  <a:pt x="1210894" y="1574800"/>
                </a:lnTo>
                <a:lnTo>
                  <a:pt x="1194689" y="1612900"/>
                </a:lnTo>
                <a:lnTo>
                  <a:pt x="1182001" y="1663700"/>
                </a:lnTo>
                <a:lnTo>
                  <a:pt x="1172870" y="1714500"/>
                </a:lnTo>
                <a:lnTo>
                  <a:pt x="1168209" y="1752600"/>
                </a:lnTo>
                <a:lnTo>
                  <a:pt x="1186091" y="1752600"/>
                </a:lnTo>
                <a:lnTo>
                  <a:pt x="1190421" y="1714500"/>
                </a:lnTo>
                <a:lnTo>
                  <a:pt x="1199299" y="1663700"/>
                </a:lnTo>
                <a:lnTo>
                  <a:pt x="1211681" y="1625600"/>
                </a:lnTo>
                <a:lnTo>
                  <a:pt x="1227505" y="1574800"/>
                </a:lnTo>
                <a:lnTo>
                  <a:pt x="1246746" y="1536700"/>
                </a:lnTo>
                <a:lnTo>
                  <a:pt x="1269365" y="1485900"/>
                </a:lnTo>
                <a:lnTo>
                  <a:pt x="1295323" y="1435100"/>
                </a:lnTo>
                <a:lnTo>
                  <a:pt x="1324559" y="1397000"/>
                </a:lnTo>
                <a:lnTo>
                  <a:pt x="1357058" y="1346200"/>
                </a:lnTo>
                <a:lnTo>
                  <a:pt x="1392770" y="1308100"/>
                </a:lnTo>
                <a:lnTo>
                  <a:pt x="1431671" y="1270000"/>
                </a:lnTo>
                <a:lnTo>
                  <a:pt x="1472831" y="1231900"/>
                </a:lnTo>
                <a:lnTo>
                  <a:pt x="1515313" y="1193800"/>
                </a:lnTo>
                <a:lnTo>
                  <a:pt x="1558861" y="1155700"/>
                </a:lnTo>
                <a:lnTo>
                  <a:pt x="1603248" y="1130300"/>
                </a:lnTo>
                <a:lnTo>
                  <a:pt x="1693621" y="1079500"/>
                </a:lnTo>
                <a:lnTo>
                  <a:pt x="1918106" y="1016000"/>
                </a:lnTo>
                <a:lnTo>
                  <a:pt x="1960905" y="1016000"/>
                </a:lnTo>
                <a:lnTo>
                  <a:pt x="2011654" y="1028700"/>
                </a:lnTo>
                <a:lnTo>
                  <a:pt x="2060117" y="1028700"/>
                </a:lnTo>
                <a:lnTo>
                  <a:pt x="2105901" y="1041400"/>
                </a:lnTo>
                <a:lnTo>
                  <a:pt x="2148624" y="1066800"/>
                </a:lnTo>
                <a:lnTo>
                  <a:pt x="2187905" y="1092200"/>
                </a:lnTo>
                <a:lnTo>
                  <a:pt x="2223351" y="1117600"/>
                </a:lnTo>
                <a:lnTo>
                  <a:pt x="2269769" y="1181100"/>
                </a:lnTo>
                <a:lnTo>
                  <a:pt x="2277186" y="1193800"/>
                </a:lnTo>
                <a:lnTo>
                  <a:pt x="2277186" y="1155700"/>
                </a:lnTo>
                <a:close/>
              </a:path>
              <a:path w="2277744" h="1752600">
                <a:moveTo>
                  <a:pt x="2277186" y="330200"/>
                </a:moveTo>
                <a:lnTo>
                  <a:pt x="2182380" y="330200"/>
                </a:lnTo>
                <a:lnTo>
                  <a:pt x="2128266" y="342900"/>
                </a:lnTo>
                <a:lnTo>
                  <a:pt x="2073795" y="342900"/>
                </a:lnTo>
                <a:lnTo>
                  <a:pt x="1964067" y="368300"/>
                </a:lnTo>
                <a:lnTo>
                  <a:pt x="1776971" y="419100"/>
                </a:lnTo>
                <a:lnTo>
                  <a:pt x="1729981" y="444500"/>
                </a:lnTo>
                <a:lnTo>
                  <a:pt x="1682991" y="457200"/>
                </a:lnTo>
                <a:lnTo>
                  <a:pt x="1589265" y="508000"/>
                </a:lnTo>
                <a:lnTo>
                  <a:pt x="1542618" y="520700"/>
                </a:lnTo>
                <a:lnTo>
                  <a:pt x="1496174" y="546100"/>
                </a:lnTo>
                <a:lnTo>
                  <a:pt x="1449997" y="584200"/>
                </a:lnTo>
                <a:lnTo>
                  <a:pt x="1293863" y="685800"/>
                </a:lnTo>
                <a:lnTo>
                  <a:pt x="1217777" y="736600"/>
                </a:lnTo>
                <a:lnTo>
                  <a:pt x="1180363" y="774700"/>
                </a:lnTo>
                <a:lnTo>
                  <a:pt x="1143406" y="812800"/>
                </a:lnTo>
                <a:lnTo>
                  <a:pt x="1106932" y="838200"/>
                </a:lnTo>
                <a:lnTo>
                  <a:pt x="1071003" y="876300"/>
                </a:lnTo>
                <a:lnTo>
                  <a:pt x="1064425" y="876300"/>
                </a:lnTo>
                <a:lnTo>
                  <a:pt x="1062723" y="889000"/>
                </a:lnTo>
                <a:lnTo>
                  <a:pt x="1057389" y="889000"/>
                </a:lnTo>
                <a:lnTo>
                  <a:pt x="1051280" y="901700"/>
                </a:lnTo>
                <a:lnTo>
                  <a:pt x="1039837" y="901700"/>
                </a:lnTo>
                <a:lnTo>
                  <a:pt x="1008049" y="863600"/>
                </a:lnTo>
                <a:lnTo>
                  <a:pt x="990815" y="812800"/>
                </a:lnTo>
                <a:lnTo>
                  <a:pt x="982230" y="762000"/>
                </a:lnTo>
                <a:lnTo>
                  <a:pt x="982230" y="0"/>
                </a:lnTo>
                <a:lnTo>
                  <a:pt x="964438" y="0"/>
                </a:lnTo>
                <a:lnTo>
                  <a:pt x="964438" y="762000"/>
                </a:lnTo>
                <a:lnTo>
                  <a:pt x="955865" y="812800"/>
                </a:lnTo>
                <a:lnTo>
                  <a:pt x="939825" y="863600"/>
                </a:lnTo>
                <a:lnTo>
                  <a:pt x="910475" y="901700"/>
                </a:lnTo>
                <a:lnTo>
                  <a:pt x="870419" y="927100"/>
                </a:lnTo>
                <a:lnTo>
                  <a:pt x="822236" y="952500"/>
                </a:lnTo>
                <a:lnTo>
                  <a:pt x="3949" y="952500"/>
                </a:lnTo>
                <a:lnTo>
                  <a:pt x="0" y="965200"/>
                </a:lnTo>
                <a:lnTo>
                  <a:pt x="0" y="977900"/>
                </a:lnTo>
                <a:lnTo>
                  <a:pt x="822236" y="977900"/>
                </a:lnTo>
                <a:lnTo>
                  <a:pt x="850709" y="990600"/>
                </a:lnTo>
                <a:lnTo>
                  <a:pt x="876858" y="1003300"/>
                </a:lnTo>
                <a:lnTo>
                  <a:pt x="900214" y="1016000"/>
                </a:lnTo>
                <a:lnTo>
                  <a:pt x="920292" y="1041400"/>
                </a:lnTo>
                <a:lnTo>
                  <a:pt x="908939" y="1054100"/>
                </a:lnTo>
                <a:lnTo>
                  <a:pt x="886244" y="1079500"/>
                </a:lnTo>
                <a:lnTo>
                  <a:pt x="853567" y="1130300"/>
                </a:lnTo>
                <a:lnTo>
                  <a:pt x="822286" y="1168400"/>
                </a:lnTo>
                <a:lnTo>
                  <a:pt x="792391" y="1206500"/>
                </a:lnTo>
                <a:lnTo>
                  <a:pt x="763905" y="1257300"/>
                </a:lnTo>
                <a:lnTo>
                  <a:pt x="736815" y="1295400"/>
                </a:lnTo>
                <a:lnTo>
                  <a:pt x="711149" y="1346200"/>
                </a:lnTo>
                <a:lnTo>
                  <a:pt x="686879" y="1397000"/>
                </a:lnTo>
                <a:lnTo>
                  <a:pt x="664057" y="1435100"/>
                </a:lnTo>
                <a:lnTo>
                  <a:pt x="642645" y="1485900"/>
                </a:lnTo>
                <a:lnTo>
                  <a:pt x="622681" y="1524000"/>
                </a:lnTo>
                <a:lnTo>
                  <a:pt x="604151" y="1574800"/>
                </a:lnTo>
                <a:lnTo>
                  <a:pt x="591337" y="1612900"/>
                </a:lnTo>
                <a:lnTo>
                  <a:pt x="587070" y="1625600"/>
                </a:lnTo>
                <a:lnTo>
                  <a:pt x="571449" y="1663700"/>
                </a:lnTo>
                <a:lnTo>
                  <a:pt x="557276" y="1714500"/>
                </a:lnTo>
                <a:lnTo>
                  <a:pt x="548055" y="1752600"/>
                </a:lnTo>
                <a:lnTo>
                  <a:pt x="571868" y="1752600"/>
                </a:lnTo>
                <a:lnTo>
                  <a:pt x="572414" y="1739900"/>
                </a:lnTo>
                <a:lnTo>
                  <a:pt x="584517" y="1701800"/>
                </a:lnTo>
                <a:lnTo>
                  <a:pt x="598004" y="1651000"/>
                </a:lnTo>
                <a:lnTo>
                  <a:pt x="612825" y="1612900"/>
                </a:lnTo>
                <a:lnTo>
                  <a:pt x="597801" y="1663700"/>
                </a:lnTo>
                <a:lnTo>
                  <a:pt x="585038" y="1714500"/>
                </a:lnTo>
                <a:lnTo>
                  <a:pt x="579208" y="1752600"/>
                </a:lnTo>
                <a:lnTo>
                  <a:pt x="597027" y="1752600"/>
                </a:lnTo>
                <a:lnTo>
                  <a:pt x="606679" y="1701800"/>
                </a:lnTo>
                <a:lnTo>
                  <a:pt x="618591" y="1651000"/>
                </a:lnTo>
                <a:lnTo>
                  <a:pt x="632307" y="1612900"/>
                </a:lnTo>
                <a:lnTo>
                  <a:pt x="647788" y="1562100"/>
                </a:lnTo>
                <a:lnTo>
                  <a:pt x="665060" y="1511300"/>
                </a:lnTo>
                <a:lnTo>
                  <a:pt x="684072" y="1473200"/>
                </a:lnTo>
                <a:lnTo>
                  <a:pt x="704850" y="1422400"/>
                </a:lnTo>
                <a:lnTo>
                  <a:pt x="727354" y="1371600"/>
                </a:lnTo>
                <a:lnTo>
                  <a:pt x="751598" y="1333500"/>
                </a:lnTo>
                <a:lnTo>
                  <a:pt x="777544" y="1282700"/>
                </a:lnTo>
                <a:lnTo>
                  <a:pt x="805205" y="1231900"/>
                </a:lnTo>
                <a:lnTo>
                  <a:pt x="834555" y="1193800"/>
                </a:lnTo>
                <a:lnTo>
                  <a:pt x="865593" y="1143000"/>
                </a:lnTo>
                <a:lnTo>
                  <a:pt x="898296" y="1104900"/>
                </a:lnTo>
                <a:lnTo>
                  <a:pt x="932662" y="1054100"/>
                </a:lnTo>
                <a:lnTo>
                  <a:pt x="937323" y="1066800"/>
                </a:lnTo>
                <a:lnTo>
                  <a:pt x="941565" y="1079500"/>
                </a:lnTo>
                <a:lnTo>
                  <a:pt x="945349" y="1079500"/>
                </a:lnTo>
                <a:lnTo>
                  <a:pt x="948664" y="1092200"/>
                </a:lnTo>
                <a:lnTo>
                  <a:pt x="926223" y="1117600"/>
                </a:lnTo>
                <a:lnTo>
                  <a:pt x="914996" y="1130300"/>
                </a:lnTo>
                <a:lnTo>
                  <a:pt x="883259" y="1181100"/>
                </a:lnTo>
                <a:lnTo>
                  <a:pt x="853440" y="1231900"/>
                </a:lnTo>
                <a:lnTo>
                  <a:pt x="825576" y="1270000"/>
                </a:lnTo>
                <a:lnTo>
                  <a:pt x="799680" y="1320800"/>
                </a:lnTo>
                <a:lnTo>
                  <a:pt x="775754" y="1371600"/>
                </a:lnTo>
                <a:lnTo>
                  <a:pt x="753833" y="1409700"/>
                </a:lnTo>
                <a:lnTo>
                  <a:pt x="733933" y="1460500"/>
                </a:lnTo>
                <a:lnTo>
                  <a:pt x="716051" y="1511300"/>
                </a:lnTo>
                <a:lnTo>
                  <a:pt x="700214" y="1562100"/>
                </a:lnTo>
                <a:lnTo>
                  <a:pt x="686435" y="1600200"/>
                </a:lnTo>
                <a:lnTo>
                  <a:pt x="674738" y="1651000"/>
                </a:lnTo>
                <a:lnTo>
                  <a:pt x="665137" y="1701800"/>
                </a:lnTo>
                <a:lnTo>
                  <a:pt x="657631" y="1739900"/>
                </a:lnTo>
                <a:lnTo>
                  <a:pt x="657288" y="1752600"/>
                </a:lnTo>
                <a:lnTo>
                  <a:pt x="675220" y="1752600"/>
                </a:lnTo>
                <a:lnTo>
                  <a:pt x="682167" y="1701800"/>
                </a:lnTo>
                <a:lnTo>
                  <a:pt x="691375" y="1663700"/>
                </a:lnTo>
                <a:lnTo>
                  <a:pt x="702589" y="1612900"/>
                </a:lnTo>
                <a:lnTo>
                  <a:pt x="715797" y="1562100"/>
                </a:lnTo>
                <a:lnTo>
                  <a:pt x="730999" y="1524000"/>
                </a:lnTo>
                <a:lnTo>
                  <a:pt x="748157" y="1473200"/>
                </a:lnTo>
                <a:lnTo>
                  <a:pt x="767270" y="1435100"/>
                </a:lnTo>
                <a:lnTo>
                  <a:pt x="788327" y="1384300"/>
                </a:lnTo>
                <a:lnTo>
                  <a:pt x="811314" y="1333500"/>
                </a:lnTo>
                <a:lnTo>
                  <a:pt x="836206" y="1295400"/>
                </a:lnTo>
                <a:lnTo>
                  <a:pt x="863003" y="1244600"/>
                </a:lnTo>
                <a:lnTo>
                  <a:pt x="891679" y="1206500"/>
                </a:lnTo>
                <a:lnTo>
                  <a:pt x="922223" y="1155700"/>
                </a:lnTo>
                <a:lnTo>
                  <a:pt x="954620" y="1117600"/>
                </a:lnTo>
                <a:lnTo>
                  <a:pt x="955865" y="1117600"/>
                </a:lnTo>
                <a:lnTo>
                  <a:pt x="964450" y="1168400"/>
                </a:lnTo>
                <a:lnTo>
                  <a:pt x="964450" y="1244600"/>
                </a:lnTo>
                <a:lnTo>
                  <a:pt x="964450" y="1282700"/>
                </a:lnTo>
                <a:lnTo>
                  <a:pt x="940663" y="1320800"/>
                </a:lnTo>
                <a:lnTo>
                  <a:pt x="919289" y="1371600"/>
                </a:lnTo>
                <a:lnTo>
                  <a:pt x="900353" y="1422400"/>
                </a:lnTo>
                <a:lnTo>
                  <a:pt x="883881" y="1460500"/>
                </a:lnTo>
                <a:lnTo>
                  <a:pt x="869886" y="1511300"/>
                </a:lnTo>
                <a:lnTo>
                  <a:pt x="858380" y="1562100"/>
                </a:lnTo>
                <a:lnTo>
                  <a:pt x="849401" y="1600200"/>
                </a:lnTo>
                <a:lnTo>
                  <a:pt x="842962" y="1651000"/>
                </a:lnTo>
                <a:lnTo>
                  <a:pt x="839076" y="1701800"/>
                </a:lnTo>
                <a:lnTo>
                  <a:pt x="837780" y="1739900"/>
                </a:lnTo>
                <a:lnTo>
                  <a:pt x="837971" y="1752600"/>
                </a:lnTo>
                <a:lnTo>
                  <a:pt x="855687" y="1752600"/>
                </a:lnTo>
                <a:lnTo>
                  <a:pt x="855484" y="1739900"/>
                </a:lnTo>
                <a:lnTo>
                  <a:pt x="856843" y="1701800"/>
                </a:lnTo>
                <a:lnTo>
                  <a:pt x="860933" y="1651000"/>
                </a:lnTo>
                <a:lnTo>
                  <a:pt x="867740" y="1600200"/>
                </a:lnTo>
                <a:lnTo>
                  <a:pt x="877239" y="1549400"/>
                </a:lnTo>
                <a:lnTo>
                  <a:pt x="889406" y="1511300"/>
                </a:lnTo>
                <a:lnTo>
                  <a:pt x="904227" y="1460500"/>
                </a:lnTo>
                <a:lnTo>
                  <a:pt x="921677" y="1409700"/>
                </a:lnTo>
                <a:lnTo>
                  <a:pt x="941730" y="1358900"/>
                </a:lnTo>
                <a:lnTo>
                  <a:pt x="964361" y="1320800"/>
                </a:lnTo>
                <a:lnTo>
                  <a:pt x="964361" y="1752600"/>
                </a:lnTo>
                <a:lnTo>
                  <a:pt x="982078" y="1752600"/>
                </a:lnTo>
                <a:lnTo>
                  <a:pt x="982078" y="1282700"/>
                </a:lnTo>
                <a:lnTo>
                  <a:pt x="1007059" y="1244600"/>
                </a:lnTo>
                <a:lnTo>
                  <a:pt x="1034211" y="1193800"/>
                </a:lnTo>
                <a:lnTo>
                  <a:pt x="1063510" y="1155700"/>
                </a:lnTo>
                <a:lnTo>
                  <a:pt x="1094955" y="1117600"/>
                </a:lnTo>
                <a:lnTo>
                  <a:pt x="1128547" y="1066800"/>
                </a:lnTo>
                <a:lnTo>
                  <a:pt x="1164259" y="1028700"/>
                </a:lnTo>
                <a:lnTo>
                  <a:pt x="1202080" y="990600"/>
                </a:lnTo>
                <a:lnTo>
                  <a:pt x="1207414" y="990600"/>
                </a:lnTo>
                <a:lnTo>
                  <a:pt x="1212824" y="977900"/>
                </a:lnTo>
                <a:lnTo>
                  <a:pt x="1472488" y="977900"/>
                </a:lnTo>
                <a:lnTo>
                  <a:pt x="1431645" y="1003300"/>
                </a:lnTo>
                <a:lnTo>
                  <a:pt x="1391551" y="1041400"/>
                </a:lnTo>
                <a:lnTo>
                  <a:pt x="1352359" y="1066800"/>
                </a:lnTo>
                <a:lnTo>
                  <a:pt x="1314208" y="1104900"/>
                </a:lnTo>
                <a:lnTo>
                  <a:pt x="1274711" y="1143000"/>
                </a:lnTo>
                <a:lnTo>
                  <a:pt x="1237957" y="1193800"/>
                </a:lnTo>
                <a:lnTo>
                  <a:pt x="1203960" y="1231900"/>
                </a:lnTo>
                <a:lnTo>
                  <a:pt x="1172756" y="1282700"/>
                </a:lnTo>
                <a:lnTo>
                  <a:pt x="1144384" y="1320800"/>
                </a:lnTo>
                <a:lnTo>
                  <a:pt x="1118857" y="1371600"/>
                </a:lnTo>
                <a:lnTo>
                  <a:pt x="1096225" y="1422400"/>
                </a:lnTo>
                <a:lnTo>
                  <a:pt x="1076502" y="1460500"/>
                </a:lnTo>
                <a:lnTo>
                  <a:pt x="1059738" y="1511300"/>
                </a:lnTo>
                <a:lnTo>
                  <a:pt x="1045946" y="1562100"/>
                </a:lnTo>
                <a:lnTo>
                  <a:pt x="1035164" y="1600200"/>
                </a:lnTo>
                <a:lnTo>
                  <a:pt x="1027430" y="1651000"/>
                </a:lnTo>
                <a:lnTo>
                  <a:pt x="1022769" y="1689100"/>
                </a:lnTo>
                <a:lnTo>
                  <a:pt x="1021207" y="1739900"/>
                </a:lnTo>
                <a:lnTo>
                  <a:pt x="1021588" y="1752600"/>
                </a:lnTo>
                <a:lnTo>
                  <a:pt x="1039380" y="1752600"/>
                </a:lnTo>
                <a:lnTo>
                  <a:pt x="1038987" y="1739900"/>
                </a:lnTo>
                <a:lnTo>
                  <a:pt x="1040498" y="1689100"/>
                </a:lnTo>
                <a:lnTo>
                  <a:pt x="1045057" y="1651000"/>
                </a:lnTo>
                <a:lnTo>
                  <a:pt x="1052626" y="1600200"/>
                </a:lnTo>
                <a:lnTo>
                  <a:pt x="1063167" y="1562100"/>
                </a:lnTo>
                <a:lnTo>
                  <a:pt x="1076680" y="1511300"/>
                </a:lnTo>
                <a:lnTo>
                  <a:pt x="1093114" y="1473200"/>
                </a:lnTo>
                <a:lnTo>
                  <a:pt x="1112456" y="1422400"/>
                </a:lnTo>
                <a:lnTo>
                  <a:pt x="1134681" y="1384300"/>
                </a:lnTo>
                <a:lnTo>
                  <a:pt x="1159738" y="1333500"/>
                </a:lnTo>
                <a:lnTo>
                  <a:pt x="1187627" y="1295400"/>
                </a:lnTo>
                <a:lnTo>
                  <a:pt x="1218298" y="1244600"/>
                </a:lnTo>
                <a:lnTo>
                  <a:pt x="1251737" y="1206500"/>
                </a:lnTo>
                <a:lnTo>
                  <a:pt x="1287919" y="1155700"/>
                </a:lnTo>
                <a:lnTo>
                  <a:pt x="1326807" y="1117600"/>
                </a:lnTo>
                <a:lnTo>
                  <a:pt x="1360855" y="1092200"/>
                </a:lnTo>
                <a:lnTo>
                  <a:pt x="1395755" y="1054100"/>
                </a:lnTo>
                <a:lnTo>
                  <a:pt x="1431391" y="1028700"/>
                </a:lnTo>
                <a:lnTo>
                  <a:pt x="1467675" y="1003300"/>
                </a:lnTo>
                <a:lnTo>
                  <a:pt x="1504505" y="977900"/>
                </a:lnTo>
                <a:lnTo>
                  <a:pt x="1946516" y="977900"/>
                </a:lnTo>
                <a:lnTo>
                  <a:pt x="1946516" y="965200"/>
                </a:lnTo>
                <a:lnTo>
                  <a:pt x="1942503" y="952500"/>
                </a:lnTo>
                <a:lnTo>
                  <a:pt x="1532737" y="952500"/>
                </a:lnTo>
                <a:lnTo>
                  <a:pt x="1578635" y="927100"/>
                </a:lnTo>
                <a:lnTo>
                  <a:pt x="1624914" y="914400"/>
                </a:lnTo>
                <a:lnTo>
                  <a:pt x="1671383" y="889000"/>
                </a:lnTo>
                <a:lnTo>
                  <a:pt x="1855774" y="838200"/>
                </a:lnTo>
                <a:lnTo>
                  <a:pt x="2048141" y="838200"/>
                </a:lnTo>
                <a:lnTo>
                  <a:pt x="2096744" y="850900"/>
                </a:lnTo>
                <a:lnTo>
                  <a:pt x="2142833" y="876300"/>
                </a:lnTo>
                <a:lnTo>
                  <a:pt x="2186101" y="889000"/>
                </a:lnTo>
                <a:lnTo>
                  <a:pt x="2226233" y="914400"/>
                </a:lnTo>
                <a:lnTo>
                  <a:pt x="2262949" y="952500"/>
                </a:lnTo>
                <a:lnTo>
                  <a:pt x="2277186" y="965200"/>
                </a:lnTo>
                <a:lnTo>
                  <a:pt x="2277186" y="939800"/>
                </a:lnTo>
                <a:lnTo>
                  <a:pt x="2275471" y="939800"/>
                </a:lnTo>
                <a:lnTo>
                  <a:pt x="2237067" y="901700"/>
                </a:lnTo>
                <a:lnTo>
                  <a:pt x="2195118" y="876300"/>
                </a:lnTo>
                <a:lnTo>
                  <a:pt x="2149983" y="850900"/>
                </a:lnTo>
                <a:lnTo>
                  <a:pt x="2102015" y="838200"/>
                </a:lnTo>
                <a:lnTo>
                  <a:pt x="2051545" y="825500"/>
                </a:lnTo>
                <a:lnTo>
                  <a:pt x="1998954" y="812800"/>
                </a:lnTo>
                <a:lnTo>
                  <a:pt x="1896706" y="812800"/>
                </a:lnTo>
                <a:lnTo>
                  <a:pt x="1847938" y="825500"/>
                </a:lnTo>
                <a:lnTo>
                  <a:pt x="1798485" y="825500"/>
                </a:lnTo>
                <a:lnTo>
                  <a:pt x="1748574" y="838200"/>
                </a:lnTo>
                <a:lnTo>
                  <a:pt x="1698409" y="863600"/>
                </a:lnTo>
                <a:lnTo>
                  <a:pt x="1648180" y="876300"/>
                </a:lnTo>
                <a:lnTo>
                  <a:pt x="1499247" y="952500"/>
                </a:lnTo>
                <a:lnTo>
                  <a:pt x="1236954" y="952500"/>
                </a:lnTo>
                <a:lnTo>
                  <a:pt x="1278674" y="914400"/>
                </a:lnTo>
                <a:lnTo>
                  <a:pt x="1321308" y="889000"/>
                </a:lnTo>
                <a:lnTo>
                  <a:pt x="1364767" y="850900"/>
                </a:lnTo>
                <a:lnTo>
                  <a:pt x="1408912" y="825500"/>
                </a:lnTo>
                <a:lnTo>
                  <a:pt x="1590179" y="723900"/>
                </a:lnTo>
                <a:lnTo>
                  <a:pt x="1636102" y="711200"/>
                </a:lnTo>
                <a:lnTo>
                  <a:pt x="1682051" y="685800"/>
                </a:lnTo>
                <a:lnTo>
                  <a:pt x="1773529" y="660400"/>
                </a:lnTo>
                <a:lnTo>
                  <a:pt x="1818830" y="660400"/>
                </a:lnTo>
                <a:lnTo>
                  <a:pt x="1863712" y="647700"/>
                </a:lnTo>
                <a:lnTo>
                  <a:pt x="2053742" y="647700"/>
                </a:lnTo>
                <a:lnTo>
                  <a:pt x="2149652" y="673100"/>
                </a:lnTo>
                <a:lnTo>
                  <a:pt x="2194852" y="685800"/>
                </a:lnTo>
                <a:lnTo>
                  <a:pt x="2237956" y="711200"/>
                </a:lnTo>
                <a:lnTo>
                  <a:pt x="2277186" y="736600"/>
                </a:lnTo>
                <a:lnTo>
                  <a:pt x="2277186" y="711200"/>
                </a:lnTo>
                <a:lnTo>
                  <a:pt x="2246325" y="698500"/>
                </a:lnTo>
                <a:lnTo>
                  <a:pt x="2201761" y="673100"/>
                </a:lnTo>
                <a:lnTo>
                  <a:pt x="2155101" y="660400"/>
                </a:lnTo>
                <a:lnTo>
                  <a:pt x="2056345" y="635000"/>
                </a:lnTo>
                <a:lnTo>
                  <a:pt x="2004656" y="635000"/>
                </a:lnTo>
                <a:lnTo>
                  <a:pt x="1951697" y="622300"/>
                </a:lnTo>
                <a:lnTo>
                  <a:pt x="1908784" y="622300"/>
                </a:lnTo>
                <a:lnTo>
                  <a:pt x="1865299" y="635000"/>
                </a:lnTo>
                <a:lnTo>
                  <a:pt x="1821332" y="635000"/>
                </a:lnTo>
                <a:lnTo>
                  <a:pt x="1776984" y="647700"/>
                </a:lnTo>
                <a:lnTo>
                  <a:pt x="1597761" y="698500"/>
                </a:lnTo>
                <a:lnTo>
                  <a:pt x="1508455" y="749300"/>
                </a:lnTo>
                <a:lnTo>
                  <a:pt x="1464221" y="762000"/>
                </a:lnTo>
                <a:lnTo>
                  <a:pt x="1420393" y="800100"/>
                </a:lnTo>
                <a:lnTo>
                  <a:pt x="1334401" y="850900"/>
                </a:lnTo>
                <a:lnTo>
                  <a:pt x="1292415" y="889000"/>
                </a:lnTo>
                <a:lnTo>
                  <a:pt x="1251229" y="927100"/>
                </a:lnTo>
                <a:lnTo>
                  <a:pt x="1210970" y="952500"/>
                </a:lnTo>
                <a:lnTo>
                  <a:pt x="1189621" y="952500"/>
                </a:lnTo>
                <a:lnTo>
                  <a:pt x="1189621" y="977900"/>
                </a:lnTo>
                <a:lnTo>
                  <a:pt x="1154645" y="1016000"/>
                </a:lnTo>
                <a:lnTo>
                  <a:pt x="1121422" y="1054100"/>
                </a:lnTo>
                <a:lnTo>
                  <a:pt x="1089977" y="1092200"/>
                </a:lnTo>
                <a:lnTo>
                  <a:pt x="1060323" y="1130300"/>
                </a:lnTo>
                <a:lnTo>
                  <a:pt x="1032459" y="1168400"/>
                </a:lnTo>
                <a:lnTo>
                  <a:pt x="1006398" y="1206500"/>
                </a:lnTo>
                <a:lnTo>
                  <a:pt x="982154" y="1244600"/>
                </a:lnTo>
                <a:lnTo>
                  <a:pt x="982154" y="1168400"/>
                </a:lnTo>
                <a:lnTo>
                  <a:pt x="990739" y="1117600"/>
                </a:lnTo>
                <a:lnTo>
                  <a:pt x="1006779" y="1066800"/>
                </a:lnTo>
                <a:lnTo>
                  <a:pt x="1036116" y="1028700"/>
                </a:lnTo>
                <a:lnTo>
                  <a:pt x="1076172" y="1003300"/>
                </a:lnTo>
                <a:lnTo>
                  <a:pt x="1124356" y="990600"/>
                </a:lnTo>
                <a:lnTo>
                  <a:pt x="1176248" y="977900"/>
                </a:lnTo>
                <a:lnTo>
                  <a:pt x="1189621" y="977900"/>
                </a:lnTo>
                <a:lnTo>
                  <a:pt x="1189621" y="952500"/>
                </a:lnTo>
                <a:lnTo>
                  <a:pt x="1116012" y="952500"/>
                </a:lnTo>
                <a:lnTo>
                  <a:pt x="1107884" y="939800"/>
                </a:lnTo>
                <a:lnTo>
                  <a:pt x="1108735" y="939800"/>
                </a:lnTo>
                <a:lnTo>
                  <a:pt x="1113142" y="927100"/>
                </a:lnTo>
                <a:lnTo>
                  <a:pt x="1153198" y="889000"/>
                </a:lnTo>
                <a:lnTo>
                  <a:pt x="1193990" y="850900"/>
                </a:lnTo>
                <a:lnTo>
                  <a:pt x="1235456" y="812800"/>
                </a:lnTo>
                <a:lnTo>
                  <a:pt x="1277531" y="787400"/>
                </a:lnTo>
                <a:lnTo>
                  <a:pt x="1320139" y="749300"/>
                </a:lnTo>
                <a:lnTo>
                  <a:pt x="1363218" y="723900"/>
                </a:lnTo>
                <a:lnTo>
                  <a:pt x="1627771" y="571500"/>
                </a:lnTo>
                <a:lnTo>
                  <a:pt x="1892236" y="495300"/>
                </a:lnTo>
                <a:lnTo>
                  <a:pt x="1935276" y="495300"/>
                </a:lnTo>
                <a:lnTo>
                  <a:pt x="1977847" y="482600"/>
                </a:lnTo>
                <a:lnTo>
                  <a:pt x="2114867" y="482600"/>
                </a:lnTo>
                <a:lnTo>
                  <a:pt x="2167102" y="495300"/>
                </a:lnTo>
                <a:lnTo>
                  <a:pt x="2217839" y="495300"/>
                </a:lnTo>
                <a:lnTo>
                  <a:pt x="2266950" y="508000"/>
                </a:lnTo>
                <a:lnTo>
                  <a:pt x="2277186" y="508000"/>
                </a:lnTo>
                <a:lnTo>
                  <a:pt x="2277186" y="495300"/>
                </a:lnTo>
                <a:lnTo>
                  <a:pt x="2271877" y="495300"/>
                </a:lnTo>
                <a:lnTo>
                  <a:pt x="2169477" y="469900"/>
                </a:lnTo>
                <a:lnTo>
                  <a:pt x="1932990" y="469900"/>
                </a:lnTo>
                <a:lnTo>
                  <a:pt x="1889226" y="482600"/>
                </a:lnTo>
                <a:lnTo>
                  <a:pt x="1845068" y="495300"/>
                </a:lnTo>
                <a:lnTo>
                  <a:pt x="1800606" y="495300"/>
                </a:lnTo>
                <a:lnTo>
                  <a:pt x="1710994" y="520700"/>
                </a:lnTo>
                <a:lnTo>
                  <a:pt x="1665986" y="546100"/>
                </a:lnTo>
                <a:lnTo>
                  <a:pt x="1620926" y="558800"/>
                </a:lnTo>
                <a:lnTo>
                  <a:pt x="1575879" y="584200"/>
                </a:lnTo>
                <a:lnTo>
                  <a:pt x="1530921" y="596900"/>
                </a:lnTo>
                <a:lnTo>
                  <a:pt x="1397228" y="673100"/>
                </a:lnTo>
                <a:lnTo>
                  <a:pt x="1353273" y="711200"/>
                </a:lnTo>
                <a:lnTo>
                  <a:pt x="1309725" y="736600"/>
                </a:lnTo>
                <a:lnTo>
                  <a:pt x="1266672" y="774700"/>
                </a:lnTo>
                <a:lnTo>
                  <a:pt x="1224165" y="800100"/>
                </a:lnTo>
                <a:lnTo>
                  <a:pt x="1182281" y="838200"/>
                </a:lnTo>
                <a:lnTo>
                  <a:pt x="1141082" y="876300"/>
                </a:lnTo>
                <a:lnTo>
                  <a:pt x="1100620" y="914400"/>
                </a:lnTo>
                <a:lnTo>
                  <a:pt x="1096010" y="927100"/>
                </a:lnTo>
                <a:lnTo>
                  <a:pt x="1091425" y="927100"/>
                </a:lnTo>
                <a:lnTo>
                  <a:pt x="1082294" y="939800"/>
                </a:lnTo>
                <a:lnTo>
                  <a:pt x="1074737" y="927100"/>
                </a:lnTo>
                <a:lnTo>
                  <a:pt x="1060335" y="927100"/>
                </a:lnTo>
                <a:lnTo>
                  <a:pt x="1053528" y="914400"/>
                </a:lnTo>
                <a:lnTo>
                  <a:pt x="1059180" y="914400"/>
                </a:lnTo>
                <a:lnTo>
                  <a:pt x="1064882" y="901700"/>
                </a:lnTo>
                <a:lnTo>
                  <a:pt x="1076413" y="901700"/>
                </a:lnTo>
                <a:lnTo>
                  <a:pt x="1113815" y="863600"/>
                </a:lnTo>
                <a:lnTo>
                  <a:pt x="1151788" y="825500"/>
                </a:lnTo>
                <a:lnTo>
                  <a:pt x="1190320" y="787400"/>
                </a:lnTo>
                <a:lnTo>
                  <a:pt x="1229372" y="762000"/>
                </a:lnTo>
                <a:lnTo>
                  <a:pt x="1268907" y="723900"/>
                </a:lnTo>
                <a:lnTo>
                  <a:pt x="1349286" y="673100"/>
                </a:lnTo>
                <a:lnTo>
                  <a:pt x="1390065" y="635000"/>
                </a:lnTo>
                <a:lnTo>
                  <a:pt x="1431201" y="609600"/>
                </a:lnTo>
                <a:lnTo>
                  <a:pt x="1445272" y="609600"/>
                </a:lnTo>
                <a:lnTo>
                  <a:pt x="1459039" y="596900"/>
                </a:lnTo>
                <a:lnTo>
                  <a:pt x="1466075" y="596900"/>
                </a:lnTo>
                <a:lnTo>
                  <a:pt x="1513624" y="558800"/>
                </a:lnTo>
                <a:lnTo>
                  <a:pt x="1561465" y="533400"/>
                </a:lnTo>
                <a:lnTo>
                  <a:pt x="1609559" y="520700"/>
                </a:lnTo>
                <a:lnTo>
                  <a:pt x="1657845" y="495300"/>
                </a:lnTo>
                <a:lnTo>
                  <a:pt x="1709953" y="469900"/>
                </a:lnTo>
                <a:lnTo>
                  <a:pt x="1762010" y="457200"/>
                </a:lnTo>
                <a:lnTo>
                  <a:pt x="1813915" y="431800"/>
                </a:lnTo>
                <a:lnTo>
                  <a:pt x="1967992" y="393700"/>
                </a:lnTo>
                <a:lnTo>
                  <a:pt x="2018512" y="393700"/>
                </a:lnTo>
                <a:lnTo>
                  <a:pt x="2068487" y="381000"/>
                </a:lnTo>
                <a:lnTo>
                  <a:pt x="2277186" y="381000"/>
                </a:lnTo>
                <a:lnTo>
                  <a:pt x="2277186" y="368300"/>
                </a:lnTo>
                <a:lnTo>
                  <a:pt x="2218969" y="368300"/>
                </a:lnTo>
                <a:lnTo>
                  <a:pt x="2166442" y="355600"/>
                </a:lnTo>
                <a:lnTo>
                  <a:pt x="2277186" y="355600"/>
                </a:lnTo>
                <a:lnTo>
                  <a:pt x="2277186" y="330200"/>
                </a:lnTo>
                <a:close/>
              </a:path>
              <a:path w="2277744" h="1752600">
                <a:moveTo>
                  <a:pt x="2277186" y="146494"/>
                </a:moveTo>
                <a:lnTo>
                  <a:pt x="2216099" y="131978"/>
                </a:lnTo>
                <a:lnTo>
                  <a:pt x="2177834" y="93713"/>
                </a:lnTo>
                <a:lnTo>
                  <a:pt x="2159406" y="8890"/>
                </a:lnTo>
                <a:lnTo>
                  <a:pt x="2149818" y="67119"/>
                </a:lnTo>
                <a:lnTo>
                  <a:pt x="2124799" y="115798"/>
                </a:lnTo>
                <a:lnTo>
                  <a:pt x="2076119" y="140817"/>
                </a:lnTo>
                <a:lnTo>
                  <a:pt x="2017890" y="150406"/>
                </a:lnTo>
                <a:lnTo>
                  <a:pt x="2076119" y="159994"/>
                </a:lnTo>
                <a:lnTo>
                  <a:pt x="2124799" y="185013"/>
                </a:lnTo>
                <a:lnTo>
                  <a:pt x="2149818" y="233692"/>
                </a:lnTo>
                <a:lnTo>
                  <a:pt x="2159406" y="291922"/>
                </a:lnTo>
                <a:lnTo>
                  <a:pt x="2168995" y="233692"/>
                </a:lnTo>
                <a:lnTo>
                  <a:pt x="2194014" y="185013"/>
                </a:lnTo>
                <a:lnTo>
                  <a:pt x="2242693" y="159994"/>
                </a:lnTo>
                <a:lnTo>
                  <a:pt x="2277186" y="154317"/>
                </a:lnTo>
                <a:lnTo>
                  <a:pt x="2277186" y="146494"/>
                </a:lnTo>
                <a:close/>
              </a:path>
            </a:pathLst>
          </a:custGeom>
          <a:solidFill>
            <a:srgbClr val="FF8F4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619384" y="9055426"/>
            <a:ext cx="195332" cy="19533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19649" y="8534224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4"/>
                </a:moveTo>
                <a:lnTo>
                  <a:pt x="845310" y="181357"/>
                </a:lnTo>
                <a:lnTo>
                  <a:pt x="787671" y="172323"/>
                </a:lnTo>
                <a:lnTo>
                  <a:pt x="738219" y="158730"/>
                </a:lnTo>
                <a:lnTo>
                  <a:pt x="695009" y="141774"/>
                </a:lnTo>
                <a:lnTo>
                  <a:pt x="656097" y="12265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20" y="26518"/>
                </a:lnTo>
                <a:lnTo>
                  <a:pt x="217889" y="34948"/>
                </a:lnTo>
                <a:lnTo>
                  <a:pt x="170861" y="47772"/>
                </a:lnTo>
                <a:lnTo>
                  <a:pt x="129517" y="63986"/>
                </a:lnTo>
                <a:lnTo>
                  <a:pt x="91737" y="82584"/>
                </a:lnTo>
                <a:lnTo>
                  <a:pt x="55404" y="102563"/>
                </a:lnTo>
                <a:lnTo>
                  <a:pt x="46458" y="107567"/>
                </a:lnTo>
                <a:lnTo>
                  <a:pt x="37381" y="112607"/>
                </a:lnTo>
                <a:lnTo>
                  <a:pt x="28191" y="117638"/>
                </a:lnTo>
                <a:lnTo>
                  <a:pt x="18911" y="122615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04"/>
                </a:lnTo>
                <a:lnTo>
                  <a:pt x="2185" y="104902"/>
                </a:lnTo>
                <a:lnTo>
                  <a:pt x="7917" y="101868"/>
                </a:lnTo>
                <a:lnTo>
                  <a:pt x="17035" y="96971"/>
                </a:lnTo>
                <a:lnTo>
                  <a:pt x="26098" y="92006"/>
                </a:lnTo>
                <a:lnTo>
                  <a:pt x="35074" y="87022"/>
                </a:lnTo>
                <a:lnTo>
                  <a:pt x="43931" y="82070"/>
                </a:lnTo>
                <a:lnTo>
                  <a:pt x="80491" y="61982"/>
                </a:lnTo>
                <a:lnTo>
                  <a:pt x="119404" y="42861"/>
                </a:lnTo>
                <a:lnTo>
                  <a:pt x="162613" y="25905"/>
                </a:lnTo>
                <a:lnTo>
                  <a:pt x="212065" y="12311"/>
                </a:lnTo>
                <a:lnTo>
                  <a:pt x="269703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1"/>
                </a:lnTo>
                <a:lnTo>
                  <a:pt x="512329" y="25905"/>
                </a:lnTo>
                <a:lnTo>
                  <a:pt x="555539" y="42861"/>
                </a:lnTo>
                <a:lnTo>
                  <a:pt x="594450" y="61982"/>
                </a:lnTo>
                <a:lnTo>
                  <a:pt x="667339" y="102046"/>
                </a:lnTo>
                <a:lnTo>
                  <a:pt x="705119" y="120642"/>
                </a:lnTo>
                <a:lnTo>
                  <a:pt x="746466" y="136855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2" y="149679"/>
                </a:lnTo>
                <a:lnTo>
                  <a:pt x="1079689" y="136855"/>
                </a:lnTo>
                <a:lnTo>
                  <a:pt x="1121032" y="120642"/>
                </a:lnTo>
                <a:lnTo>
                  <a:pt x="1158809" y="102046"/>
                </a:lnTo>
                <a:lnTo>
                  <a:pt x="1195138" y="82070"/>
                </a:lnTo>
                <a:lnTo>
                  <a:pt x="1203336" y="77484"/>
                </a:lnTo>
                <a:lnTo>
                  <a:pt x="1211648" y="72860"/>
                </a:lnTo>
                <a:lnTo>
                  <a:pt x="1220052" y="68239"/>
                </a:lnTo>
                <a:lnTo>
                  <a:pt x="1228526" y="63661"/>
                </a:lnTo>
                <a:lnTo>
                  <a:pt x="1234252" y="60605"/>
                </a:lnTo>
                <a:lnTo>
                  <a:pt x="1241363" y="62769"/>
                </a:lnTo>
                <a:lnTo>
                  <a:pt x="1244409" y="68486"/>
                </a:lnTo>
                <a:lnTo>
                  <a:pt x="1247471" y="74211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7" y="88882"/>
                </a:lnTo>
                <a:lnTo>
                  <a:pt x="1222960" y="93446"/>
                </a:lnTo>
                <a:lnTo>
                  <a:pt x="1214735" y="98022"/>
                </a:lnTo>
                <a:lnTo>
                  <a:pt x="1206614" y="102563"/>
                </a:lnTo>
                <a:lnTo>
                  <a:pt x="1170053" y="122653"/>
                </a:lnTo>
                <a:lnTo>
                  <a:pt x="1131141" y="141774"/>
                </a:lnTo>
                <a:lnTo>
                  <a:pt x="1087933" y="158730"/>
                </a:lnTo>
                <a:lnTo>
                  <a:pt x="1038483" y="172323"/>
                </a:lnTo>
                <a:lnTo>
                  <a:pt x="980848" y="181357"/>
                </a:lnTo>
                <a:lnTo>
                  <a:pt x="913083" y="184634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519649" y="8774812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3"/>
                </a:lnTo>
                <a:lnTo>
                  <a:pt x="787671" y="172319"/>
                </a:lnTo>
                <a:lnTo>
                  <a:pt x="738219" y="158725"/>
                </a:lnTo>
                <a:lnTo>
                  <a:pt x="695009" y="141769"/>
                </a:lnTo>
                <a:lnTo>
                  <a:pt x="656097" y="122649"/>
                </a:lnTo>
                <a:lnTo>
                  <a:pt x="619536" y="10256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48"/>
                </a:lnTo>
                <a:lnTo>
                  <a:pt x="170856" y="47772"/>
                </a:lnTo>
                <a:lnTo>
                  <a:pt x="129511" y="63986"/>
                </a:lnTo>
                <a:lnTo>
                  <a:pt x="91732" y="82584"/>
                </a:lnTo>
                <a:lnTo>
                  <a:pt x="55401" y="102563"/>
                </a:lnTo>
                <a:lnTo>
                  <a:pt x="46454" y="107563"/>
                </a:lnTo>
                <a:lnTo>
                  <a:pt x="37377" y="112603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64"/>
                </a:lnTo>
                <a:lnTo>
                  <a:pt x="0" y="112004"/>
                </a:lnTo>
                <a:lnTo>
                  <a:pt x="2185" y="104896"/>
                </a:lnTo>
                <a:lnTo>
                  <a:pt x="7917" y="101868"/>
                </a:lnTo>
                <a:lnTo>
                  <a:pt x="17034" y="96972"/>
                </a:lnTo>
                <a:lnTo>
                  <a:pt x="26095" y="92006"/>
                </a:lnTo>
                <a:lnTo>
                  <a:pt x="35068" y="87020"/>
                </a:lnTo>
                <a:lnTo>
                  <a:pt x="43922" y="82064"/>
                </a:lnTo>
                <a:lnTo>
                  <a:pt x="80482" y="61975"/>
                </a:lnTo>
                <a:lnTo>
                  <a:pt x="119396" y="42855"/>
                </a:lnTo>
                <a:lnTo>
                  <a:pt x="162607" y="25901"/>
                </a:lnTo>
                <a:lnTo>
                  <a:pt x="212060" y="12309"/>
                </a:lnTo>
                <a:lnTo>
                  <a:pt x="269700" y="3276"/>
                </a:lnTo>
                <a:lnTo>
                  <a:pt x="337472" y="0"/>
                </a:lnTo>
                <a:lnTo>
                  <a:pt x="405240" y="3276"/>
                </a:lnTo>
                <a:lnTo>
                  <a:pt x="462878" y="12309"/>
                </a:lnTo>
                <a:lnTo>
                  <a:pt x="512329" y="25901"/>
                </a:lnTo>
                <a:lnTo>
                  <a:pt x="555539" y="42855"/>
                </a:lnTo>
                <a:lnTo>
                  <a:pt x="594450" y="61975"/>
                </a:lnTo>
                <a:lnTo>
                  <a:pt x="667339" y="102042"/>
                </a:lnTo>
                <a:lnTo>
                  <a:pt x="705119" y="120639"/>
                </a:lnTo>
                <a:lnTo>
                  <a:pt x="746466" y="136851"/>
                </a:lnTo>
                <a:lnTo>
                  <a:pt x="793497" y="149674"/>
                </a:lnTo>
                <a:lnTo>
                  <a:pt x="848330" y="158104"/>
                </a:lnTo>
                <a:lnTo>
                  <a:pt x="913083" y="161137"/>
                </a:lnTo>
                <a:lnTo>
                  <a:pt x="977832" y="158104"/>
                </a:lnTo>
                <a:lnTo>
                  <a:pt x="1032662" y="149673"/>
                </a:lnTo>
                <a:lnTo>
                  <a:pt x="1079689" y="136849"/>
                </a:lnTo>
                <a:lnTo>
                  <a:pt x="1121032" y="120636"/>
                </a:lnTo>
                <a:lnTo>
                  <a:pt x="1158809" y="102040"/>
                </a:lnTo>
                <a:lnTo>
                  <a:pt x="1195138" y="82064"/>
                </a:lnTo>
                <a:lnTo>
                  <a:pt x="1203336" y="77478"/>
                </a:lnTo>
                <a:lnTo>
                  <a:pt x="1211648" y="72856"/>
                </a:lnTo>
                <a:lnTo>
                  <a:pt x="1220052" y="68238"/>
                </a:lnTo>
                <a:lnTo>
                  <a:pt x="1228526" y="63661"/>
                </a:lnTo>
                <a:lnTo>
                  <a:pt x="1234252" y="60599"/>
                </a:lnTo>
                <a:lnTo>
                  <a:pt x="1241363" y="62760"/>
                </a:lnTo>
                <a:lnTo>
                  <a:pt x="1244409" y="68477"/>
                </a:lnTo>
                <a:lnTo>
                  <a:pt x="1247471" y="74202"/>
                </a:lnTo>
                <a:lnTo>
                  <a:pt x="1245310" y="81313"/>
                </a:lnTo>
                <a:lnTo>
                  <a:pt x="1239594" y="84378"/>
                </a:lnTo>
                <a:lnTo>
                  <a:pt x="1231257" y="88882"/>
                </a:lnTo>
                <a:lnTo>
                  <a:pt x="1222960" y="93443"/>
                </a:lnTo>
                <a:lnTo>
                  <a:pt x="1214735" y="98019"/>
                </a:lnTo>
                <a:lnTo>
                  <a:pt x="1206614" y="102563"/>
                </a:lnTo>
                <a:lnTo>
                  <a:pt x="1170053" y="122649"/>
                </a:lnTo>
                <a:lnTo>
                  <a:pt x="1131141" y="141769"/>
                </a:lnTo>
                <a:lnTo>
                  <a:pt x="1087933" y="158725"/>
                </a:lnTo>
                <a:lnTo>
                  <a:pt x="1038483" y="172319"/>
                </a:lnTo>
                <a:lnTo>
                  <a:pt x="980848" y="181353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519649" y="9015391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7"/>
                </a:moveTo>
                <a:lnTo>
                  <a:pt x="845310" y="181359"/>
                </a:lnTo>
                <a:lnTo>
                  <a:pt x="787671" y="172324"/>
                </a:lnTo>
                <a:lnTo>
                  <a:pt x="738219" y="158730"/>
                </a:lnTo>
                <a:lnTo>
                  <a:pt x="695009" y="141772"/>
                </a:lnTo>
                <a:lnTo>
                  <a:pt x="656097" y="122650"/>
                </a:lnTo>
                <a:lnTo>
                  <a:pt x="583205" y="82586"/>
                </a:lnTo>
                <a:lnTo>
                  <a:pt x="545427" y="63990"/>
                </a:lnTo>
                <a:lnTo>
                  <a:pt x="504083" y="47778"/>
                </a:lnTo>
                <a:lnTo>
                  <a:pt x="457055" y="34955"/>
                </a:lnTo>
                <a:lnTo>
                  <a:pt x="402224" y="26524"/>
                </a:lnTo>
                <a:lnTo>
                  <a:pt x="337472" y="23490"/>
                </a:lnTo>
                <a:lnTo>
                  <a:pt x="272718" y="26524"/>
                </a:lnTo>
                <a:lnTo>
                  <a:pt x="217886" y="34955"/>
                </a:lnTo>
                <a:lnTo>
                  <a:pt x="170856" y="47780"/>
                </a:lnTo>
                <a:lnTo>
                  <a:pt x="129511" y="63993"/>
                </a:lnTo>
                <a:lnTo>
                  <a:pt x="91732" y="82591"/>
                </a:lnTo>
                <a:lnTo>
                  <a:pt x="55401" y="102570"/>
                </a:lnTo>
                <a:lnTo>
                  <a:pt x="46454" y="107572"/>
                </a:lnTo>
                <a:lnTo>
                  <a:pt x="37377" y="112612"/>
                </a:lnTo>
                <a:lnTo>
                  <a:pt x="28189" y="117643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899"/>
                </a:lnTo>
                <a:lnTo>
                  <a:pt x="7917" y="101862"/>
                </a:lnTo>
                <a:lnTo>
                  <a:pt x="17034" y="96971"/>
                </a:lnTo>
                <a:lnTo>
                  <a:pt x="26095" y="92009"/>
                </a:lnTo>
                <a:lnTo>
                  <a:pt x="35068" y="87026"/>
                </a:lnTo>
                <a:lnTo>
                  <a:pt x="43922" y="82073"/>
                </a:lnTo>
                <a:lnTo>
                  <a:pt x="80482" y="61985"/>
                </a:lnTo>
                <a:lnTo>
                  <a:pt x="119396" y="42863"/>
                </a:lnTo>
                <a:lnTo>
                  <a:pt x="162607" y="25907"/>
                </a:lnTo>
                <a:lnTo>
                  <a:pt x="212060" y="12312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2"/>
                </a:lnTo>
                <a:lnTo>
                  <a:pt x="512329" y="25906"/>
                </a:lnTo>
                <a:lnTo>
                  <a:pt x="555539" y="42862"/>
                </a:lnTo>
                <a:lnTo>
                  <a:pt x="594450" y="61981"/>
                </a:lnTo>
                <a:lnTo>
                  <a:pt x="667339" y="102045"/>
                </a:lnTo>
                <a:lnTo>
                  <a:pt x="705119" y="120643"/>
                </a:lnTo>
                <a:lnTo>
                  <a:pt x="746466" y="136856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0" y="149679"/>
                </a:lnTo>
                <a:lnTo>
                  <a:pt x="1079686" y="136856"/>
                </a:lnTo>
                <a:lnTo>
                  <a:pt x="1121028" y="120643"/>
                </a:lnTo>
                <a:lnTo>
                  <a:pt x="1158806" y="102045"/>
                </a:lnTo>
                <a:lnTo>
                  <a:pt x="1195138" y="82067"/>
                </a:lnTo>
                <a:lnTo>
                  <a:pt x="1203335" y="77485"/>
                </a:lnTo>
                <a:lnTo>
                  <a:pt x="1211645" y="72864"/>
                </a:lnTo>
                <a:lnTo>
                  <a:pt x="1220048" y="68243"/>
                </a:lnTo>
                <a:lnTo>
                  <a:pt x="1228526" y="63664"/>
                </a:lnTo>
                <a:lnTo>
                  <a:pt x="1234252" y="60605"/>
                </a:lnTo>
                <a:lnTo>
                  <a:pt x="1241363" y="62763"/>
                </a:lnTo>
                <a:lnTo>
                  <a:pt x="1244409" y="68483"/>
                </a:lnTo>
                <a:lnTo>
                  <a:pt x="1247471" y="74202"/>
                </a:lnTo>
                <a:lnTo>
                  <a:pt x="1245310" y="81322"/>
                </a:lnTo>
                <a:lnTo>
                  <a:pt x="1239594" y="84381"/>
                </a:lnTo>
                <a:lnTo>
                  <a:pt x="1231255" y="88885"/>
                </a:lnTo>
                <a:lnTo>
                  <a:pt x="1222956" y="93447"/>
                </a:lnTo>
                <a:lnTo>
                  <a:pt x="1214729" y="98020"/>
                </a:lnTo>
                <a:lnTo>
                  <a:pt x="1206607" y="102560"/>
                </a:lnTo>
                <a:lnTo>
                  <a:pt x="1170049" y="122650"/>
                </a:lnTo>
                <a:lnTo>
                  <a:pt x="1131139" y="141772"/>
                </a:lnTo>
                <a:lnTo>
                  <a:pt x="1087932" y="158730"/>
                </a:lnTo>
                <a:lnTo>
                  <a:pt x="1038483" y="172324"/>
                </a:lnTo>
                <a:lnTo>
                  <a:pt x="980848" y="181359"/>
                </a:lnTo>
                <a:lnTo>
                  <a:pt x="913083" y="184637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519649" y="9255976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4"/>
                </a:lnTo>
                <a:lnTo>
                  <a:pt x="787671" y="172320"/>
                </a:lnTo>
                <a:lnTo>
                  <a:pt x="738219" y="158727"/>
                </a:lnTo>
                <a:lnTo>
                  <a:pt x="695009" y="141772"/>
                </a:lnTo>
                <a:lnTo>
                  <a:pt x="656097" y="122651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50"/>
                </a:lnTo>
                <a:lnTo>
                  <a:pt x="170856" y="47776"/>
                </a:lnTo>
                <a:lnTo>
                  <a:pt x="129511" y="63990"/>
                </a:lnTo>
                <a:lnTo>
                  <a:pt x="91732" y="82587"/>
                </a:lnTo>
                <a:lnTo>
                  <a:pt x="55401" y="102563"/>
                </a:lnTo>
                <a:lnTo>
                  <a:pt x="46454" y="107564"/>
                </a:lnTo>
                <a:lnTo>
                  <a:pt x="37377" y="112605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5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902"/>
                </a:lnTo>
                <a:lnTo>
                  <a:pt x="7917" y="101865"/>
                </a:lnTo>
                <a:lnTo>
                  <a:pt x="17034" y="96969"/>
                </a:lnTo>
                <a:lnTo>
                  <a:pt x="26095" y="92004"/>
                </a:lnTo>
                <a:lnTo>
                  <a:pt x="35068" y="87020"/>
                </a:lnTo>
                <a:lnTo>
                  <a:pt x="43922" y="82067"/>
                </a:lnTo>
                <a:lnTo>
                  <a:pt x="80482" y="61978"/>
                </a:lnTo>
                <a:lnTo>
                  <a:pt x="119396" y="42858"/>
                </a:lnTo>
                <a:lnTo>
                  <a:pt x="162607" y="25903"/>
                </a:lnTo>
                <a:lnTo>
                  <a:pt x="212060" y="12310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0"/>
                </a:lnTo>
                <a:lnTo>
                  <a:pt x="512329" y="25903"/>
                </a:lnTo>
                <a:lnTo>
                  <a:pt x="555539" y="42858"/>
                </a:lnTo>
                <a:lnTo>
                  <a:pt x="594450" y="61978"/>
                </a:lnTo>
                <a:lnTo>
                  <a:pt x="667339" y="102043"/>
                </a:lnTo>
                <a:lnTo>
                  <a:pt x="705119" y="120641"/>
                </a:lnTo>
                <a:lnTo>
                  <a:pt x="746466" y="136855"/>
                </a:lnTo>
                <a:lnTo>
                  <a:pt x="793497" y="149680"/>
                </a:lnTo>
                <a:lnTo>
                  <a:pt x="848330" y="158112"/>
                </a:lnTo>
                <a:lnTo>
                  <a:pt x="913083" y="161146"/>
                </a:lnTo>
                <a:lnTo>
                  <a:pt x="977832" y="158112"/>
                </a:lnTo>
                <a:lnTo>
                  <a:pt x="1032660" y="149680"/>
                </a:lnTo>
                <a:lnTo>
                  <a:pt x="1079686" y="136855"/>
                </a:lnTo>
                <a:lnTo>
                  <a:pt x="1121028" y="120641"/>
                </a:lnTo>
                <a:lnTo>
                  <a:pt x="1158806" y="102043"/>
                </a:lnTo>
                <a:lnTo>
                  <a:pt x="1195138" y="82067"/>
                </a:lnTo>
                <a:lnTo>
                  <a:pt x="1203335" y="77481"/>
                </a:lnTo>
                <a:lnTo>
                  <a:pt x="1211645" y="72858"/>
                </a:lnTo>
                <a:lnTo>
                  <a:pt x="1220048" y="68237"/>
                </a:lnTo>
                <a:lnTo>
                  <a:pt x="1228526" y="63658"/>
                </a:lnTo>
                <a:lnTo>
                  <a:pt x="1234252" y="60599"/>
                </a:lnTo>
                <a:lnTo>
                  <a:pt x="1241363" y="62763"/>
                </a:lnTo>
                <a:lnTo>
                  <a:pt x="1247471" y="74205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5" y="88879"/>
                </a:lnTo>
                <a:lnTo>
                  <a:pt x="1222956" y="93442"/>
                </a:lnTo>
                <a:lnTo>
                  <a:pt x="1214729" y="98018"/>
                </a:lnTo>
                <a:lnTo>
                  <a:pt x="1206607" y="102563"/>
                </a:lnTo>
                <a:lnTo>
                  <a:pt x="1170049" y="122651"/>
                </a:lnTo>
                <a:lnTo>
                  <a:pt x="1131139" y="141772"/>
                </a:lnTo>
                <a:lnTo>
                  <a:pt x="1087932" y="158727"/>
                </a:lnTo>
                <a:lnTo>
                  <a:pt x="1038483" y="172320"/>
                </a:lnTo>
                <a:lnTo>
                  <a:pt x="980848" y="181354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388305" y="4317312"/>
            <a:ext cx="419100" cy="541655"/>
          </a:xfrm>
          <a:custGeom>
            <a:avLst/>
            <a:gdLst/>
            <a:ahLst/>
            <a:cxnLst/>
            <a:rect l="l" t="t" r="r" b="b"/>
            <a:pathLst>
              <a:path w="419100" h="541654">
                <a:moveTo>
                  <a:pt x="212174" y="541580"/>
                </a:moveTo>
                <a:lnTo>
                  <a:pt x="197046" y="340526"/>
                </a:lnTo>
                <a:lnTo>
                  <a:pt x="179272" y="304928"/>
                </a:lnTo>
                <a:lnTo>
                  <a:pt x="143838" y="286831"/>
                </a:lnTo>
                <a:lnTo>
                  <a:pt x="0" y="270790"/>
                </a:lnTo>
                <a:lnTo>
                  <a:pt x="143836" y="254748"/>
                </a:lnTo>
                <a:lnTo>
                  <a:pt x="179272" y="236652"/>
                </a:lnTo>
                <a:lnTo>
                  <a:pt x="197045" y="201053"/>
                </a:lnTo>
                <a:lnTo>
                  <a:pt x="212173" y="0"/>
                </a:lnTo>
                <a:lnTo>
                  <a:pt x="226410" y="202243"/>
                </a:lnTo>
                <a:lnTo>
                  <a:pt x="244341" y="238397"/>
                </a:lnTo>
                <a:lnTo>
                  <a:pt x="280404" y="256510"/>
                </a:lnTo>
                <a:lnTo>
                  <a:pt x="419100" y="270385"/>
                </a:lnTo>
                <a:lnTo>
                  <a:pt x="419100" y="271191"/>
                </a:lnTo>
                <a:lnTo>
                  <a:pt x="280404" y="285069"/>
                </a:lnTo>
                <a:lnTo>
                  <a:pt x="244341" y="303182"/>
                </a:lnTo>
                <a:lnTo>
                  <a:pt x="226410" y="339336"/>
                </a:lnTo>
                <a:lnTo>
                  <a:pt x="212174" y="541580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15997" y="542550"/>
            <a:ext cx="11656005" cy="1913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50" b="1" i="0" u="sng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8801" y="3257370"/>
            <a:ext cx="7519670" cy="2131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250" b="1" i="0">
                <a:solidFill>
                  <a:srgbClr val="FF8F42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93833" y="2717007"/>
            <a:ext cx="1983739" cy="46228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none" sz="2850" spc="250">
                <a:solidFill>
                  <a:srgbClr val="2A0000"/>
                </a:solidFill>
              </a:rPr>
              <a:t>PRESENTS</a:t>
            </a:r>
            <a:endParaRPr sz="28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03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80"/>
              </a:spcBef>
            </a:pPr>
            <a:r>
              <a:rPr dirty="0" spc="295"/>
              <a:t>F</a:t>
            </a:r>
            <a:r>
              <a:rPr dirty="0" spc="330"/>
              <a:t>I</a:t>
            </a:r>
            <a:r>
              <a:rPr dirty="0" spc="25"/>
              <a:t>N</a:t>
            </a:r>
            <a:r>
              <a:rPr dirty="0" spc="295"/>
              <a:t>T</a:t>
            </a:r>
            <a:r>
              <a:rPr dirty="0" spc="305"/>
              <a:t>E</a:t>
            </a:r>
            <a:r>
              <a:rPr dirty="0" spc="350"/>
              <a:t>C</a:t>
            </a:r>
            <a:r>
              <a:rPr dirty="0" spc="180"/>
              <a:t>H</a:t>
            </a:r>
            <a:r>
              <a:rPr dirty="0" spc="65"/>
              <a:t>S</a:t>
            </a:r>
            <a:r>
              <a:rPr dirty="0" spc="295"/>
              <a:t>T</a:t>
            </a:r>
            <a:r>
              <a:rPr dirty="0" spc="90"/>
              <a:t>I</a:t>
            </a:r>
            <a:r>
              <a:rPr dirty="0" spc="350"/>
              <a:t>C</a:t>
            </a:r>
            <a:r>
              <a:rPr dirty="0" spc="550"/>
              <a:t>O</a:t>
            </a: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2700" spc="-220" b="0">
                <a:solidFill>
                  <a:srgbClr val="2A0000"/>
                </a:solidFill>
                <a:latin typeface="Verdana"/>
                <a:cs typeface="Verdana"/>
              </a:rPr>
              <a:t>THE</a:t>
            </a:r>
            <a:r>
              <a:rPr dirty="0" sz="2700" spc="-204" b="0">
                <a:solidFill>
                  <a:srgbClr val="2A0000"/>
                </a:solidFill>
                <a:latin typeface="Verdana"/>
                <a:cs typeface="Verdana"/>
              </a:rPr>
              <a:t> </a:t>
            </a:r>
            <a:r>
              <a:rPr dirty="0" sz="2700" spc="-155" b="0">
                <a:solidFill>
                  <a:srgbClr val="2A0000"/>
                </a:solidFill>
                <a:latin typeface="Verdana"/>
                <a:cs typeface="Verdana"/>
              </a:rPr>
              <a:t>FINTECH</a:t>
            </a:r>
            <a:r>
              <a:rPr dirty="0" sz="2700" spc="-204" b="0">
                <a:solidFill>
                  <a:srgbClr val="2A0000"/>
                </a:solidFill>
                <a:latin typeface="Verdana"/>
                <a:cs typeface="Verdana"/>
              </a:rPr>
              <a:t> </a:t>
            </a:r>
            <a:r>
              <a:rPr dirty="0" sz="2700" spc="-10" b="0">
                <a:solidFill>
                  <a:srgbClr val="2A0000"/>
                </a:solidFill>
                <a:latin typeface="Verdana"/>
                <a:cs typeface="Verdana"/>
              </a:rPr>
              <a:t>HACKATHON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334040" y="2153093"/>
            <a:ext cx="11620500" cy="24130"/>
          </a:xfrm>
          <a:custGeom>
            <a:avLst/>
            <a:gdLst/>
            <a:ahLst/>
            <a:cxnLst/>
            <a:rect l="l" t="t" r="r" b="b"/>
            <a:pathLst>
              <a:path w="11620500" h="24130">
                <a:moveTo>
                  <a:pt x="0" y="23812"/>
                </a:moveTo>
                <a:lnTo>
                  <a:pt x="11619919" y="0"/>
                </a:lnTo>
              </a:path>
            </a:pathLst>
          </a:custGeom>
          <a:ln w="9525">
            <a:solidFill>
              <a:srgbClr val="2A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824230">
              <a:lnSpc>
                <a:spcPct val="100000"/>
              </a:lnSpc>
              <a:spcBef>
                <a:spcPts val="125"/>
              </a:spcBef>
            </a:pPr>
            <a:r>
              <a:rPr dirty="0" u="none" spc="330"/>
              <a:t>Problem</a:t>
            </a:r>
            <a:r>
              <a:rPr dirty="0" u="none" spc="-860"/>
              <a:t> </a:t>
            </a:r>
            <a:r>
              <a:rPr dirty="0" u="none" spc="265"/>
              <a:t>Statement</a:t>
            </a:r>
          </a:p>
        </p:txBody>
      </p:sp>
      <p:sp>
        <p:nvSpPr>
          <p:cNvPr id="11" name="object 11"/>
          <p:cNvSpPr/>
          <p:nvPr/>
        </p:nvSpPr>
        <p:spPr>
          <a:xfrm>
            <a:off x="1388305" y="4317312"/>
            <a:ext cx="419100" cy="541655"/>
          </a:xfrm>
          <a:custGeom>
            <a:avLst/>
            <a:gdLst/>
            <a:ahLst/>
            <a:cxnLst/>
            <a:rect l="l" t="t" r="r" b="b"/>
            <a:pathLst>
              <a:path w="419100" h="541654">
                <a:moveTo>
                  <a:pt x="212174" y="541580"/>
                </a:moveTo>
                <a:lnTo>
                  <a:pt x="197046" y="340526"/>
                </a:lnTo>
                <a:lnTo>
                  <a:pt x="179272" y="304928"/>
                </a:lnTo>
                <a:lnTo>
                  <a:pt x="143838" y="286831"/>
                </a:lnTo>
                <a:lnTo>
                  <a:pt x="0" y="270790"/>
                </a:lnTo>
                <a:lnTo>
                  <a:pt x="143836" y="254748"/>
                </a:lnTo>
                <a:lnTo>
                  <a:pt x="179272" y="236652"/>
                </a:lnTo>
                <a:lnTo>
                  <a:pt x="197045" y="201053"/>
                </a:lnTo>
                <a:lnTo>
                  <a:pt x="212173" y="0"/>
                </a:lnTo>
                <a:lnTo>
                  <a:pt x="226410" y="202243"/>
                </a:lnTo>
                <a:lnTo>
                  <a:pt x="244341" y="238397"/>
                </a:lnTo>
                <a:lnTo>
                  <a:pt x="280404" y="256510"/>
                </a:lnTo>
                <a:lnTo>
                  <a:pt x="419100" y="270385"/>
                </a:lnTo>
                <a:lnTo>
                  <a:pt x="419100" y="271191"/>
                </a:lnTo>
                <a:lnTo>
                  <a:pt x="280404" y="285069"/>
                </a:lnTo>
                <a:lnTo>
                  <a:pt x="244341" y="303182"/>
                </a:lnTo>
                <a:lnTo>
                  <a:pt x="226410" y="339336"/>
                </a:lnTo>
                <a:lnTo>
                  <a:pt x="212174" y="541580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9649" y="8534224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4"/>
                </a:moveTo>
                <a:lnTo>
                  <a:pt x="845310" y="181357"/>
                </a:lnTo>
                <a:lnTo>
                  <a:pt x="787671" y="172323"/>
                </a:lnTo>
                <a:lnTo>
                  <a:pt x="738219" y="158730"/>
                </a:lnTo>
                <a:lnTo>
                  <a:pt x="695009" y="141774"/>
                </a:lnTo>
                <a:lnTo>
                  <a:pt x="656097" y="12265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20" y="26518"/>
                </a:lnTo>
                <a:lnTo>
                  <a:pt x="217889" y="34948"/>
                </a:lnTo>
                <a:lnTo>
                  <a:pt x="170861" y="47772"/>
                </a:lnTo>
                <a:lnTo>
                  <a:pt x="129517" y="63986"/>
                </a:lnTo>
                <a:lnTo>
                  <a:pt x="91737" y="82584"/>
                </a:lnTo>
                <a:lnTo>
                  <a:pt x="55404" y="102563"/>
                </a:lnTo>
                <a:lnTo>
                  <a:pt x="46458" y="107567"/>
                </a:lnTo>
                <a:lnTo>
                  <a:pt x="37381" y="112607"/>
                </a:lnTo>
                <a:lnTo>
                  <a:pt x="28191" y="117638"/>
                </a:lnTo>
                <a:lnTo>
                  <a:pt x="18911" y="122615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04"/>
                </a:lnTo>
                <a:lnTo>
                  <a:pt x="2185" y="104902"/>
                </a:lnTo>
                <a:lnTo>
                  <a:pt x="7917" y="101868"/>
                </a:lnTo>
                <a:lnTo>
                  <a:pt x="17035" y="96971"/>
                </a:lnTo>
                <a:lnTo>
                  <a:pt x="26098" y="92006"/>
                </a:lnTo>
                <a:lnTo>
                  <a:pt x="35074" y="87022"/>
                </a:lnTo>
                <a:lnTo>
                  <a:pt x="43931" y="82070"/>
                </a:lnTo>
                <a:lnTo>
                  <a:pt x="80491" y="61982"/>
                </a:lnTo>
                <a:lnTo>
                  <a:pt x="119404" y="42861"/>
                </a:lnTo>
                <a:lnTo>
                  <a:pt x="162613" y="25905"/>
                </a:lnTo>
                <a:lnTo>
                  <a:pt x="212065" y="12311"/>
                </a:lnTo>
                <a:lnTo>
                  <a:pt x="269703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1"/>
                </a:lnTo>
                <a:lnTo>
                  <a:pt x="512329" y="25905"/>
                </a:lnTo>
                <a:lnTo>
                  <a:pt x="555539" y="42861"/>
                </a:lnTo>
                <a:lnTo>
                  <a:pt x="594450" y="61982"/>
                </a:lnTo>
                <a:lnTo>
                  <a:pt x="667339" y="102046"/>
                </a:lnTo>
                <a:lnTo>
                  <a:pt x="705119" y="120642"/>
                </a:lnTo>
                <a:lnTo>
                  <a:pt x="746466" y="136855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2" y="149679"/>
                </a:lnTo>
                <a:lnTo>
                  <a:pt x="1079689" y="136855"/>
                </a:lnTo>
                <a:lnTo>
                  <a:pt x="1121032" y="120642"/>
                </a:lnTo>
                <a:lnTo>
                  <a:pt x="1158809" y="102046"/>
                </a:lnTo>
                <a:lnTo>
                  <a:pt x="1195138" y="82070"/>
                </a:lnTo>
                <a:lnTo>
                  <a:pt x="1203336" y="77484"/>
                </a:lnTo>
                <a:lnTo>
                  <a:pt x="1211648" y="72860"/>
                </a:lnTo>
                <a:lnTo>
                  <a:pt x="1220052" y="68239"/>
                </a:lnTo>
                <a:lnTo>
                  <a:pt x="1228526" y="63661"/>
                </a:lnTo>
                <a:lnTo>
                  <a:pt x="1234252" y="60605"/>
                </a:lnTo>
                <a:lnTo>
                  <a:pt x="1241363" y="62769"/>
                </a:lnTo>
                <a:lnTo>
                  <a:pt x="1244409" y="68486"/>
                </a:lnTo>
                <a:lnTo>
                  <a:pt x="1247471" y="74211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7" y="88882"/>
                </a:lnTo>
                <a:lnTo>
                  <a:pt x="1222960" y="93446"/>
                </a:lnTo>
                <a:lnTo>
                  <a:pt x="1214735" y="98022"/>
                </a:lnTo>
                <a:lnTo>
                  <a:pt x="1206614" y="102563"/>
                </a:lnTo>
                <a:lnTo>
                  <a:pt x="1170053" y="122653"/>
                </a:lnTo>
                <a:lnTo>
                  <a:pt x="1131141" y="141774"/>
                </a:lnTo>
                <a:lnTo>
                  <a:pt x="1087933" y="158730"/>
                </a:lnTo>
                <a:lnTo>
                  <a:pt x="1038483" y="172323"/>
                </a:lnTo>
                <a:lnTo>
                  <a:pt x="980848" y="181357"/>
                </a:lnTo>
                <a:lnTo>
                  <a:pt x="913083" y="184634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9649" y="8774812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3"/>
                </a:lnTo>
                <a:lnTo>
                  <a:pt x="787671" y="172319"/>
                </a:lnTo>
                <a:lnTo>
                  <a:pt x="738219" y="158725"/>
                </a:lnTo>
                <a:lnTo>
                  <a:pt x="695009" y="141769"/>
                </a:lnTo>
                <a:lnTo>
                  <a:pt x="656097" y="122649"/>
                </a:lnTo>
                <a:lnTo>
                  <a:pt x="619536" y="10256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48"/>
                </a:lnTo>
                <a:lnTo>
                  <a:pt x="170856" y="47772"/>
                </a:lnTo>
                <a:lnTo>
                  <a:pt x="129511" y="63986"/>
                </a:lnTo>
                <a:lnTo>
                  <a:pt x="91732" y="82584"/>
                </a:lnTo>
                <a:lnTo>
                  <a:pt x="55401" y="102563"/>
                </a:lnTo>
                <a:lnTo>
                  <a:pt x="46454" y="107563"/>
                </a:lnTo>
                <a:lnTo>
                  <a:pt x="37377" y="112603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64"/>
                </a:lnTo>
                <a:lnTo>
                  <a:pt x="0" y="112004"/>
                </a:lnTo>
                <a:lnTo>
                  <a:pt x="2185" y="104896"/>
                </a:lnTo>
                <a:lnTo>
                  <a:pt x="7917" y="101868"/>
                </a:lnTo>
                <a:lnTo>
                  <a:pt x="17034" y="96972"/>
                </a:lnTo>
                <a:lnTo>
                  <a:pt x="26095" y="92006"/>
                </a:lnTo>
                <a:lnTo>
                  <a:pt x="35068" y="87020"/>
                </a:lnTo>
                <a:lnTo>
                  <a:pt x="43922" y="82064"/>
                </a:lnTo>
                <a:lnTo>
                  <a:pt x="80482" y="61975"/>
                </a:lnTo>
                <a:lnTo>
                  <a:pt x="119396" y="42855"/>
                </a:lnTo>
                <a:lnTo>
                  <a:pt x="162607" y="25901"/>
                </a:lnTo>
                <a:lnTo>
                  <a:pt x="212060" y="12309"/>
                </a:lnTo>
                <a:lnTo>
                  <a:pt x="269700" y="3276"/>
                </a:lnTo>
                <a:lnTo>
                  <a:pt x="337472" y="0"/>
                </a:lnTo>
                <a:lnTo>
                  <a:pt x="405240" y="3276"/>
                </a:lnTo>
                <a:lnTo>
                  <a:pt x="462878" y="12309"/>
                </a:lnTo>
                <a:lnTo>
                  <a:pt x="512329" y="25901"/>
                </a:lnTo>
                <a:lnTo>
                  <a:pt x="555539" y="42855"/>
                </a:lnTo>
                <a:lnTo>
                  <a:pt x="594450" y="61975"/>
                </a:lnTo>
                <a:lnTo>
                  <a:pt x="667339" y="102042"/>
                </a:lnTo>
                <a:lnTo>
                  <a:pt x="705119" y="120639"/>
                </a:lnTo>
                <a:lnTo>
                  <a:pt x="746466" y="136851"/>
                </a:lnTo>
                <a:lnTo>
                  <a:pt x="793497" y="149674"/>
                </a:lnTo>
                <a:lnTo>
                  <a:pt x="848330" y="158104"/>
                </a:lnTo>
                <a:lnTo>
                  <a:pt x="913083" y="161137"/>
                </a:lnTo>
                <a:lnTo>
                  <a:pt x="977832" y="158104"/>
                </a:lnTo>
                <a:lnTo>
                  <a:pt x="1032662" y="149673"/>
                </a:lnTo>
                <a:lnTo>
                  <a:pt x="1079689" y="136849"/>
                </a:lnTo>
                <a:lnTo>
                  <a:pt x="1121032" y="120636"/>
                </a:lnTo>
                <a:lnTo>
                  <a:pt x="1158809" y="102040"/>
                </a:lnTo>
                <a:lnTo>
                  <a:pt x="1195138" y="82064"/>
                </a:lnTo>
                <a:lnTo>
                  <a:pt x="1203336" y="77478"/>
                </a:lnTo>
                <a:lnTo>
                  <a:pt x="1211648" y="72856"/>
                </a:lnTo>
                <a:lnTo>
                  <a:pt x="1220052" y="68238"/>
                </a:lnTo>
                <a:lnTo>
                  <a:pt x="1228526" y="63661"/>
                </a:lnTo>
                <a:lnTo>
                  <a:pt x="1234252" y="60599"/>
                </a:lnTo>
                <a:lnTo>
                  <a:pt x="1241363" y="62760"/>
                </a:lnTo>
                <a:lnTo>
                  <a:pt x="1244409" y="68477"/>
                </a:lnTo>
                <a:lnTo>
                  <a:pt x="1247471" y="74202"/>
                </a:lnTo>
                <a:lnTo>
                  <a:pt x="1245310" y="81313"/>
                </a:lnTo>
                <a:lnTo>
                  <a:pt x="1239594" y="84378"/>
                </a:lnTo>
                <a:lnTo>
                  <a:pt x="1231257" y="88882"/>
                </a:lnTo>
                <a:lnTo>
                  <a:pt x="1222960" y="93443"/>
                </a:lnTo>
                <a:lnTo>
                  <a:pt x="1214735" y="98019"/>
                </a:lnTo>
                <a:lnTo>
                  <a:pt x="1206614" y="102563"/>
                </a:lnTo>
                <a:lnTo>
                  <a:pt x="1170053" y="122649"/>
                </a:lnTo>
                <a:lnTo>
                  <a:pt x="1131141" y="141769"/>
                </a:lnTo>
                <a:lnTo>
                  <a:pt x="1087933" y="158725"/>
                </a:lnTo>
                <a:lnTo>
                  <a:pt x="1038483" y="172319"/>
                </a:lnTo>
                <a:lnTo>
                  <a:pt x="980848" y="181353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19649" y="9015391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7"/>
                </a:moveTo>
                <a:lnTo>
                  <a:pt x="845310" y="181359"/>
                </a:lnTo>
                <a:lnTo>
                  <a:pt x="787671" y="172324"/>
                </a:lnTo>
                <a:lnTo>
                  <a:pt x="738219" y="158730"/>
                </a:lnTo>
                <a:lnTo>
                  <a:pt x="695009" y="141772"/>
                </a:lnTo>
                <a:lnTo>
                  <a:pt x="656097" y="122650"/>
                </a:lnTo>
                <a:lnTo>
                  <a:pt x="583205" y="82586"/>
                </a:lnTo>
                <a:lnTo>
                  <a:pt x="545427" y="63990"/>
                </a:lnTo>
                <a:lnTo>
                  <a:pt x="504083" y="47778"/>
                </a:lnTo>
                <a:lnTo>
                  <a:pt x="457055" y="34955"/>
                </a:lnTo>
                <a:lnTo>
                  <a:pt x="402224" y="26524"/>
                </a:lnTo>
                <a:lnTo>
                  <a:pt x="337472" y="23490"/>
                </a:lnTo>
                <a:lnTo>
                  <a:pt x="272718" y="26524"/>
                </a:lnTo>
                <a:lnTo>
                  <a:pt x="217886" y="34955"/>
                </a:lnTo>
                <a:lnTo>
                  <a:pt x="170856" y="47780"/>
                </a:lnTo>
                <a:lnTo>
                  <a:pt x="129511" y="63993"/>
                </a:lnTo>
                <a:lnTo>
                  <a:pt x="91732" y="82591"/>
                </a:lnTo>
                <a:lnTo>
                  <a:pt x="55401" y="102570"/>
                </a:lnTo>
                <a:lnTo>
                  <a:pt x="46454" y="107572"/>
                </a:lnTo>
                <a:lnTo>
                  <a:pt x="37377" y="112612"/>
                </a:lnTo>
                <a:lnTo>
                  <a:pt x="28189" y="117643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899"/>
                </a:lnTo>
                <a:lnTo>
                  <a:pt x="7917" y="101862"/>
                </a:lnTo>
                <a:lnTo>
                  <a:pt x="17034" y="96971"/>
                </a:lnTo>
                <a:lnTo>
                  <a:pt x="26095" y="92009"/>
                </a:lnTo>
                <a:lnTo>
                  <a:pt x="35068" y="87026"/>
                </a:lnTo>
                <a:lnTo>
                  <a:pt x="43922" y="82073"/>
                </a:lnTo>
                <a:lnTo>
                  <a:pt x="80482" y="61985"/>
                </a:lnTo>
                <a:lnTo>
                  <a:pt x="119396" y="42863"/>
                </a:lnTo>
                <a:lnTo>
                  <a:pt x="162607" y="25907"/>
                </a:lnTo>
                <a:lnTo>
                  <a:pt x="212060" y="12312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2"/>
                </a:lnTo>
                <a:lnTo>
                  <a:pt x="512329" y="25906"/>
                </a:lnTo>
                <a:lnTo>
                  <a:pt x="555539" y="42862"/>
                </a:lnTo>
                <a:lnTo>
                  <a:pt x="594450" y="61981"/>
                </a:lnTo>
                <a:lnTo>
                  <a:pt x="667339" y="102045"/>
                </a:lnTo>
                <a:lnTo>
                  <a:pt x="705119" y="120643"/>
                </a:lnTo>
                <a:lnTo>
                  <a:pt x="746466" y="136856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0" y="149679"/>
                </a:lnTo>
                <a:lnTo>
                  <a:pt x="1079686" y="136856"/>
                </a:lnTo>
                <a:lnTo>
                  <a:pt x="1121028" y="120643"/>
                </a:lnTo>
                <a:lnTo>
                  <a:pt x="1158806" y="102045"/>
                </a:lnTo>
                <a:lnTo>
                  <a:pt x="1195138" y="82067"/>
                </a:lnTo>
                <a:lnTo>
                  <a:pt x="1203335" y="77485"/>
                </a:lnTo>
                <a:lnTo>
                  <a:pt x="1211645" y="72864"/>
                </a:lnTo>
                <a:lnTo>
                  <a:pt x="1220048" y="68243"/>
                </a:lnTo>
                <a:lnTo>
                  <a:pt x="1228526" y="63664"/>
                </a:lnTo>
                <a:lnTo>
                  <a:pt x="1234252" y="60605"/>
                </a:lnTo>
                <a:lnTo>
                  <a:pt x="1241363" y="62763"/>
                </a:lnTo>
                <a:lnTo>
                  <a:pt x="1244409" y="68483"/>
                </a:lnTo>
                <a:lnTo>
                  <a:pt x="1247471" y="74202"/>
                </a:lnTo>
                <a:lnTo>
                  <a:pt x="1245310" y="81322"/>
                </a:lnTo>
                <a:lnTo>
                  <a:pt x="1239594" y="84381"/>
                </a:lnTo>
                <a:lnTo>
                  <a:pt x="1231255" y="88885"/>
                </a:lnTo>
                <a:lnTo>
                  <a:pt x="1222956" y="93447"/>
                </a:lnTo>
                <a:lnTo>
                  <a:pt x="1214729" y="98020"/>
                </a:lnTo>
                <a:lnTo>
                  <a:pt x="1206607" y="102560"/>
                </a:lnTo>
                <a:lnTo>
                  <a:pt x="1170049" y="122650"/>
                </a:lnTo>
                <a:lnTo>
                  <a:pt x="1131139" y="141772"/>
                </a:lnTo>
                <a:lnTo>
                  <a:pt x="1087932" y="158730"/>
                </a:lnTo>
                <a:lnTo>
                  <a:pt x="1038483" y="172324"/>
                </a:lnTo>
                <a:lnTo>
                  <a:pt x="980848" y="181359"/>
                </a:lnTo>
                <a:lnTo>
                  <a:pt x="913083" y="184637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19649" y="9255976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4"/>
                </a:lnTo>
                <a:lnTo>
                  <a:pt x="787671" y="172320"/>
                </a:lnTo>
                <a:lnTo>
                  <a:pt x="738219" y="158727"/>
                </a:lnTo>
                <a:lnTo>
                  <a:pt x="695009" y="141772"/>
                </a:lnTo>
                <a:lnTo>
                  <a:pt x="656097" y="122651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50"/>
                </a:lnTo>
                <a:lnTo>
                  <a:pt x="170856" y="47776"/>
                </a:lnTo>
                <a:lnTo>
                  <a:pt x="129511" y="63990"/>
                </a:lnTo>
                <a:lnTo>
                  <a:pt x="91732" y="82587"/>
                </a:lnTo>
                <a:lnTo>
                  <a:pt x="55401" y="102563"/>
                </a:lnTo>
                <a:lnTo>
                  <a:pt x="46454" y="107564"/>
                </a:lnTo>
                <a:lnTo>
                  <a:pt x="37377" y="112605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5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902"/>
                </a:lnTo>
                <a:lnTo>
                  <a:pt x="7917" y="101865"/>
                </a:lnTo>
                <a:lnTo>
                  <a:pt x="17034" y="96969"/>
                </a:lnTo>
                <a:lnTo>
                  <a:pt x="26095" y="92004"/>
                </a:lnTo>
                <a:lnTo>
                  <a:pt x="35068" y="87020"/>
                </a:lnTo>
                <a:lnTo>
                  <a:pt x="43922" y="82067"/>
                </a:lnTo>
                <a:lnTo>
                  <a:pt x="80482" y="61978"/>
                </a:lnTo>
                <a:lnTo>
                  <a:pt x="119396" y="42858"/>
                </a:lnTo>
                <a:lnTo>
                  <a:pt x="162607" y="25903"/>
                </a:lnTo>
                <a:lnTo>
                  <a:pt x="212060" y="12310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0"/>
                </a:lnTo>
                <a:lnTo>
                  <a:pt x="512329" y="25903"/>
                </a:lnTo>
                <a:lnTo>
                  <a:pt x="555539" y="42858"/>
                </a:lnTo>
                <a:lnTo>
                  <a:pt x="594450" y="61978"/>
                </a:lnTo>
                <a:lnTo>
                  <a:pt x="667339" y="102043"/>
                </a:lnTo>
                <a:lnTo>
                  <a:pt x="705119" y="120641"/>
                </a:lnTo>
                <a:lnTo>
                  <a:pt x="746466" y="136855"/>
                </a:lnTo>
                <a:lnTo>
                  <a:pt x="793497" y="149680"/>
                </a:lnTo>
                <a:lnTo>
                  <a:pt x="848330" y="158112"/>
                </a:lnTo>
                <a:lnTo>
                  <a:pt x="913083" y="161146"/>
                </a:lnTo>
                <a:lnTo>
                  <a:pt x="977832" y="158112"/>
                </a:lnTo>
                <a:lnTo>
                  <a:pt x="1032660" y="149680"/>
                </a:lnTo>
                <a:lnTo>
                  <a:pt x="1079686" y="136855"/>
                </a:lnTo>
                <a:lnTo>
                  <a:pt x="1121028" y="120641"/>
                </a:lnTo>
                <a:lnTo>
                  <a:pt x="1158806" y="102043"/>
                </a:lnTo>
                <a:lnTo>
                  <a:pt x="1195138" y="82067"/>
                </a:lnTo>
                <a:lnTo>
                  <a:pt x="1203335" y="77481"/>
                </a:lnTo>
                <a:lnTo>
                  <a:pt x="1211645" y="72858"/>
                </a:lnTo>
                <a:lnTo>
                  <a:pt x="1220048" y="68237"/>
                </a:lnTo>
                <a:lnTo>
                  <a:pt x="1228526" y="63658"/>
                </a:lnTo>
                <a:lnTo>
                  <a:pt x="1234252" y="60599"/>
                </a:lnTo>
                <a:lnTo>
                  <a:pt x="1241363" y="62763"/>
                </a:lnTo>
                <a:lnTo>
                  <a:pt x="1247471" y="74205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5" y="88879"/>
                </a:lnTo>
                <a:lnTo>
                  <a:pt x="1222956" y="93442"/>
                </a:lnTo>
                <a:lnTo>
                  <a:pt x="1214729" y="98018"/>
                </a:lnTo>
                <a:lnTo>
                  <a:pt x="1206607" y="102563"/>
                </a:lnTo>
                <a:lnTo>
                  <a:pt x="1170049" y="122651"/>
                </a:lnTo>
                <a:lnTo>
                  <a:pt x="1131139" y="141772"/>
                </a:lnTo>
                <a:lnTo>
                  <a:pt x="1087932" y="158727"/>
                </a:lnTo>
                <a:lnTo>
                  <a:pt x="1038483" y="172320"/>
                </a:lnTo>
                <a:lnTo>
                  <a:pt x="980848" y="181354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6010807" y="8534230"/>
            <a:ext cx="2277745" cy="1752600"/>
            <a:chOff x="16010807" y="8534230"/>
            <a:chExt cx="2277745" cy="1752600"/>
          </a:xfrm>
        </p:grpSpPr>
        <p:sp>
          <p:nvSpPr>
            <p:cNvPr id="5" name="object 5"/>
            <p:cNvSpPr/>
            <p:nvPr/>
          </p:nvSpPr>
          <p:spPr>
            <a:xfrm>
              <a:off x="16010801" y="8534234"/>
              <a:ext cx="2277745" cy="1752600"/>
            </a:xfrm>
            <a:custGeom>
              <a:avLst/>
              <a:gdLst/>
              <a:ahLst/>
              <a:cxnLst/>
              <a:rect l="l" t="t" r="r" b="b"/>
              <a:pathLst>
                <a:path w="2277744" h="1752600">
                  <a:moveTo>
                    <a:pt x="662317" y="1338021"/>
                  </a:moveTo>
                  <a:lnTo>
                    <a:pt x="594893" y="1326883"/>
                  </a:lnTo>
                  <a:lnTo>
                    <a:pt x="538530" y="1297952"/>
                  </a:lnTo>
                  <a:lnTo>
                    <a:pt x="509600" y="1241590"/>
                  </a:lnTo>
                  <a:lnTo>
                    <a:pt x="498462" y="1174165"/>
                  </a:lnTo>
                  <a:lnTo>
                    <a:pt x="487324" y="1241590"/>
                  </a:lnTo>
                  <a:lnTo>
                    <a:pt x="458393" y="1297952"/>
                  </a:lnTo>
                  <a:lnTo>
                    <a:pt x="402031" y="1326883"/>
                  </a:lnTo>
                  <a:lnTo>
                    <a:pt x="334606" y="1338021"/>
                  </a:lnTo>
                  <a:lnTo>
                    <a:pt x="402031" y="1349159"/>
                  </a:lnTo>
                  <a:lnTo>
                    <a:pt x="458393" y="1378089"/>
                  </a:lnTo>
                  <a:lnTo>
                    <a:pt x="487324" y="1434452"/>
                  </a:lnTo>
                  <a:lnTo>
                    <a:pt x="498462" y="1501876"/>
                  </a:lnTo>
                  <a:lnTo>
                    <a:pt x="509600" y="1434452"/>
                  </a:lnTo>
                  <a:lnTo>
                    <a:pt x="519798" y="1403667"/>
                  </a:lnTo>
                  <a:lnTo>
                    <a:pt x="538530" y="1378089"/>
                  </a:lnTo>
                  <a:lnTo>
                    <a:pt x="564108" y="1359357"/>
                  </a:lnTo>
                  <a:lnTo>
                    <a:pt x="594893" y="1349159"/>
                  </a:lnTo>
                  <a:lnTo>
                    <a:pt x="662317" y="1338021"/>
                  </a:lnTo>
                  <a:close/>
                </a:path>
                <a:path w="2277744" h="1752600">
                  <a:moveTo>
                    <a:pt x="2277186" y="1600200"/>
                  </a:moveTo>
                  <a:lnTo>
                    <a:pt x="2262263" y="1638300"/>
                  </a:lnTo>
                  <a:lnTo>
                    <a:pt x="2240534" y="1689100"/>
                  </a:lnTo>
                  <a:lnTo>
                    <a:pt x="2215578" y="1727200"/>
                  </a:lnTo>
                  <a:lnTo>
                    <a:pt x="2205507" y="1752600"/>
                  </a:lnTo>
                  <a:lnTo>
                    <a:pt x="2237702" y="1752600"/>
                  </a:lnTo>
                  <a:lnTo>
                    <a:pt x="2249817" y="1727200"/>
                  </a:lnTo>
                  <a:lnTo>
                    <a:pt x="2277186" y="1689100"/>
                  </a:lnTo>
                  <a:lnTo>
                    <a:pt x="2277186" y="1600200"/>
                  </a:lnTo>
                  <a:close/>
                </a:path>
                <a:path w="2277744" h="1752600">
                  <a:moveTo>
                    <a:pt x="2277186" y="1295400"/>
                  </a:moveTo>
                  <a:lnTo>
                    <a:pt x="2251786" y="1282700"/>
                  </a:lnTo>
                  <a:lnTo>
                    <a:pt x="2217216" y="1257300"/>
                  </a:lnTo>
                  <a:lnTo>
                    <a:pt x="2178494" y="1257300"/>
                  </a:lnTo>
                  <a:lnTo>
                    <a:pt x="2136279" y="1244600"/>
                  </a:lnTo>
                  <a:lnTo>
                    <a:pt x="2093836" y="1257300"/>
                  </a:lnTo>
                  <a:lnTo>
                    <a:pt x="2049183" y="1257300"/>
                  </a:lnTo>
                  <a:lnTo>
                    <a:pt x="2002688" y="1270000"/>
                  </a:lnTo>
                  <a:lnTo>
                    <a:pt x="1954784" y="1295400"/>
                  </a:lnTo>
                  <a:lnTo>
                    <a:pt x="1905850" y="1320800"/>
                  </a:lnTo>
                  <a:lnTo>
                    <a:pt x="1864575" y="1333500"/>
                  </a:lnTo>
                  <a:lnTo>
                    <a:pt x="1823123" y="1358900"/>
                  </a:lnTo>
                  <a:lnTo>
                    <a:pt x="1781746" y="1397000"/>
                  </a:lnTo>
                  <a:lnTo>
                    <a:pt x="1740674" y="1422400"/>
                  </a:lnTo>
                  <a:lnTo>
                    <a:pt x="1700174" y="1460500"/>
                  </a:lnTo>
                  <a:lnTo>
                    <a:pt x="1660486" y="1498600"/>
                  </a:lnTo>
                  <a:lnTo>
                    <a:pt x="1622640" y="1536700"/>
                  </a:lnTo>
                  <a:lnTo>
                    <a:pt x="1587677" y="1574800"/>
                  </a:lnTo>
                  <a:lnTo>
                    <a:pt x="1555661" y="1612900"/>
                  </a:lnTo>
                  <a:lnTo>
                    <a:pt x="1526654" y="1663700"/>
                  </a:lnTo>
                  <a:lnTo>
                    <a:pt x="1500733" y="1701800"/>
                  </a:lnTo>
                  <a:lnTo>
                    <a:pt x="1477987" y="1739900"/>
                  </a:lnTo>
                  <a:lnTo>
                    <a:pt x="1476184" y="1752600"/>
                  </a:lnTo>
                  <a:lnTo>
                    <a:pt x="1496123" y="1752600"/>
                  </a:lnTo>
                  <a:lnTo>
                    <a:pt x="1516011" y="1714500"/>
                  </a:lnTo>
                  <a:lnTo>
                    <a:pt x="1541437" y="1663700"/>
                  </a:lnTo>
                  <a:lnTo>
                    <a:pt x="1569923" y="1625600"/>
                  </a:lnTo>
                  <a:lnTo>
                    <a:pt x="1601419" y="1587500"/>
                  </a:lnTo>
                  <a:lnTo>
                    <a:pt x="1635798" y="1549400"/>
                  </a:lnTo>
                  <a:lnTo>
                    <a:pt x="1673009" y="1511300"/>
                  </a:lnTo>
                  <a:lnTo>
                    <a:pt x="1712074" y="1473200"/>
                  </a:lnTo>
                  <a:lnTo>
                    <a:pt x="1751901" y="1435100"/>
                  </a:lnTo>
                  <a:lnTo>
                    <a:pt x="1913890" y="1333500"/>
                  </a:lnTo>
                  <a:lnTo>
                    <a:pt x="1961642" y="1308100"/>
                  </a:lnTo>
                  <a:lnTo>
                    <a:pt x="2008212" y="1295400"/>
                  </a:lnTo>
                  <a:lnTo>
                    <a:pt x="2053132" y="1282700"/>
                  </a:lnTo>
                  <a:lnTo>
                    <a:pt x="2095944" y="1270000"/>
                  </a:lnTo>
                  <a:lnTo>
                    <a:pt x="2175649" y="1270000"/>
                  </a:lnTo>
                  <a:lnTo>
                    <a:pt x="2211159" y="1282700"/>
                  </a:lnTo>
                  <a:lnTo>
                    <a:pt x="2242337" y="1295400"/>
                  </a:lnTo>
                  <a:lnTo>
                    <a:pt x="2268829" y="1320800"/>
                  </a:lnTo>
                  <a:lnTo>
                    <a:pt x="2277186" y="1320800"/>
                  </a:lnTo>
                  <a:lnTo>
                    <a:pt x="2277186" y="1295400"/>
                  </a:lnTo>
                  <a:close/>
                </a:path>
                <a:path w="2277744" h="1752600">
                  <a:moveTo>
                    <a:pt x="2277186" y="1206500"/>
                  </a:moveTo>
                  <a:lnTo>
                    <a:pt x="2274278" y="1206500"/>
                  </a:lnTo>
                  <a:lnTo>
                    <a:pt x="2263571" y="1193800"/>
                  </a:lnTo>
                  <a:lnTo>
                    <a:pt x="2229688" y="1168400"/>
                  </a:lnTo>
                  <a:lnTo>
                    <a:pt x="2191410" y="1143000"/>
                  </a:lnTo>
                  <a:lnTo>
                    <a:pt x="2149259" y="1130300"/>
                  </a:lnTo>
                  <a:lnTo>
                    <a:pt x="2103805" y="1117600"/>
                  </a:lnTo>
                  <a:lnTo>
                    <a:pt x="2006765" y="1117600"/>
                  </a:lnTo>
                  <a:lnTo>
                    <a:pt x="1904365" y="1143000"/>
                  </a:lnTo>
                  <a:lnTo>
                    <a:pt x="1851558" y="1168400"/>
                  </a:lnTo>
                  <a:lnTo>
                    <a:pt x="1798205" y="1181100"/>
                  </a:lnTo>
                  <a:lnTo>
                    <a:pt x="1709229" y="1231900"/>
                  </a:lnTo>
                  <a:lnTo>
                    <a:pt x="1665198" y="1270000"/>
                  </a:lnTo>
                  <a:lnTo>
                    <a:pt x="1621777" y="1295400"/>
                  </a:lnTo>
                  <a:lnTo>
                    <a:pt x="1579219" y="1333500"/>
                  </a:lnTo>
                  <a:lnTo>
                    <a:pt x="1537754" y="1371600"/>
                  </a:lnTo>
                  <a:lnTo>
                    <a:pt x="1498460" y="1409700"/>
                  </a:lnTo>
                  <a:lnTo>
                    <a:pt x="1462252" y="1460500"/>
                  </a:lnTo>
                  <a:lnTo>
                    <a:pt x="1429207" y="1498600"/>
                  </a:lnTo>
                  <a:lnTo>
                    <a:pt x="1399374" y="1549400"/>
                  </a:lnTo>
                  <a:lnTo>
                    <a:pt x="1372793" y="1587500"/>
                  </a:lnTo>
                  <a:lnTo>
                    <a:pt x="1349540" y="1638300"/>
                  </a:lnTo>
                  <a:lnTo>
                    <a:pt x="1326108" y="1689100"/>
                  </a:lnTo>
                  <a:lnTo>
                    <a:pt x="1307680" y="1739900"/>
                  </a:lnTo>
                  <a:lnTo>
                    <a:pt x="1306334" y="1752600"/>
                  </a:lnTo>
                  <a:lnTo>
                    <a:pt x="1324711" y="1752600"/>
                  </a:lnTo>
                  <a:lnTo>
                    <a:pt x="1342656" y="1689100"/>
                  </a:lnTo>
                  <a:lnTo>
                    <a:pt x="1365554" y="1638300"/>
                  </a:lnTo>
                  <a:lnTo>
                    <a:pt x="1388325" y="1600200"/>
                  </a:lnTo>
                  <a:lnTo>
                    <a:pt x="1414386" y="1549400"/>
                  </a:lnTo>
                  <a:lnTo>
                    <a:pt x="1443685" y="1511300"/>
                  </a:lnTo>
                  <a:lnTo>
                    <a:pt x="1476159" y="1473200"/>
                  </a:lnTo>
                  <a:lnTo>
                    <a:pt x="1511731" y="1422400"/>
                  </a:lnTo>
                  <a:lnTo>
                    <a:pt x="1550365" y="1384300"/>
                  </a:lnTo>
                  <a:lnTo>
                    <a:pt x="1591119" y="1346200"/>
                  </a:lnTo>
                  <a:lnTo>
                    <a:pt x="1632940" y="1308100"/>
                  </a:lnTo>
                  <a:lnTo>
                    <a:pt x="1718805" y="1257300"/>
                  </a:lnTo>
                  <a:lnTo>
                    <a:pt x="1762366" y="1219200"/>
                  </a:lnTo>
                  <a:lnTo>
                    <a:pt x="1806016" y="1206500"/>
                  </a:lnTo>
                  <a:lnTo>
                    <a:pt x="1909622" y="1155700"/>
                  </a:lnTo>
                  <a:lnTo>
                    <a:pt x="1959978" y="1143000"/>
                  </a:lnTo>
                  <a:lnTo>
                    <a:pt x="2112683" y="1143000"/>
                  </a:lnTo>
                  <a:lnTo>
                    <a:pt x="2164804" y="1155700"/>
                  </a:lnTo>
                  <a:lnTo>
                    <a:pt x="2211197" y="1181100"/>
                  </a:lnTo>
                  <a:lnTo>
                    <a:pt x="2251113" y="1206500"/>
                  </a:lnTo>
                  <a:lnTo>
                    <a:pt x="2277186" y="1244600"/>
                  </a:lnTo>
                  <a:lnTo>
                    <a:pt x="2277186" y="1206500"/>
                  </a:lnTo>
                  <a:close/>
                </a:path>
                <a:path w="2277744" h="1752600">
                  <a:moveTo>
                    <a:pt x="2277186" y="1155700"/>
                  </a:moveTo>
                  <a:lnTo>
                    <a:pt x="2235885" y="1104900"/>
                  </a:lnTo>
                  <a:lnTo>
                    <a:pt x="2198446" y="1079500"/>
                  </a:lnTo>
                  <a:lnTo>
                    <a:pt x="2157031" y="1054100"/>
                  </a:lnTo>
                  <a:lnTo>
                    <a:pt x="2112111" y="1028700"/>
                  </a:lnTo>
                  <a:lnTo>
                    <a:pt x="2064143" y="1016000"/>
                  </a:lnTo>
                  <a:lnTo>
                    <a:pt x="2013585" y="1003300"/>
                  </a:lnTo>
                  <a:lnTo>
                    <a:pt x="1871472" y="1003300"/>
                  </a:lnTo>
                  <a:lnTo>
                    <a:pt x="1825612" y="1016000"/>
                  </a:lnTo>
                  <a:lnTo>
                    <a:pt x="1732724" y="1041400"/>
                  </a:lnTo>
                  <a:lnTo>
                    <a:pt x="1593875" y="1117600"/>
                  </a:lnTo>
                  <a:lnTo>
                    <a:pt x="1548612" y="1143000"/>
                  </a:lnTo>
                  <a:lnTo>
                    <a:pt x="1504238" y="1181100"/>
                  </a:lnTo>
                  <a:lnTo>
                    <a:pt x="1460982" y="1219200"/>
                  </a:lnTo>
                  <a:lnTo>
                    <a:pt x="1419059" y="1257300"/>
                  </a:lnTo>
                  <a:lnTo>
                    <a:pt x="1379486" y="1295400"/>
                  </a:lnTo>
                  <a:lnTo>
                    <a:pt x="1343113" y="1346200"/>
                  </a:lnTo>
                  <a:lnTo>
                    <a:pt x="1309992" y="1384300"/>
                  </a:lnTo>
                  <a:lnTo>
                    <a:pt x="1280172" y="1435100"/>
                  </a:lnTo>
                  <a:lnTo>
                    <a:pt x="1253680" y="1473200"/>
                  </a:lnTo>
                  <a:lnTo>
                    <a:pt x="1230566" y="1524000"/>
                  </a:lnTo>
                  <a:lnTo>
                    <a:pt x="1210894" y="1574800"/>
                  </a:lnTo>
                  <a:lnTo>
                    <a:pt x="1194689" y="1612900"/>
                  </a:lnTo>
                  <a:lnTo>
                    <a:pt x="1182001" y="1663700"/>
                  </a:lnTo>
                  <a:lnTo>
                    <a:pt x="1172870" y="1714500"/>
                  </a:lnTo>
                  <a:lnTo>
                    <a:pt x="1168209" y="1752600"/>
                  </a:lnTo>
                  <a:lnTo>
                    <a:pt x="1186091" y="1752600"/>
                  </a:lnTo>
                  <a:lnTo>
                    <a:pt x="1190421" y="1714500"/>
                  </a:lnTo>
                  <a:lnTo>
                    <a:pt x="1199299" y="1663700"/>
                  </a:lnTo>
                  <a:lnTo>
                    <a:pt x="1211681" y="1625600"/>
                  </a:lnTo>
                  <a:lnTo>
                    <a:pt x="1227505" y="1574800"/>
                  </a:lnTo>
                  <a:lnTo>
                    <a:pt x="1246746" y="1536700"/>
                  </a:lnTo>
                  <a:lnTo>
                    <a:pt x="1269365" y="1485900"/>
                  </a:lnTo>
                  <a:lnTo>
                    <a:pt x="1295323" y="1435100"/>
                  </a:lnTo>
                  <a:lnTo>
                    <a:pt x="1324559" y="1397000"/>
                  </a:lnTo>
                  <a:lnTo>
                    <a:pt x="1357058" y="1346200"/>
                  </a:lnTo>
                  <a:lnTo>
                    <a:pt x="1392770" y="1308100"/>
                  </a:lnTo>
                  <a:lnTo>
                    <a:pt x="1431671" y="1270000"/>
                  </a:lnTo>
                  <a:lnTo>
                    <a:pt x="1472831" y="1231900"/>
                  </a:lnTo>
                  <a:lnTo>
                    <a:pt x="1515313" y="1193800"/>
                  </a:lnTo>
                  <a:lnTo>
                    <a:pt x="1558861" y="1155700"/>
                  </a:lnTo>
                  <a:lnTo>
                    <a:pt x="1603248" y="1130300"/>
                  </a:lnTo>
                  <a:lnTo>
                    <a:pt x="1693621" y="1079500"/>
                  </a:lnTo>
                  <a:lnTo>
                    <a:pt x="1918106" y="1016000"/>
                  </a:lnTo>
                  <a:lnTo>
                    <a:pt x="1960905" y="1016000"/>
                  </a:lnTo>
                  <a:lnTo>
                    <a:pt x="2011654" y="1028700"/>
                  </a:lnTo>
                  <a:lnTo>
                    <a:pt x="2060117" y="1028700"/>
                  </a:lnTo>
                  <a:lnTo>
                    <a:pt x="2105901" y="1041400"/>
                  </a:lnTo>
                  <a:lnTo>
                    <a:pt x="2148624" y="1066800"/>
                  </a:lnTo>
                  <a:lnTo>
                    <a:pt x="2187905" y="1092200"/>
                  </a:lnTo>
                  <a:lnTo>
                    <a:pt x="2223351" y="1117600"/>
                  </a:lnTo>
                  <a:lnTo>
                    <a:pt x="2269769" y="1181100"/>
                  </a:lnTo>
                  <a:lnTo>
                    <a:pt x="2277186" y="1193800"/>
                  </a:lnTo>
                  <a:lnTo>
                    <a:pt x="2277186" y="1155700"/>
                  </a:lnTo>
                  <a:close/>
                </a:path>
                <a:path w="2277744" h="1752600">
                  <a:moveTo>
                    <a:pt x="2277186" y="330200"/>
                  </a:moveTo>
                  <a:lnTo>
                    <a:pt x="2182380" y="330200"/>
                  </a:lnTo>
                  <a:lnTo>
                    <a:pt x="2128266" y="342900"/>
                  </a:lnTo>
                  <a:lnTo>
                    <a:pt x="2073795" y="342900"/>
                  </a:lnTo>
                  <a:lnTo>
                    <a:pt x="1964067" y="368300"/>
                  </a:lnTo>
                  <a:lnTo>
                    <a:pt x="1776971" y="419100"/>
                  </a:lnTo>
                  <a:lnTo>
                    <a:pt x="1729981" y="444500"/>
                  </a:lnTo>
                  <a:lnTo>
                    <a:pt x="1682991" y="457200"/>
                  </a:lnTo>
                  <a:lnTo>
                    <a:pt x="1589265" y="508000"/>
                  </a:lnTo>
                  <a:lnTo>
                    <a:pt x="1542618" y="520700"/>
                  </a:lnTo>
                  <a:lnTo>
                    <a:pt x="1496174" y="546100"/>
                  </a:lnTo>
                  <a:lnTo>
                    <a:pt x="1449997" y="584200"/>
                  </a:lnTo>
                  <a:lnTo>
                    <a:pt x="1293863" y="685800"/>
                  </a:lnTo>
                  <a:lnTo>
                    <a:pt x="1217777" y="736600"/>
                  </a:lnTo>
                  <a:lnTo>
                    <a:pt x="1180363" y="774700"/>
                  </a:lnTo>
                  <a:lnTo>
                    <a:pt x="1143406" y="812800"/>
                  </a:lnTo>
                  <a:lnTo>
                    <a:pt x="1106932" y="838200"/>
                  </a:lnTo>
                  <a:lnTo>
                    <a:pt x="1071003" y="876300"/>
                  </a:lnTo>
                  <a:lnTo>
                    <a:pt x="1064425" y="876300"/>
                  </a:lnTo>
                  <a:lnTo>
                    <a:pt x="1062723" y="889000"/>
                  </a:lnTo>
                  <a:lnTo>
                    <a:pt x="1057389" y="889000"/>
                  </a:lnTo>
                  <a:lnTo>
                    <a:pt x="1051280" y="901700"/>
                  </a:lnTo>
                  <a:lnTo>
                    <a:pt x="1039837" y="901700"/>
                  </a:lnTo>
                  <a:lnTo>
                    <a:pt x="1008049" y="863600"/>
                  </a:lnTo>
                  <a:lnTo>
                    <a:pt x="990815" y="812800"/>
                  </a:lnTo>
                  <a:lnTo>
                    <a:pt x="982230" y="762000"/>
                  </a:lnTo>
                  <a:lnTo>
                    <a:pt x="982230" y="0"/>
                  </a:lnTo>
                  <a:lnTo>
                    <a:pt x="964438" y="0"/>
                  </a:lnTo>
                  <a:lnTo>
                    <a:pt x="964438" y="762000"/>
                  </a:lnTo>
                  <a:lnTo>
                    <a:pt x="955865" y="812800"/>
                  </a:lnTo>
                  <a:lnTo>
                    <a:pt x="939825" y="863600"/>
                  </a:lnTo>
                  <a:lnTo>
                    <a:pt x="910475" y="901700"/>
                  </a:lnTo>
                  <a:lnTo>
                    <a:pt x="870419" y="927100"/>
                  </a:lnTo>
                  <a:lnTo>
                    <a:pt x="822236" y="952500"/>
                  </a:lnTo>
                  <a:lnTo>
                    <a:pt x="3949" y="952500"/>
                  </a:lnTo>
                  <a:lnTo>
                    <a:pt x="0" y="965200"/>
                  </a:lnTo>
                  <a:lnTo>
                    <a:pt x="0" y="977900"/>
                  </a:lnTo>
                  <a:lnTo>
                    <a:pt x="822236" y="977900"/>
                  </a:lnTo>
                  <a:lnTo>
                    <a:pt x="850709" y="990600"/>
                  </a:lnTo>
                  <a:lnTo>
                    <a:pt x="876858" y="1003300"/>
                  </a:lnTo>
                  <a:lnTo>
                    <a:pt x="900214" y="1016000"/>
                  </a:lnTo>
                  <a:lnTo>
                    <a:pt x="920292" y="1041400"/>
                  </a:lnTo>
                  <a:lnTo>
                    <a:pt x="908939" y="1054100"/>
                  </a:lnTo>
                  <a:lnTo>
                    <a:pt x="886244" y="1079500"/>
                  </a:lnTo>
                  <a:lnTo>
                    <a:pt x="853567" y="1130300"/>
                  </a:lnTo>
                  <a:lnTo>
                    <a:pt x="822286" y="1168400"/>
                  </a:lnTo>
                  <a:lnTo>
                    <a:pt x="792391" y="1206500"/>
                  </a:lnTo>
                  <a:lnTo>
                    <a:pt x="763905" y="1257300"/>
                  </a:lnTo>
                  <a:lnTo>
                    <a:pt x="736815" y="1295400"/>
                  </a:lnTo>
                  <a:lnTo>
                    <a:pt x="711149" y="1346200"/>
                  </a:lnTo>
                  <a:lnTo>
                    <a:pt x="686879" y="1397000"/>
                  </a:lnTo>
                  <a:lnTo>
                    <a:pt x="664057" y="1435100"/>
                  </a:lnTo>
                  <a:lnTo>
                    <a:pt x="642645" y="1485900"/>
                  </a:lnTo>
                  <a:lnTo>
                    <a:pt x="622681" y="1524000"/>
                  </a:lnTo>
                  <a:lnTo>
                    <a:pt x="604151" y="1574800"/>
                  </a:lnTo>
                  <a:lnTo>
                    <a:pt x="591337" y="1612900"/>
                  </a:lnTo>
                  <a:lnTo>
                    <a:pt x="587070" y="1625600"/>
                  </a:lnTo>
                  <a:lnTo>
                    <a:pt x="571449" y="1663700"/>
                  </a:lnTo>
                  <a:lnTo>
                    <a:pt x="557276" y="1714500"/>
                  </a:lnTo>
                  <a:lnTo>
                    <a:pt x="548055" y="1752600"/>
                  </a:lnTo>
                  <a:lnTo>
                    <a:pt x="571868" y="1752600"/>
                  </a:lnTo>
                  <a:lnTo>
                    <a:pt x="572414" y="1739900"/>
                  </a:lnTo>
                  <a:lnTo>
                    <a:pt x="584517" y="1701800"/>
                  </a:lnTo>
                  <a:lnTo>
                    <a:pt x="598004" y="1651000"/>
                  </a:lnTo>
                  <a:lnTo>
                    <a:pt x="612825" y="1612900"/>
                  </a:lnTo>
                  <a:lnTo>
                    <a:pt x="597801" y="1663700"/>
                  </a:lnTo>
                  <a:lnTo>
                    <a:pt x="585038" y="1714500"/>
                  </a:lnTo>
                  <a:lnTo>
                    <a:pt x="579208" y="1752600"/>
                  </a:lnTo>
                  <a:lnTo>
                    <a:pt x="597027" y="1752600"/>
                  </a:lnTo>
                  <a:lnTo>
                    <a:pt x="606679" y="1701800"/>
                  </a:lnTo>
                  <a:lnTo>
                    <a:pt x="618591" y="1651000"/>
                  </a:lnTo>
                  <a:lnTo>
                    <a:pt x="632307" y="1612900"/>
                  </a:lnTo>
                  <a:lnTo>
                    <a:pt x="647788" y="1562100"/>
                  </a:lnTo>
                  <a:lnTo>
                    <a:pt x="665060" y="1511300"/>
                  </a:lnTo>
                  <a:lnTo>
                    <a:pt x="684072" y="1473200"/>
                  </a:lnTo>
                  <a:lnTo>
                    <a:pt x="704850" y="1422400"/>
                  </a:lnTo>
                  <a:lnTo>
                    <a:pt x="727354" y="1371600"/>
                  </a:lnTo>
                  <a:lnTo>
                    <a:pt x="751598" y="1333500"/>
                  </a:lnTo>
                  <a:lnTo>
                    <a:pt x="777544" y="1282700"/>
                  </a:lnTo>
                  <a:lnTo>
                    <a:pt x="805205" y="1231900"/>
                  </a:lnTo>
                  <a:lnTo>
                    <a:pt x="834555" y="1193800"/>
                  </a:lnTo>
                  <a:lnTo>
                    <a:pt x="865593" y="1143000"/>
                  </a:lnTo>
                  <a:lnTo>
                    <a:pt x="898296" y="1104900"/>
                  </a:lnTo>
                  <a:lnTo>
                    <a:pt x="932662" y="1054100"/>
                  </a:lnTo>
                  <a:lnTo>
                    <a:pt x="937323" y="1066800"/>
                  </a:lnTo>
                  <a:lnTo>
                    <a:pt x="941565" y="1079500"/>
                  </a:lnTo>
                  <a:lnTo>
                    <a:pt x="945349" y="1079500"/>
                  </a:lnTo>
                  <a:lnTo>
                    <a:pt x="948664" y="1092200"/>
                  </a:lnTo>
                  <a:lnTo>
                    <a:pt x="926223" y="1117600"/>
                  </a:lnTo>
                  <a:lnTo>
                    <a:pt x="914996" y="1130300"/>
                  </a:lnTo>
                  <a:lnTo>
                    <a:pt x="883259" y="1181100"/>
                  </a:lnTo>
                  <a:lnTo>
                    <a:pt x="853440" y="1231900"/>
                  </a:lnTo>
                  <a:lnTo>
                    <a:pt x="825576" y="1270000"/>
                  </a:lnTo>
                  <a:lnTo>
                    <a:pt x="799680" y="1320800"/>
                  </a:lnTo>
                  <a:lnTo>
                    <a:pt x="775754" y="1371600"/>
                  </a:lnTo>
                  <a:lnTo>
                    <a:pt x="753833" y="1409700"/>
                  </a:lnTo>
                  <a:lnTo>
                    <a:pt x="733933" y="1460500"/>
                  </a:lnTo>
                  <a:lnTo>
                    <a:pt x="716051" y="1511300"/>
                  </a:lnTo>
                  <a:lnTo>
                    <a:pt x="700214" y="1562100"/>
                  </a:lnTo>
                  <a:lnTo>
                    <a:pt x="686435" y="1600200"/>
                  </a:lnTo>
                  <a:lnTo>
                    <a:pt x="674738" y="1651000"/>
                  </a:lnTo>
                  <a:lnTo>
                    <a:pt x="665137" y="1701800"/>
                  </a:lnTo>
                  <a:lnTo>
                    <a:pt x="657631" y="1739900"/>
                  </a:lnTo>
                  <a:lnTo>
                    <a:pt x="657288" y="1752600"/>
                  </a:lnTo>
                  <a:lnTo>
                    <a:pt x="675220" y="1752600"/>
                  </a:lnTo>
                  <a:lnTo>
                    <a:pt x="682167" y="1701800"/>
                  </a:lnTo>
                  <a:lnTo>
                    <a:pt x="691375" y="1663700"/>
                  </a:lnTo>
                  <a:lnTo>
                    <a:pt x="702589" y="1612900"/>
                  </a:lnTo>
                  <a:lnTo>
                    <a:pt x="715797" y="1562100"/>
                  </a:lnTo>
                  <a:lnTo>
                    <a:pt x="730999" y="1524000"/>
                  </a:lnTo>
                  <a:lnTo>
                    <a:pt x="748157" y="1473200"/>
                  </a:lnTo>
                  <a:lnTo>
                    <a:pt x="767270" y="1435100"/>
                  </a:lnTo>
                  <a:lnTo>
                    <a:pt x="788327" y="1384300"/>
                  </a:lnTo>
                  <a:lnTo>
                    <a:pt x="811314" y="1333500"/>
                  </a:lnTo>
                  <a:lnTo>
                    <a:pt x="836206" y="1295400"/>
                  </a:lnTo>
                  <a:lnTo>
                    <a:pt x="863003" y="1244600"/>
                  </a:lnTo>
                  <a:lnTo>
                    <a:pt x="891679" y="1206500"/>
                  </a:lnTo>
                  <a:lnTo>
                    <a:pt x="922223" y="1155700"/>
                  </a:lnTo>
                  <a:lnTo>
                    <a:pt x="954620" y="1117600"/>
                  </a:lnTo>
                  <a:lnTo>
                    <a:pt x="955865" y="1117600"/>
                  </a:lnTo>
                  <a:lnTo>
                    <a:pt x="964450" y="1168400"/>
                  </a:lnTo>
                  <a:lnTo>
                    <a:pt x="964450" y="1244600"/>
                  </a:lnTo>
                  <a:lnTo>
                    <a:pt x="964450" y="1282700"/>
                  </a:lnTo>
                  <a:lnTo>
                    <a:pt x="940663" y="1320800"/>
                  </a:lnTo>
                  <a:lnTo>
                    <a:pt x="919289" y="1371600"/>
                  </a:lnTo>
                  <a:lnTo>
                    <a:pt x="900353" y="1422400"/>
                  </a:lnTo>
                  <a:lnTo>
                    <a:pt x="883881" y="1460500"/>
                  </a:lnTo>
                  <a:lnTo>
                    <a:pt x="869886" y="1511300"/>
                  </a:lnTo>
                  <a:lnTo>
                    <a:pt x="858380" y="1562100"/>
                  </a:lnTo>
                  <a:lnTo>
                    <a:pt x="849401" y="1600200"/>
                  </a:lnTo>
                  <a:lnTo>
                    <a:pt x="842962" y="1651000"/>
                  </a:lnTo>
                  <a:lnTo>
                    <a:pt x="839076" y="1701800"/>
                  </a:lnTo>
                  <a:lnTo>
                    <a:pt x="837780" y="1739900"/>
                  </a:lnTo>
                  <a:lnTo>
                    <a:pt x="837971" y="1752600"/>
                  </a:lnTo>
                  <a:lnTo>
                    <a:pt x="855687" y="1752600"/>
                  </a:lnTo>
                  <a:lnTo>
                    <a:pt x="855484" y="1739900"/>
                  </a:lnTo>
                  <a:lnTo>
                    <a:pt x="856843" y="1701800"/>
                  </a:lnTo>
                  <a:lnTo>
                    <a:pt x="860933" y="1651000"/>
                  </a:lnTo>
                  <a:lnTo>
                    <a:pt x="867740" y="1600200"/>
                  </a:lnTo>
                  <a:lnTo>
                    <a:pt x="877239" y="1549400"/>
                  </a:lnTo>
                  <a:lnTo>
                    <a:pt x="889406" y="1511300"/>
                  </a:lnTo>
                  <a:lnTo>
                    <a:pt x="904227" y="1460500"/>
                  </a:lnTo>
                  <a:lnTo>
                    <a:pt x="921677" y="1409700"/>
                  </a:lnTo>
                  <a:lnTo>
                    <a:pt x="941730" y="1358900"/>
                  </a:lnTo>
                  <a:lnTo>
                    <a:pt x="964361" y="1320800"/>
                  </a:lnTo>
                  <a:lnTo>
                    <a:pt x="964361" y="1752600"/>
                  </a:lnTo>
                  <a:lnTo>
                    <a:pt x="982078" y="1752600"/>
                  </a:lnTo>
                  <a:lnTo>
                    <a:pt x="982078" y="1282700"/>
                  </a:lnTo>
                  <a:lnTo>
                    <a:pt x="1007059" y="1244600"/>
                  </a:lnTo>
                  <a:lnTo>
                    <a:pt x="1034211" y="1193800"/>
                  </a:lnTo>
                  <a:lnTo>
                    <a:pt x="1063510" y="1155700"/>
                  </a:lnTo>
                  <a:lnTo>
                    <a:pt x="1094955" y="1117600"/>
                  </a:lnTo>
                  <a:lnTo>
                    <a:pt x="1128547" y="1066800"/>
                  </a:lnTo>
                  <a:lnTo>
                    <a:pt x="1164259" y="1028700"/>
                  </a:lnTo>
                  <a:lnTo>
                    <a:pt x="1202080" y="990600"/>
                  </a:lnTo>
                  <a:lnTo>
                    <a:pt x="1207414" y="990600"/>
                  </a:lnTo>
                  <a:lnTo>
                    <a:pt x="1212824" y="977900"/>
                  </a:lnTo>
                  <a:lnTo>
                    <a:pt x="1472488" y="977900"/>
                  </a:lnTo>
                  <a:lnTo>
                    <a:pt x="1431645" y="1003300"/>
                  </a:lnTo>
                  <a:lnTo>
                    <a:pt x="1391551" y="1041400"/>
                  </a:lnTo>
                  <a:lnTo>
                    <a:pt x="1352359" y="1066800"/>
                  </a:lnTo>
                  <a:lnTo>
                    <a:pt x="1314208" y="1104900"/>
                  </a:lnTo>
                  <a:lnTo>
                    <a:pt x="1274711" y="1143000"/>
                  </a:lnTo>
                  <a:lnTo>
                    <a:pt x="1237957" y="1193800"/>
                  </a:lnTo>
                  <a:lnTo>
                    <a:pt x="1203960" y="1231900"/>
                  </a:lnTo>
                  <a:lnTo>
                    <a:pt x="1172756" y="1282700"/>
                  </a:lnTo>
                  <a:lnTo>
                    <a:pt x="1144384" y="1320800"/>
                  </a:lnTo>
                  <a:lnTo>
                    <a:pt x="1118857" y="1371600"/>
                  </a:lnTo>
                  <a:lnTo>
                    <a:pt x="1096225" y="1422400"/>
                  </a:lnTo>
                  <a:lnTo>
                    <a:pt x="1076502" y="1460500"/>
                  </a:lnTo>
                  <a:lnTo>
                    <a:pt x="1059738" y="1511300"/>
                  </a:lnTo>
                  <a:lnTo>
                    <a:pt x="1045946" y="1562100"/>
                  </a:lnTo>
                  <a:lnTo>
                    <a:pt x="1035164" y="1600200"/>
                  </a:lnTo>
                  <a:lnTo>
                    <a:pt x="1027430" y="1651000"/>
                  </a:lnTo>
                  <a:lnTo>
                    <a:pt x="1022769" y="1689100"/>
                  </a:lnTo>
                  <a:lnTo>
                    <a:pt x="1021207" y="1739900"/>
                  </a:lnTo>
                  <a:lnTo>
                    <a:pt x="1021588" y="1752600"/>
                  </a:lnTo>
                  <a:lnTo>
                    <a:pt x="1039380" y="1752600"/>
                  </a:lnTo>
                  <a:lnTo>
                    <a:pt x="1038987" y="1739900"/>
                  </a:lnTo>
                  <a:lnTo>
                    <a:pt x="1040498" y="1689100"/>
                  </a:lnTo>
                  <a:lnTo>
                    <a:pt x="1045057" y="1651000"/>
                  </a:lnTo>
                  <a:lnTo>
                    <a:pt x="1052626" y="1600200"/>
                  </a:lnTo>
                  <a:lnTo>
                    <a:pt x="1063167" y="1562100"/>
                  </a:lnTo>
                  <a:lnTo>
                    <a:pt x="1076680" y="1511300"/>
                  </a:lnTo>
                  <a:lnTo>
                    <a:pt x="1093114" y="1473200"/>
                  </a:lnTo>
                  <a:lnTo>
                    <a:pt x="1112456" y="1422400"/>
                  </a:lnTo>
                  <a:lnTo>
                    <a:pt x="1134681" y="1384300"/>
                  </a:lnTo>
                  <a:lnTo>
                    <a:pt x="1159738" y="1333500"/>
                  </a:lnTo>
                  <a:lnTo>
                    <a:pt x="1187627" y="1295400"/>
                  </a:lnTo>
                  <a:lnTo>
                    <a:pt x="1218298" y="1244600"/>
                  </a:lnTo>
                  <a:lnTo>
                    <a:pt x="1251737" y="1206500"/>
                  </a:lnTo>
                  <a:lnTo>
                    <a:pt x="1287919" y="1155700"/>
                  </a:lnTo>
                  <a:lnTo>
                    <a:pt x="1326807" y="1117600"/>
                  </a:lnTo>
                  <a:lnTo>
                    <a:pt x="1360855" y="1092200"/>
                  </a:lnTo>
                  <a:lnTo>
                    <a:pt x="1395755" y="1054100"/>
                  </a:lnTo>
                  <a:lnTo>
                    <a:pt x="1431391" y="1028700"/>
                  </a:lnTo>
                  <a:lnTo>
                    <a:pt x="1467675" y="1003300"/>
                  </a:lnTo>
                  <a:lnTo>
                    <a:pt x="1504505" y="977900"/>
                  </a:lnTo>
                  <a:lnTo>
                    <a:pt x="1946516" y="977900"/>
                  </a:lnTo>
                  <a:lnTo>
                    <a:pt x="1946516" y="965200"/>
                  </a:lnTo>
                  <a:lnTo>
                    <a:pt x="1942503" y="952500"/>
                  </a:lnTo>
                  <a:lnTo>
                    <a:pt x="1532737" y="952500"/>
                  </a:lnTo>
                  <a:lnTo>
                    <a:pt x="1578635" y="927100"/>
                  </a:lnTo>
                  <a:lnTo>
                    <a:pt x="1624914" y="914400"/>
                  </a:lnTo>
                  <a:lnTo>
                    <a:pt x="1671383" y="889000"/>
                  </a:lnTo>
                  <a:lnTo>
                    <a:pt x="1855774" y="838200"/>
                  </a:lnTo>
                  <a:lnTo>
                    <a:pt x="2048141" y="838200"/>
                  </a:lnTo>
                  <a:lnTo>
                    <a:pt x="2096744" y="850900"/>
                  </a:lnTo>
                  <a:lnTo>
                    <a:pt x="2142833" y="876300"/>
                  </a:lnTo>
                  <a:lnTo>
                    <a:pt x="2186101" y="889000"/>
                  </a:lnTo>
                  <a:lnTo>
                    <a:pt x="2226233" y="914400"/>
                  </a:lnTo>
                  <a:lnTo>
                    <a:pt x="2262949" y="952500"/>
                  </a:lnTo>
                  <a:lnTo>
                    <a:pt x="2277186" y="965200"/>
                  </a:lnTo>
                  <a:lnTo>
                    <a:pt x="2277186" y="939800"/>
                  </a:lnTo>
                  <a:lnTo>
                    <a:pt x="2275471" y="939800"/>
                  </a:lnTo>
                  <a:lnTo>
                    <a:pt x="2237067" y="901700"/>
                  </a:lnTo>
                  <a:lnTo>
                    <a:pt x="2195118" y="876300"/>
                  </a:lnTo>
                  <a:lnTo>
                    <a:pt x="2149983" y="850900"/>
                  </a:lnTo>
                  <a:lnTo>
                    <a:pt x="2102015" y="838200"/>
                  </a:lnTo>
                  <a:lnTo>
                    <a:pt x="2051545" y="825500"/>
                  </a:lnTo>
                  <a:lnTo>
                    <a:pt x="1998954" y="812800"/>
                  </a:lnTo>
                  <a:lnTo>
                    <a:pt x="1896706" y="812800"/>
                  </a:lnTo>
                  <a:lnTo>
                    <a:pt x="1847938" y="825500"/>
                  </a:lnTo>
                  <a:lnTo>
                    <a:pt x="1798485" y="825500"/>
                  </a:lnTo>
                  <a:lnTo>
                    <a:pt x="1748574" y="838200"/>
                  </a:lnTo>
                  <a:lnTo>
                    <a:pt x="1698409" y="863600"/>
                  </a:lnTo>
                  <a:lnTo>
                    <a:pt x="1648180" y="876300"/>
                  </a:lnTo>
                  <a:lnTo>
                    <a:pt x="1499247" y="952500"/>
                  </a:lnTo>
                  <a:lnTo>
                    <a:pt x="1236954" y="952500"/>
                  </a:lnTo>
                  <a:lnTo>
                    <a:pt x="1278674" y="914400"/>
                  </a:lnTo>
                  <a:lnTo>
                    <a:pt x="1321308" y="889000"/>
                  </a:lnTo>
                  <a:lnTo>
                    <a:pt x="1364767" y="850900"/>
                  </a:lnTo>
                  <a:lnTo>
                    <a:pt x="1408912" y="825500"/>
                  </a:lnTo>
                  <a:lnTo>
                    <a:pt x="1590179" y="723900"/>
                  </a:lnTo>
                  <a:lnTo>
                    <a:pt x="1636102" y="711200"/>
                  </a:lnTo>
                  <a:lnTo>
                    <a:pt x="1682051" y="685800"/>
                  </a:lnTo>
                  <a:lnTo>
                    <a:pt x="1773529" y="660400"/>
                  </a:lnTo>
                  <a:lnTo>
                    <a:pt x="1818830" y="660400"/>
                  </a:lnTo>
                  <a:lnTo>
                    <a:pt x="1863712" y="647700"/>
                  </a:lnTo>
                  <a:lnTo>
                    <a:pt x="2053742" y="647700"/>
                  </a:lnTo>
                  <a:lnTo>
                    <a:pt x="2149652" y="673100"/>
                  </a:lnTo>
                  <a:lnTo>
                    <a:pt x="2194852" y="685800"/>
                  </a:lnTo>
                  <a:lnTo>
                    <a:pt x="2237956" y="711200"/>
                  </a:lnTo>
                  <a:lnTo>
                    <a:pt x="2277186" y="736600"/>
                  </a:lnTo>
                  <a:lnTo>
                    <a:pt x="2277186" y="711200"/>
                  </a:lnTo>
                  <a:lnTo>
                    <a:pt x="2246325" y="698500"/>
                  </a:lnTo>
                  <a:lnTo>
                    <a:pt x="2201761" y="673100"/>
                  </a:lnTo>
                  <a:lnTo>
                    <a:pt x="2155101" y="660400"/>
                  </a:lnTo>
                  <a:lnTo>
                    <a:pt x="2056345" y="635000"/>
                  </a:lnTo>
                  <a:lnTo>
                    <a:pt x="2004656" y="635000"/>
                  </a:lnTo>
                  <a:lnTo>
                    <a:pt x="1951697" y="622300"/>
                  </a:lnTo>
                  <a:lnTo>
                    <a:pt x="1908784" y="622300"/>
                  </a:lnTo>
                  <a:lnTo>
                    <a:pt x="1865299" y="635000"/>
                  </a:lnTo>
                  <a:lnTo>
                    <a:pt x="1821332" y="635000"/>
                  </a:lnTo>
                  <a:lnTo>
                    <a:pt x="1776984" y="647700"/>
                  </a:lnTo>
                  <a:lnTo>
                    <a:pt x="1597761" y="698500"/>
                  </a:lnTo>
                  <a:lnTo>
                    <a:pt x="1508455" y="749300"/>
                  </a:lnTo>
                  <a:lnTo>
                    <a:pt x="1464221" y="762000"/>
                  </a:lnTo>
                  <a:lnTo>
                    <a:pt x="1420393" y="800100"/>
                  </a:lnTo>
                  <a:lnTo>
                    <a:pt x="1334401" y="850900"/>
                  </a:lnTo>
                  <a:lnTo>
                    <a:pt x="1292415" y="889000"/>
                  </a:lnTo>
                  <a:lnTo>
                    <a:pt x="1251229" y="927100"/>
                  </a:lnTo>
                  <a:lnTo>
                    <a:pt x="1210970" y="952500"/>
                  </a:lnTo>
                  <a:lnTo>
                    <a:pt x="1189621" y="952500"/>
                  </a:lnTo>
                  <a:lnTo>
                    <a:pt x="1189621" y="977900"/>
                  </a:lnTo>
                  <a:lnTo>
                    <a:pt x="1154645" y="1016000"/>
                  </a:lnTo>
                  <a:lnTo>
                    <a:pt x="1121422" y="1054100"/>
                  </a:lnTo>
                  <a:lnTo>
                    <a:pt x="1089977" y="1092200"/>
                  </a:lnTo>
                  <a:lnTo>
                    <a:pt x="1060323" y="1130300"/>
                  </a:lnTo>
                  <a:lnTo>
                    <a:pt x="1032459" y="1168400"/>
                  </a:lnTo>
                  <a:lnTo>
                    <a:pt x="1006398" y="1206500"/>
                  </a:lnTo>
                  <a:lnTo>
                    <a:pt x="982154" y="1244600"/>
                  </a:lnTo>
                  <a:lnTo>
                    <a:pt x="982154" y="1168400"/>
                  </a:lnTo>
                  <a:lnTo>
                    <a:pt x="990739" y="1117600"/>
                  </a:lnTo>
                  <a:lnTo>
                    <a:pt x="1006779" y="1066800"/>
                  </a:lnTo>
                  <a:lnTo>
                    <a:pt x="1036116" y="1028700"/>
                  </a:lnTo>
                  <a:lnTo>
                    <a:pt x="1076172" y="1003300"/>
                  </a:lnTo>
                  <a:lnTo>
                    <a:pt x="1124356" y="990600"/>
                  </a:lnTo>
                  <a:lnTo>
                    <a:pt x="1176248" y="977900"/>
                  </a:lnTo>
                  <a:lnTo>
                    <a:pt x="1189621" y="977900"/>
                  </a:lnTo>
                  <a:lnTo>
                    <a:pt x="1189621" y="952500"/>
                  </a:lnTo>
                  <a:lnTo>
                    <a:pt x="1116012" y="952500"/>
                  </a:lnTo>
                  <a:lnTo>
                    <a:pt x="1107884" y="939800"/>
                  </a:lnTo>
                  <a:lnTo>
                    <a:pt x="1108735" y="939800"/>
                  </a:lnTo>
                  <a:lnTo>
                    <a:pt x="1113142" y="927100"/>
                  </a:lnTo>
                  <a:lnTo>
                    <a:pt x="1153198" y="889000"/>
                  </a:lnTo>
                  <a:lnTo>
                    <a:pt x="1193990" y="850900"/>
                  </a:lnTo>
                  <a:lnTo>
                    <a:pt x="1235456" y="812800"/>
                  </a:lnTo>
                  <a:lnTo>
                    <a:pt x="1277531" y="787400"/>
                  </a:lnTo>
                  <a:lnTo>
                    <a:pt x="1320139" y="749300"/>
                  </a:lnTo>
                  <a:lnTo>
                    <a:pt x="1363218" y="723900"/>
                  </a:lnTo>
                  <a:lnTo>
                    <a:pt x="1627771" y="571500"/>
                  </a:lnTo>
                  <a:lnTo>
                    <a:pt x="1892236" y="495300"/>
                  </a:lnTo>
                  <a:lnTo>
                    <a:pt x="1935276" y="495300"/>
                  </a:lnTo>
                  <a:lnTo>
                    <a:pt x="1977847" y="482600"/>
                  </a:lnTo>
                  <a:lnTo>
                    <a:pt x="2114867" y="482600"/>
                  </a:lnTo>
                  <a:lnTo>
                    <a:pt x="2167102" y="495300"/>
                  </a:lnTo>
                  <a:lnTo>
                    <a:pt x="2217839" y="495300"/>
                  </a:lnTo>
                  <a:lnTo>
                    <a:pt x="2266950" y="508000"/>
                  </a:lnTo>
                  <a:lnTo>
                    <a:pt x="2277186" y="508000"/>
                  </a:lnTo>
                  <a:lnTo>
                    <a:pt x="2277186" y="495300"/>
                  </a:lnTo>
                  <a:lnTo>
                    <a:pt x="2271877" y="495300"/>
                  </a:lnTo>
                  <a:lnTo>
                    <a:pt x="2169477" y="469900"/>
                  </a:lnTo>
                  <a:lnTo>
                    <a:pt x="1932990" y="469900"/>
                  </a:lnTo>
                  <a:lnTo>
                    <a:pt x="1889226" y="482600"/>
                  </a:lnTo>
                  <a:lnTo>
                    <a:pt x="1845068" y="495300"/>
                  </a:lnTo>
                  <a:lnTo>
                    <a:pt x="1800606" y="495300"/>
                  </a:lnTo>
                  <a:lnTo>
                    <a:pt x="1710994" y="520700"/>
                  </a:lnTo>
                  <a:lnTo>
                    <a:pt x="1665986" y="546100"/>
                  </a:lnTo>
                  <a:lnTo>
                    <a:pt x="1620926" y="558800"/>
                  </a:lnTo>
                  <a:lnTo>
                    <a:pt x="1575879" y="584200"/>
                  </a:lnTo>
                  <a:lnTo>
                    <a:pt x="1530921" y="596900"/>
                  </a:lnTo>
                  <a:lnTo>
                    <a:pt x="1397228" y="673100"/>
                  </a:lnTo>
                  <a:lnTo>
                    <a:pt x="1353273" y="711200"/>
                  </a:lnTo>
                  <a:lnTo>
                    <a:pt x="1309725" y="736600"/>
                  </a:lnTo>
                  <a:lnTo>
                    <a:pt x="1266672" y="774700"/>
                  </a:lnTo>
                  <a:lnTo>
                    <a:pt x="1224165" y="800100"/>
                  </a:lnTo>
                  <a:lnTo>
                    <a:pt x="1182281" y="838200"/>
                  </a:lnTo>
                  <a:lnTo>
                    <a:pt x="1141082" y="876300"/>
                  </a:lnTo>
                  <a:lnTo>
                    <a:pt x="1100620" y="914400"/>
                  </a:lnTo>
                  <a:lnTo>
                    <a:pt x="1096010" y="927100"/>
                  </a:lnTo>
                  <a:lnTo>
                    <a:pt x="1091425" y="927100"/>
                  </a:lnTo>
                  <a:lnTo>
                    <a:pt x="1082294" y="939800"/>
                  </a:lnTo>
                  <a:lnTo>
                    <a:pt x="1074737" y="927100"/>
                  </a:lnTo>
                  <a:lnTo>
                    <a:pt x="1060335" y="927100"/>
                  </a:lnTo>
                  <a:lnTo>
                    <a:pt x="1053528" y="914400"/>
                  </a:lnTo>
                  <a:lnTo>
                    <a:pt x="1059180" y="914400"/>
                  </a:lnTo>
                  <a:lnTo>
                    <a:pt x="1064882" y="901700"/>
                  </a:lnTo>
                  <a:lnTo>
                    <a:pt x="1076413" y="901700"/>
                  </a:lnTo>
                  <a:lnTo>
                    <a:pt x="1113815" y="863600"/>
                  </a:lnTo>
                  <a:lnTo>
                    <a:pt x="1151788" y="825500"/>
                  </a:lnTo>
                  <a:lnTo>
                    <a:pt x="1190320" y="787400"/>
                  </a:lnTo>
                  <a:lnTo>
                    <a:pt x="1229372" y="762000"/>
                  </a:lnTo>
                  <a:lnTo>
                    <a:pt x="1268907" y="723900"/>
                  </a:lnTo>
                  <a:lnTo>
                    <a:pt x="1349286" y="673100"/>
                  </a:lnTo>
                  <a:lnTo>
                    <a:pt x="1390065" y="635000"/>
                  </a:lnTo>
                  <a:lnTo>
                    <a:pt x="1431201" y="609600"/>
                  </a:lnTo>
                  <a:lnTo>
                    <a:pt x="1445272" y="609600"/>
                  </a:lnTo>
                  <a:lnTo>
                    <a:pt x="1459039" y="596900"/>
                  </a:lnTo>
                  <a:lnTo>
                    <a:pt x="1466075" y="596900"/>
                  </a:lnTo>
                  <a:lnTo>
                    <a:pt x="1513624" y="558800"/>
                  </a:lnTo>
                  <a:lnTo>
                    <a:pt x="1561465" y="533400"/>
                  </a:lnTo>
                  <a:lnTo>
                    <a:pt x="1609559" y="520700"/>
                  </a:lnTo>
                  <a:lnTo>
                    <a:pt x="1657845" y="495300"/>
                  </a:lnTo>
                  <a:lnTo>
                    <a:pt x="1709953" y="469900"/>
                  </a:lnTo>
                  <a:lnTo>
                    <a:pt x="1762010" y="457200"/>
                  </a:lnTo>
                  <a:lnTo>
                    <a:pt x="1813915" y="431800"/>
                  </a:lnTo>
                  <a:lnTo>
                    <a:pt x="1967992" y="393700"/>
                  </a:lnTo>
                  <a:lnTo>
                    <a:pt x="2018512" y="393700"/>
                  </a:lnTo>
                  <a:lnTo>
                    <a:pt x="2068487" y="381000"/>
                  </a:lnTo>
                  <a:lnTo>
                    <a:pt x="2277186" y="381000"/>
                  </a:lnTo>
                  <a:lnTo>
                    <a:pt x="2277186" y="368300"/>
                  </a:lnTo>
                  <a:lnTo>
                    <a:pt x="2218969" y="368300"/>
                  </a:lnTo>
                  <a:lnTo>
                    <a:pt x="2166442" y="355600"/>
                  </a:lnTo>
                  <a:lnTo>
                    <a:pt x="2277186" y="355600"/>
                  </a:lnTo>
                  <a:lnTo>
                    <a:pt x="2277186" y="330200"/>
                  </a:lnTo>
                  <a:close/>
                </a:path>
                <a:path w="2277744" h="1752600">
                  <a:moveTo>
                    <a:pt x="2277186" y="146494"/>
                  </a:moveTo>
                  <a:lnTo>
                    <a:pt x="2216099" y="131978"/>
                  </a:lnTo>
                  <a:lnTo>
                    <a:pt x="2177834" y="93713"/>
                  </a:lnTo>
                  <a:lnTo>
                    <a:pt x="2159406" y="8890"/>
                  </a:lnTo>
                  <a:lnTo>
                    <a:pt x="2149818" y="67119"/>
                  </a:lnTo>
                  <a:lnTo>
                    <a:pt x="2124799" y="115798"/>
                  </a:lnTo>
                  <a:lnTo>
                    <a:pt x="2076119" y="140817"/>
                  </a:lnTo>
                  <a:lnTo>
                    <a:pt x="2017890" y="150406"/>
                  </a:lnTo>
                  <a:lnTo>
                    <a:pt x="2076119" y="159994"/>
                  </a:lnTo>
                  <a:lnTo>
                    <a:pt x="2124799" y="185013"/>
                  </a:lnTo>
                  <a:lnTo>
                    <a:pt x="2149818" y="233692"/>
                  </a:lnTo>
                  <a:lnTo>
                    <a:pt x="2159406" y="291922"/>
                  </a:lnTo>
                  <a:lnTo>
                    <a:pt x="2168995" y="233692"/>
                  </a:lnTo>
                  <a:lnTo>
                    <a:pt x="2194014" y="185013"/>
                  </a:lnTo>
                  <a:lnTo>
                    <a:pt x="2242693" y="159994"/>
                  </a:lnTo>
                  <a:lnTo>
                    <a:pt x="2277186" y="154317"/>
                  </a:lnTo>
                  <a:lnTo>
                    <a:pt x="2277186" y="146494"/>
                  </a:lnTo>
                  <a:close/>
                </a:path>
              </a:pathLst>
            </a:custGeom>
            <a:solidFill>
              <a:srgbClr val="FF8F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19384" y="9055426"/>
              <a:ext cx="195332" cy="1953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 marL="629285">
              <a:lnSpc>
                <a:spcPts val="9810"/>
              </a:lnSpc>
              <a:spcBef>
                <a:spcPts val="125"/>
              </a:spcBef>
            </a:pPr>
            <a:r>
              <a:rPr dirty="0" u="none" spc="-340"/>
              <a:t>T</a:t>
            </a:r>
            <a:r>
              <a:rPr dirty="0" u="none" spc="305"/>
              <a:t>e</a:t>
            </a:r>
            <a:r>
              <a:rPr dirty="0" u="none" spc="385"/>
              <a:t>a</a:t>
            </a:r>
            <a:r>
              <a:rPr dirty="0" u="none" spc="580"/>
              <a:t>m</a:t>
            </a:r>
            <a:r>
              <a:rPr dirty="0" u="none" spc="-680"/>
              <a:t> </a:t>
            </a:r>
            <a:r>
              <a:rPr dirty="0" u="none" spc="745"/>
              <a:t>Name</a:t>
            </a:r>
          </a:p>
          <a:p>
            <a:pPr algn="ctr" marL="629285">
              <a:lnSpc>
                <a:spcPts val="4890"/>
              </a:lnSpc>
            </a:pPr>
            <a:r>
              <a:rPr dirty="0" u="none" sz="4150" spc="-50" b="0">
                <a:latin typeface="Roboto"/>
                <a:cs typeface="Roboto"/>
              </a:rPr>
              <a:t>TEAM</a:t>
            </a:r>
            <a:r>
              <a:rPr dirty="0" u="none" sz="4150" spc="-240" b="0">
                <a:latin typeface="Roboto"/>
                <a:cs typeface="Roboto"/>
              </a:rPr>
              <a:t> </a:t>
            </a:r>
            <a:r>
              <a:rPr dirty="0" u="none" sz="4150" spc="-10" b="0">
                <a:latin typeface="Roboto"/>
                <a:cs typeface="Roboto"/>
              </a:rPr>
              <a:t>MEMBERS</a:t>
            </a:r>
            <a:endParaRPr sz="415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4040" y="2711831"/>
            <a:ext cx="11620500" cy="5080"/>
          </a:xfrm>
          <a:custGeom>
            <a:avLst/>
            <a:gdLst/>
            <a:ahLst/>
            <a:cxnLst/>
            <a:rect l="l" t="t" r="r" b="b"/>
            <a:pathLst>
              <a:path w="11620500" h="5080">
                <a:moveTo>
                  <a:pt x="0" y="0"/>
                </a:moveTo>
                <a:lnTo>
                  <a:pt x="11619918" y="4762"/>
                </a:lnTo>
              </a:path>
            </a:pathLst>
          </a:custGeom>
          <a:ln w="9525">
            <a:solidFill>
              <a:srgbClr val="2A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88305" y="4317312"/>
            <a:ext cx="419100" cy="541655"/>
          </a:xfrm>
          <a:custGeom>
            <a:avLst/>
            <a:gdLst/>
            <a:ahLst/>
            <a:cxnLst/>
            <a:rect l="l" t="t" r="r" b="b"/>
            <a:pathLst>
              <a:path w="419100" h="541654">
                <a:moveTo>
                  <a:pt x="212174" y="541580"/>
                </a:moveTo>
                <a:lnTo>
                  <a:pt x="197046" y="340526"/>
                </a:lnTo>
                <a:lnTo>
                  <a:pt x="179272" y="304928"/>
                </a:lnTo>
                <a:lnTo>
                  <a:pt x="143838" y="286831"/>
                </a:lnTo>
                <a:lnTo>
                  <a:pt x="0" y="270790"/>
                </a:lnTo>
                <a:lnTo>
                  <a:pt x="143836" y="254748"/>
                </a:lnTo>
                <a:lnTo>
                  <a:pt x="179272" y="236652"/>
                </a:lnTo>
                <a:lnTo>
                  <a:pt x="197045" y="201053"/>
                </a:lnTo>
                <a:lnTo>
                  <a:pt x="212173" y="0"/>
                </a:lnTo>
                <a:lnTo>
                  <a:pt x="226410" y="202243"/>
                </a:lnTo>
                <a:lnTo>
                  <a:pt x="244341" y="238397"/>
                </a:lnTo>
                <a:lnTo>
                  <a:pt x="280404" y="256510"/>
                </a:lnTo>
                <a:lnTo>
                  <a:pt x="419100" y="270385"/>
                </a:lnTo>
                <a:lnTo>
                  <a:pt x="419100" y="271191"/>
                </a:lnTo>
                <a:lnTo>
                  <a:pt x="280404" y="285069"/>
                </a:lnTo>
                <a:lnTo>
                  <a:pt x="244341" y="303182"/>
                </a:lnTo>
                <a:lnTo>
                  <a:pt x="226410" y="339336"/>
                </a:lnTo>
                <a:lnTo>
                  <a:pt x="212174" y="541580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9649" y="8534224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4"/>
                </a:moveTo>
                <a:lnTo>
                  <a:pt x="845310" y="181357"/>
                </a:lnTo>
                <a:lnTo>
                  <a:pt x="787671" y="172323"/>
                </a:lnTo>
                <a:lnTo>
                  <a:pt x="738219" y="158730"/>
                </a:lnTo>
                <a:lnTo>
                  <a:pt x="695009" y="141774"/>
                </a:lnTo>
                <a:lnTo>
                  <a:pt x="656097" y="12265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20" y="26518"/>
                </a:lnTo>
                <a:lnTo>
                  <a:pt x="217889" y="34948"/>
                </a:lnTo>
                <a:lnTo>
                  <a:pt x="170861" y="47772"/>
                </a:lnTo>
                <a:lnTo>
                  <a:pt x="129517" y="63986"/>
                </a:lnTo>
                <a:lnTo>
                  <a:pt x="91737" y="82584"/>
                </a:lnTo>
                <a:lnTo>
                  <a:pt x="55404" y="102563"/>
                </a:lnTo>
                <a:lnTo>
                  <a:pt x="46458" y="107567"/>
                </a:lnTo>
                <a:lnTo>
                  <a:pt x="37381" y="112607"/>
                </a:lnTo>
                <a:lnTo>
                  <a:pt x="28191" y="117638"/>
                </a:lnTo>
                <a:lnTo>
                  <a:pt x="18911" y="122615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04"/>
                </a:lnTo>
                <a:lnTo>
                  <a:pt x="2185" y="104902"/>
                </a:lnTo>
                <a:lnTo>
                  <a:pt x="7917" y="101868"/>
                </a:lnTo>
                <a:lnTo>
                  <a:pt x="17035" y="96971"/>
                </a:lnTo>
                <a:lnTo>
                  <a:pt x="26098" y="92006"/>
                </a:lnTo>
                <a:lnTo>
                  <a:pt x="35074" y="87022"/>
                </a:lnTo>
                <a:lnTo>
                  <a:pt x="43931" y="82070"/>
                </a:lnTo>
                <a:lnTo>
                  <a:pt x="80491" y="61982"/>
                </a:lnTo>
                <a:lnTo>
                  <a:pt x="119404" y="42861"/>
                </a:lnTo>
                <a:lnTo>
                  <a:pt x="162613" y="25905"/>
                </a:lnTo>
                <a:lnTo>
                  <a:pt x="212065" y="12311"/>
                </a:lnTo>
                <a:lnTo>
                  <a:pt x="269703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1"/>
                </a:lnTo>
                <a:lnTo>
                  <a:pt x="512329" y="25905"/>
                </a:lnTo>
                <a:lnTo>
                  <a:pt x="555539" y="42861"/>
                </a:lnTo>
                <a:lnTo>
                  <a:pt x="594450" y="61982"/>
                </a:lnTo>
                <a:lnTo>
                  <a:pt x="667339" y="102046"/>
                </a:lnTo>
                <a:lnTo>
                  <a:pt x="705119" y="120642"/>
                </a:lnTo>
                <a:lnTo>
                  <a:pt x="746466" y="136855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2" y="149679"/>
                </a:lnTo>
                <a:lnTo>
                  <a:pt x="1079689" y="136855"/>
                </a:lnTo>
                <a:lnTo>
                  <a:pt x="1121032" y="120642"/>
                </a:lnTo>
                <a:lnTo>
                  <a:pt x="1158809" y="102046"/>
                </a:lnTo>
                <a:lnTo>
                  <a:pt x="1195138" y="82070"/>
                </a:lnTo>
                <a:lnTo>
                  <a:pt x="1203336" y="77484"/>
                </a:lnTo>
                <a:lnTo>
                  <a:pt x="1211648" y="72860"/>
                </a:lnTo>
                <a:lnTo>
                  <a:pt x="1220052" y="68239"/>
                </a:lnTo>
                <a:lnTo>
                  <a:pt x="1228526" y="63661"/>
                </a:lnTo>
                <a:lnTo>
                  <a:pt x="1234252" y="60605"/>
                </a:lnTo>
                <a:lnTo>
                  <a:pt x="1241363" y="62769"/>
                </a:lnTo>
                <a:lnTo>
                  <a:pt x="1244409" y="68486"/>
                </a:lnTo>
                <a:lnTo>
                  <a:pt x="1247471" y="74211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7" y="88882"/>
                </a:lnTo>
                <a:lnTo>
                  <a:pt x="1222960" y="93446"/>
                </a:lnTo>
                <a:lnTo>
                  <a:pt x="1214735" y="98022"/>
                </a:lnTo>
                <a:lnTo>
                  <a:pt x="1206614" y="102563"/>
                </a:lnTo>
                <a:lnTo>
                  <a:pt x="1170053" y="122653"/>
                </a:lnTo>
                <a:lnTo>
                  <a:pt x="1131141" y="141774"/>
                </a:lnTo>
                <a:lnTo>
                  <a:pt x="1087933" y="158730"/>
                </a:lnTo>
                <a:lnTo>
                  <a:pt x="1038483" y="172323"/>
                </a:lnTo>
                <a:lnTo>
                  <a:pt x="980848" y="181357"/>
                </a:lnTo>
                <a:lnTo>
                  <a:pt x="913083" y="184634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9649" y="8774812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3"/>
                </a:lnTo>
                <a:lnTo>
                  <a:pt x="787671" y="172319"/>
                </a:lnTo>
                <a:lnTo>
                  <a:pt x="738219" y="158725"/>
                </a:lnTo>
                <a:lnTo>
                  <a:pt x="695009" y="141769"/>
                </a:lnTo>
                <a:lnTo>
                  <a:pt x="656097" y="122649"/>
                </a:lnTo>
                <a:lnTo>
                  <a:pt x="619536" y="10256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48"/>
                </a:lnTo>
                <a:lnTo>
                  <a:pt x="170856" y="47772"/>
                </a:lnTo>
                <a:lnTo>
                  <a:pt x="129511" y="63986"/>
                </a:lnTo>
                <a:lnTo>
                  <a:pt x="91732" y="82584"/>
                </a:lnTo>
                <a:lnTo>
                  <a:pt x="55401" y="102563"/>
                </a:lnTo>
                <a:lnTo>
                  <a:pt x="46454" y="107563"/>
                </a:lnTo>
                <a:lnTo>
                  <a:pt x="37377" y="112603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64"/>
                </a:lnTo>
                <a:lnTo>
                  <a:pt x="0" y="112004"/>
                </a:lnTo>
                <a:lnTo>
                  <a:pt x="2185" y="104896"/>
                </a:lnTo>
                <a:lnTo>
                  <a:pt x="7917" y="101868"/>
                </a:lnTo>
                <a:lnTo>
                  <a:pt x="17034" y="96972"/>
                </a:lnTo>
                <a:lnTo>
                  <a:pt x="26095" y="92006"/>
                </a:lnTo>
                <a:lnTo>
                  <a:pt x="35068" y="87020"/>
                </a:lnTo>
                <a:lnTo>
                  <a:pt x="43922" y="82064"/>
                </a:lnTo>
                <a:lnTo>
                  <a:pt x="80482" y="61975"/>
                </a:lnTo>
                <a:lnTo>
                  <a:pt x="119396" y="42855"/>
                </a:lnTo>
                <a:lnTo>
                  <a:pt x="162607" y="25901"/>
                </a:lnTo>
                <a:lnTo>
                  <a:pt x="212060" y="12309"/>
                </a:lnTo>
                <a:lnTo>
                  <a:pt x="269700" y="3276"/>
                </a:lnTo>
                <a:lnTo>
                  <a:pt x="337472" y="0"/>
                </a:lnTo>
                <a:lnTo>
                  <a:pt x="405240" y="3276"/>
                </a:lnTo>
                <a:lnTo>
                  <a:pt x="462878" y="12309"/>
                </a:lnTo>
                <a:lnTo>
                  <a:pt x="512329" y="25901"/>
                </a:lnTo>
                <a:lnTo>
                  <a:pt x="555539" y="42855"/>
                </a:lnTo>
                <a:lnTo>
                  <a:pt x="594450" y="61975"/>
                </a:lnTo>
                <a:lnTo>
                  <a:pt x="667339" y="102042"/>
                </a:lnTo>
                <a:lnTo>
                  <a:pt x="705119" y="120639"/>
                </a:lnTo>
                <a:lnTo>
                  <a:pt x="746466" y="136851"/>
                </a:lnTo>
                <a:lnTo>
                  <a:pt x="793497" y="149674"/>
                </a:lnTo>
                <a:lnTo>
                  <a:pt x="848330" y="158104"/>
                </a:lnTo>
                <a:lnTo>
                  <a:pt x="913083" y="161137"/>
                </a:lnTo>
                <a:lnTo>
                  <a:pt x="977832" y="158104"/>
                </a:lnTo>
                <a:lnTo>
                  <a:pt x="1032662" y="149673"/>
                </a:lnTo>
                <a:lnTo>
                  <a:pt x="1079689" y="136849"/>
                </a:lnTo>
                <a:lnTo>
                  <a:pt x="1121032" y="120636"/>
                </a:lnTo>
                <a:lnTo>
                  <a:pt x="1158809" y="102040"/>
                </a:lnTo>
                <a:lnTo>
                  <a:pt x="1195138" y="82064"/>
                </a:lnTo>
                <a:lnTo>
                  <a:pt x="1203336" y="77478"/>
                </a:lnTo>
                <a:lnTo>
                  <a:pt x="1211648" y="72856"/>
                </a:lnTo>
                <a:lnTo>
                  <a:pt x="1220052" y="68238"/>
                </a:lnTo>
                <a:lnTo>
                  <a:pt x="1228526" y="63661"/>
                </a:lnTo>
                <a:lnTo>
                  <a:pt x="1234252" y="60599"/>
                </a:lnTo>
                <a:lnTo>
                  <a:pt x="1241363" y="62760"/>
                </a:lnTo>
                <a:lnTo>
                  <a:pt x="1244409" y="68477"/>
                </a:lnTo>
                <a:lnTo>
                  <a:pt x="1247471" y="74202"/>
                </a:lnTo>
                <a:lnTo>
                  <a:pt x="1245310" y="81313"/>
                </a:lnTo>
                <a:lnTo>
                  <a:pt x="1239594" y="84378"/>
                </a:lnTo>
                <a:lnTo>
                  <a:pt x="1231257" y="88882"/>
                </a:lnTo>
                <a:lnTo>
                  <a:pt x="1222960" y="93443"/>
                </a:lnTo>
                <a:lnTo>
                  <a:pt x="1214735" y="98019"/>
                </a:lnTo>
                <a:lnTo>
                  <a:pt x="1206614" y="102563"/>
                </a:lnTo>
                <a:lnTo>
                  <a:pt x="1170053" y="122649"/>
                </a:lnTo>
                <a:lnTo>
                  <a:pt x="1131141" y="141769"/>
                </a:lnTo>
                <a:lnTo>
                  <a:pt x="1087933" y="158725"/>
                </a:lnTo>
                <a:lnTo>
                  <a:pt x="1038483" y="172319"/>
                </a:lnTo>
                <a:lnTo>
                  <a:pt x="980848" y="181353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19649" y="9015391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7"/>
                </a:moveTo>
                <a:lnTo>
                  <a:pt x="845310" y="181359"/>
                </a:lnTo>
                <a:lnTo>
                  <a:pt x="787671" y="172324"/>
                </a:lnTo>
                <a:lnTo>
                  <a:pt x="738219" y="158730"/>
                </a:lnTo>
                <a:lnTo>
                  <a:pt x="695009" y="141772"/>
                </a:lnTo>
                <a:lnTo>
                  <a:pt x="656097" y="122650"/>
                </a:lnTo>
                <a:lnTo>
                  <a:pt x="583205" y="82586"/>
                </a:lnTo>
                <a:lnTo>
                  <a:pt x="545427" y="63990"/>
                </a:lnTo>
                <a:lnTo>
                  <a:pt x="504083" y="47778"/>
                </a:lnTo>
                <a:lnTo>
                  <a:pt x="457055" y="34955"/>
                </a:lnTo>
                <a:lnTo>
                  <a:pt x="402224" y="26524"/>
                </a:lnTo>
                <a:lnTo>
                  <a:pt x="337472" y="23490"/>
                </a:lnTo>
                <a:lnTo>
                  <a:pt x="272718" y="26524"/>
                </a:lnTo>
                <a:lnTo>
                  <a:pt x="217886" y="34955"/>
                </a:lnTo>
                <a:lnTo>
                  <a:pt x="170856" y="47780"/>
                </a:lnTo>
                <a:lnTo>
                  <a:pt x="129511" y="63993"/>
                </a:lnTo>
                <a:lnTo>
                  <a:pt x="91732" y="82591"/>
                </a:lnTo>
                <a:lnTo>
                  <a:pt x="55401" y="102570"/>
                </a:lnTo>
                <a:lnTo>
                  <a:pt x="46454" y="107572"/>
                </a:lnTo>
                <a:lnTo>
                  <a:pt x="37377" y="112612"/>
                </a:lnTo>
                <a:lnTo>
                  <a:pt x="28189" y="117643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899"/>
                </a:lnTo>
                <a:lnTo>
                  <a:pt x="7917" y="101862"/>
                </a:lnTo>
                <a:lnTo>
                  <a:pt x="17034" y="96971"/>
                </a:lnTo>
                <a:lnTo>
                  <a:pt x="26095" y="92009"/>
                </a:lnTo>
                <a:lnTo>
                  <a:pt x="35068" y="87026"/>
                </a:lnTo>
                <a:lnTo>
                  <a:pt x="43922" y="82073"/>
                </a:lnTo>
                <a:lnTo>
                  <a:pt x="80482" y="61985"/>
                </a:lnTo>
                <a:lnTo>
                  <a:pt x="119396" y="42863"/>
                </a:lnTo>
                <a:lnTo>
                  <a:pt x="162607" y="25907"/>
                </a:lnTo>
                <a:lnTo>
                  <a:pt x="212060" y="12312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2"/>
                </a:lnTo>
                <a:lnTo>
                  <a:pt x="512329" y="25906"/>
                </a:lnTo>
                <a:lnTo>
                  <a:pt x="555539" y="42862"/>
                </a:lnTo>
                <a:lnTo>
                  <a:pt x="594450" y="61981"/>
                </a:lnTo>
                <a:lnTo>
                  <a:pt x="667339" y="102045"/>
                </a:lnTo>
                <a:lnTo>
                  <a:pt x="705119" y="120643"/>
                </a:lnTo>
                <a:lnTo>
                  <a:pt x="746466" y="136856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0" y="149679"/>
                </a:lnTo>
                <a:lnTo>
                  <a:pt x="1079686" y="136856"/>
                </a:lnTo>
                <a:lnTo>
                  <a:pt x="1121028" y="120643"/>
                </a:lnTo>
                <a:lnTo>
                  <a:pt x="1158806" y="102045"/>
                </a:lnTo>
                <a:lnTo>
                  <a:pt x="1195138" y="82067"/>
                </a:lnTo>
                <a:lnTo>
                  <a:pt x="1203335" y="77485"/>
                </a:lnTo>
                <a:lnTo>
                  <a:pt x="1211645" y="72864"/>
                </a:lnTo>
                <a:lnTo>
                  <a:pt x="1220048" y="68243"/>
                </a:lnTo>
                <a:lnTo>
                  <a:pt x="1228526" y="63664"/>
                </a:lnTo>
                <a:lnTo>
                  <a:pt x="1234252" y="60605"/>
                </a:lnTo>
                <a:lnTo>
                  <a:pt x="1241363" y="62763"/>
                </a:lnTo>
                <a:lnTo>
                  <a:pt x="1244409" y="68483"/>
                </a:lnTo>
                <a:lnTo>
                  <a:pt x="1247471" y="74202"/>
                </a:lnTo>
                <a:lnTo>
                  <a:pt x="1245310" y="81322"/>
                </a:lnTo>
                <a:lnTo>
                  <a:pt x="1239594" y="84381"/>
                </a:lnTo>
                <a:lnTo>
                  <a:pt x="1231255" y="88885"/>
                </a:lnTo>
                <a:lnTo>
                  <a:pt x="1222956" y="93447"/>
                </a:lnTo>
                <a:lnTo>
                  <a:pt x="1214729" y="98020"/>
                </a:lnTo>
                <a:lnTo>
                  <a:pt x="1206607" y="102560"/>
                </a:lnTo>
                <a:lnTo>
                  <a:pt x="1170049" y="122650"/>
                </a:lnTo>
                <a:lnTo>
                  <a:pt x="1131139" y="141772"/>
                </a:lnTo>
                <a:lnTo>
                  <a:pt x="1087932" y="158730"/>
                </a:lnTo>
                <a:lnTo>
                  <a:pt x="1038483" y="172324"/>
                </a:lnTo>
                <a:lnTo>
                  <a:pt x="980848" y="181359"/>
                </a:lnTo>
                <a:lnTo>
                  <a:pt x="913083" y="184637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19649" y="9255976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4"/>
                </a:lnTo>
                <a:lnTo>
                  <a:pt x="787671" y="172320"/>
                </a:lnTo>
                <a:lnTo>
                  <a:pt x="738219" y="158727"/>
                </a:lnTo>
                <a:lnTo>
                  <a:pt x="695009" y="141772"/>
                </a:lnTo>
                <a:lnTo>
                  <a:pt x="656097" y="122651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50"/>
                </a:lnTo>
                <a:lnTo>
                  <a:pt x="170856" y="47776"/>
                </a:lnTo>
                <a:lnTo>
                  <a:pt x="129511" y="63990"/>
                </a:lnTo>
                <a:lnTo>
                  <a:pt x="91732" y="82587"/>
                </a:lnTo>
                <a:lnTo>
                  <a:pt x="55401" y="102563"/>
                </a:lnTo>
                <a:lnTo>
                  <a:pt x="46454" y="107564"/>
                </a:lnTo>
                <a:lnTo>
                  <a:pt x="37377" y="112605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5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902"/>
                </a:lnTo>
                <a:lnTo>
                  <a:pt x="7917" y="101865"/>
                </a:lnTo>
                <a:lnTo>
                  <a:pt x="17034" y="96969"/>
                </a:lnTo>
                <a:lnTo>
                  <a:pt x="26095" y="92004"/>
                </a:lnTo>
                <a:lnTo>
                  <a:pt x="35068" y="87020"/>
                </a:lnTo>
                <a:lnTo>
                  <a:pt x="43922" y="82067"/>
                </a:lnTo>
                <a:lnTo>
                  <a:pt x="80482" y="61978"/>
                </a:lnTo>
                <a:lnTo>
                  <a:pt x="119396" y="42858"/>
                </a:lnTo>
                <a:lnTo>
                  <a:pt x="162607" y="25903"/>
                </a:lnTo>
                <a:lnTo>
                  <a:pt x="212060" y="12310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0"/>
                </a:lnTo>
                <a:lnTo>
                  <a:pt x="512329" y="25903"/>
                </a:lnTo>
                <a:lnTo>
                  <a:pt x="555539" y="42858"/>
                </a:lnTo>
                <a:lnTo>
                  <a:pt x="594450" y="61978"/>
                </a:lnTo>
                <a:lnTo>
                  <a:pt x="667339" y="102043"/>
                </a:lnTo>
                <a:lnTo>
                  <a:pt x="705119" y="120641"/>
                </a:lnTo>
                <a:lnTo>
                  <a:pt x="746466" y="136855"/>
                </a:lnTo>
                <a:lnTo>
                  <a:pt x="793497" y="149680"/>
                </a:lnTo>
                <a:lnTo>
                  <a:pt x="848330" y="158112"/>
                </a:lnTo>
                <a:lnTo>
                  <a:pt x="913083" y="161146"/>
                </a:lnTo>
                <a:lnTo>
                  <a:pt x="977832" y="158112"/>
                </a:lnTo>
                <a:lnTo>
                  <a:pt x="1032660" y="149680"/>
                </a:lnTo>
                <a:lnTo>
                  <a:pt x="1079686" y="136855"/>
                </a:lnTo>
                <a:lnTo>
                  <a:pt x="1121028" y="120641"/>
                </a:lnTo>
                <a:lnTo>
                  <a:pt x="1158806" y="102043"/>
                </a:lnTo>
                <a:lnTo>
                  <a:pt x="1195138" y="82067"/>
                </a:lnTo>
                <a:lnTo>
                  <a:pt x="1203335" y="77481"/>
                </a:lnTo>
                <a:lnTo>
                  <a:pt x="1211645" y="72858"/>
                </a:lnTo>
                <a:lnTo>
                  <a:pt x="1220048" y="68237"/>
                </a:lnTo>
                <a:lnTo>
                  <a:pt x="1228526" y="63658"/>
                </a:lnTo>
                <a:lnTo>
                  <a:pt x="1234252" y="60599"/>
                </a:lnTo>
                <a:lnTo>
                  <a:pt x="1241363" y="62763"/>
                </a:lnTo>
                <a:lnTo>
                  <a:pt x="1247471" y="74205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5" y="88879"/>
                </a:lnTo>
                <a:lnTo>
                  <a:pt x="1222956" y="93442"/>
                </a:lnTo>
                <a:lnTo>
                  <a:pt x="1214729" y="98018"/>
                </a:lnTo>
                <a:lnTo>
                  <a:pt x="1206607" y="102563"/>
                </a:lnTo>
                <a:lnTo>
                  <a:pt x="1170049" y="122651"/>
                </a:lnTo>
                <a:lnTo>
                  <a:pt x="1131139" y="141772"/>
                </a:lnTo>
                <a:lnTo>
                  <a:pt x="1087932" y="158727"/>
                </a:lnTo>
                <a:lnTo>
                  <a:pt x="1038483" y="172320"/>
                </a:lnTo>
                <a:lnTo>
                  <a:pt x="980848" y="181354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6010807" y="8534230"/>
            <a:ext cx="2277745" cy="1752600"/>
            <a:chOff x="16010807" y="8534230"/>
            <a:chExt cx="2277745" cy="1752600"/>
          </a:xfrm>
        </p:grpSpPr>
        <p:sp>
          <p:nvSpPr>
            <p:cNvPr id="5" name="object 5"/>
            <p:cNvSpPr/>
            <p:nvPr/>
          </p:nvSpPr>
          <p:spPr>
            <a:xfrm>
              <a:off x="16010801" y="8534234"/>
              <a:ext cx="2277745" cy="1752600"/>
            </a:xfrm>
            <a:custGeom>
              <a:avLst/>
              <a:gdLst/>
              <a:ahLst/>
              <a:cxnLst/>
              <a:rect l="l" t="t" r="r" b="b"/>
              <a:pathLst>
                <a:path w="2277744" h="1752600">
                  <a:moveTo>
                    <a:pt x="662317" y="1338021"/>
                  </a:moveTo>
                  <a:lnTo>
                    <a:pt x="594893" y="1326883"/>
                  </a:lnTo>
                  <a:lnTo>
                    <a:pt x="538530" y="1297952"/>
                  </a:lnTo>
                  <a:lnTo>
                    <a:pt x="509600" y="1241590"/>
                  </a:lnTo>
                  <a:lnTo>
                    <a:pt x="498462" y="1174165"/>
                  </a:lnTo>
                  <a:lnTo>
                    <a:pt x="487324" y="1241590"/>
                  </a:lnTo>
                  <a:lnTo>
                    <a:pt x="458393" y="1297952"/>
                  </a:lnTo>
                  <a:lnTo>
                    <a:pt x="402031" y="1326883"/>
                  </a:lnTo>
                  <a:lnTo>
                    <a:pt x="334606" y="1338021"/>
                  </a:lnTo>
                  <a:lnTo>
                    <a:pt x="402031" y="1349159"/>
                  </a:lnTo>
                  <a:lnTo>
                    <a:pt x="458393" y="1378089"/>
                  </a:lnTo>
                  <a:lnTo>
                    <a:pt x="487324" y="1434452"/>
                  </a:lnTo>
                  <a:lnTo>
                    <a:pt x="498462" y="1501876"/>
                  </a:lnTo>
                  <a:lnTo>
                    <a:pt x="509600" y="1434452"/>
                  </a:lnTo>
                  <a:lnTo>
                    <a:pt x="519798" y="1403667"/>
                  </a:lnTo>
                  <a:lnTo>
                    <a:pt x="538530" y="1378089"/>
                  </a:lnTo>
                  <a:lnTo>
                    <a:pt x="564108" y="1359357"/>
                  </a:lnTo>
                  <a:lnTo>
                    <a:pt x="594893" y="1349159"/>
                  </a:lnTo>
                  <a:lnTo>
                    <a:pt x="662317" y="1338021"/>
                  </a:lnTo>
                  <a:close/>
                </a:path>
                <a:path w="2277744" h="1752600">
                  <a:moveTo>
                    <a:pt x="2277186" y="1600200"/>
                  </a:moveTo>
                  <a:lnTo>
                    <a:pt x="2262263" y="1638300"/>
                  </a:lnTo>
                  <a:lnTo>
                    <a:pt x="2240534" y="1689100"/>
                  </a:lnTo>
                  <a:lnTo>
                    <a:pt x="2215578" y="1727200"/>
                  </a:lnTo>
                  <a:lnTo>
                    <a:pt x="2205507" y="1752600"/>
                  </a:lnTo>
                  <a:lnTo>
                    <a:pt x="2237702" y="1752600"/>
                  </a:lnTo>
                  <a:lnTo>
                    <a:pt x="2249817" y="1727200"/>
                  </a:lnTo>
                  <a:lnTo>
                    <a:pt x="2277186" y="1689100"/>
                  </a:lnTo>
                  <a:lnTo>
                    <a:pt x="2277186" y="1600200"/>
                  </a:lnTo>
                  <a:close/>
                </a:path>
                <a:path w="2277744" h="1752600">
                  <a:moveTo>
                    <a:pt x="2277186" y="1295400"/>
                  </a:moveTo>
                  <a:lnTo>
                    <a:pt x="2251786" y="1282700"/>
                  </a:lnTo>
                  <a:lnTo>
                    <a:pt x="2217216" y="1257300"/>
                  </a:lnTo>
                  <a:lnTo>
                    <a:pt x="2178494" y="1257300"/>
                  </a:lnTo>
                  <a:lnTo>
                    <a:pt x="2136279" y="1244600"/>
                  </a:lnTo>
                  <a:lnTo>
                    <a:pt x="2093836" y="1257300"/>
                  </a:lnTo>
                  <a:lnTo>
                    <a:pt x="2049183" y="1257300"/>
                  </a:lnTo>
                  <a:lnTo>
                    <a:pt x="2002688" y="1270000"/>
                  </a:lnTo>
                  <a:lnTo>
                    <a:pt x="1954784" y="1295400"/>
                  </a:lnTo>
                  <a:lnTo>
                    <a:pt x="1905850" y="1320800"/>
                  </a:lnTo>
                  <a:lnTo>
                    <a:pt x="1864575" y="1333500"/>
                  </a:lnTo>
                  <a:lnTo>
                    <a:pt x="1823123" y="1358900"/>
                  </a:lnTo>
                  <a:lnTo>
                    <a:pt x="1781746" y="1397000"/>
                  </a:lnTo>
                  <a:lnTo>
                    <a:pt x="1740674" y="1422400"/>
                  </a:lnTo>
                  <a:lnTo>
                    <a:pt x="1700174" y="1460500"/>
                  </a:lnTo>
                  <a:lnTo>
                    <a:pt x="1660486" y="1498600"/>
                  </a:lnTo>
                  <a:lnTo>
                    <a:pt x="1622640" y="1536700"/>
                  </a:lnTo>
                  <a:lnTo>
                    <a:pt x="1587677" y="1574800"/>
                  </a:lnTo>
                  <a:lnTo>
                    <a:pt x="1555661" y="1612900"/>
                  </a:lnTo>
                  <a:lnTo>
                    <a:pt x="1526654" y="1663700"/>
                  </a:lnTo>
                  <a:lnTo>
                    <a:pt x="1500733" y="1701800"/>
                  </a:lnTo>
                  <a:lnTo>
                    <a:pt x="1477987" y="1739900"/>
                  </a:lnTo>
                  <a:lnTo>
                    <a:pt x="1476184" y="1752600"/>
                  </a:lnTo>
                  <a:lnTo>
                    <a:pt x="1496123" y="1752600"/>
                  </a:lnTo>
                  <a:lnTo>
                    <a:pt x="1516011" y="1714500"/>
                  </a:lnTo>
                  <a:lnTo>
                    <a:pt x="1541437" y="1663700"/>
                  </a:lnTo>
                  <a:lnTo>
                    <a:pt x="1569923" y="1625600"/>
                  </a:lnTo>
                  <a:lnTo>
                    <a:pt x="1601419" y="1587500"/>
                  </a:lnTo>
                  <a:lnTo>
                    <a:pt x="1635798" y="1549400"/>
                  </a:lnTo>
                  <a:lnTo>
                    <a:pt x="1673009" y="1511300"/>
                  </a:lnTo>
                  <a:lnTo>
                    <a:pt x="1712074" y="1473200"/>
                  </a:lnTo>
                  <a:lnTo>
                    <a:pt x="1751901" y="1435100"/>
                  </a:lnTo>
                  <a:lnTo>
                    <a:pt x="1913890" y="1333500"/>
                  </a:lnTo>
                  <a:lnTo>
                    <a:pt x="1961642" y="1308100"/>
                  </a:lnTo>
                  <a:lnTo>
                    <a:pt x="2008212" y="1295400"/>
                  </a:lnTo>
                  <a:lnTo>
                    <a:pt x="2053132" y="1282700"/>
                  </a:lnTo>
                  <a:lnTo>
                    <a:pt x="2095944" y="1270000"/>
                  </a:lnTo>
                  <a:lnTo>
                    <a:pt x="2175649" y="1270000"/>
                  </a:lnTo>
                  <a:lnTo>
                    <a:pt x="2211159" y="1282700"/>
                  </a:lnTo>
                  <a:lnTo>
                    <a:pt x="2242337" y="1295400"/>
                  </a:lnTo>
                  <a:lnTo>
                    <a:pt x="2268829" y="1320800"/>
                  </a:lnTo>
                  <a:lnTo>
                    <a:pt x="2277186" y="1320800"/>
                  </a:lnTo>
                  <a:lnTo>
                    <a:pt x="2277186" y="1295400"/>
                  </a:lnTo>
                  <a:close/>
                </a:path>
                <a:path w="2277744" h="1752600">
                  <a:moveTo>
                    <a:pt x="2277186" y="1206500"/>
                  </a:moveTo>
                  <a:lnTo>
                    <a:pt x="2274278" y="1206500"/>
                  </a:lnTo>
                  <a:lnTo>
                    <a:pt x="2263571" y="1193800"/>
                  </a:lnTo>
                  <a:lnTo>
                    <a:pt x="2229688" y="1168400"/>
                  </a:lnTo>
                  <a:lnTo>
                    <a:pt x="2191410" y="1143000"/>
                  </a:lnTo>
                  <a:lnTo>
                    <a:pt x="2149259" y="1130300"/>
                  </a:lnTo>
                  <a:lnTo>
                    <a:pt x="2103805" y="1117600"/>
                  </a:lnTo>
                  <a:lnTo>
                    <a:pt x="2006765" y="1117600"/>
                  </a:lnTo>
                  <a:lnTo>
                    <a:pt x="1904365" y="1143000"/>
                  </a:lnTo>
                  <a:lnTo>
                    <a:pt x="1851558" y="1168400"/>
                  </a:lnTo>
                  <a:lnTo>
                    <a:pt x="1798205" y="1181100"/>
                  </a:lnTo>
                  <a:lnTo>
                    <a:pt x="1709229" y="1231900"/>
                  </a:lnTo>
                  <a:lnTo>
                    <a:pt x="1665198" y="1270000"/>
                  </a:lnTo>
                  <a:lnTo>
                    <a:pt x="1621777" y="1295400"/>
                  </a:lnTo>
                  <a:lnTo>
                    <a:pt x="1579219" y="1333500"/>
                  </a:lnTo>
                  <a:lnTo>
                    <a:pt x="1537754" y="1371600"/>
                  </a:lnTo>
                  <a:lnTo>
                    <a:pt x="1498460" y="1409700"/>
                  </a:lnTo>
                  <a:lnTo>
                    <a:pt x="1462252" y="1460500"/>
                  </a:lnTo>
                  <a:lnTo>
                    <a:pt x="1429207" y="1498600"/>
                  </a:lnTo>
                  <a:lnTo>
                    <a:pt x="1399374" y="1549400"/>
                  </a:lnTo>
                  <a:lnTo>
                    <a:pt x="1372793" y="1587500"/>
                  </a:lnTo>
                  <a:lnTo>
                    <a:pt x="1349540" y="1638300"/>
                  </a:lnTo>
                  <a:lnTo>
                    <a:pt x="1326108" y="1689100"/>
                  </a:lnTo>
                  <a:lnTo>
                    <a:pt x="1307680" y="1739900"/>
                  </a:lnTo>
                  <a:lnTo>
                    <a:pt x="1306334" y="1752600"/>
                  </a:lnTo>
                  <a:lnTo>
                    <a:pt x="1324711" y="1752600"/>
                  </a:lnTo>
                  <a:lnTo>
                    <a:pt x="1342656" y="1689100"/>
                  </a:lnTo>
                  <a:lnTo>
                    <a:pt x="1365554" y="1638300"/>
                  </a:lnTo>
                  <a:lnTo>
                    <a:pt x="1388325" y="1600200"/>
                  </a:lnTo>
                  <a:lnTo>
                    <a:pt x="1414386" y="1549400"/>
                  </a:lnTo>
                  <a:lnTo>
                    <a:pt x="1443685" y="1511300"/>
                  </a:lnTo>
                  <a:lnTo>
                    <a:pt x="1476159" y="1473200"/>
                  </a:lnTo>
                  <a:lnTo>
                    <a:pt x="1511731" y="1422400"/>
                  </a:lnTo>
                  <a:lnTo>
                    <a:pt x="1550365" y="1384300"/>
                  </a:lnTo>
                  <a:lnTo>
                    <a:pt x="1591119" y="1346200"/>
                  </a:lnTo>
                  <a:lnTo>
                    <a:pt x="1632940" y="1308100"/>
                  </a:lnTo>
                  <a:lnTo>
                    <a:pt x="1718805" y="1257300"/>
                  </a:lnTo>
                  <a:lnTo>
                    <a:pt x="1762366" y="1219200"/>
                  </a:lnTo>
                  <a:lnTo>
                    <a:pt x="1806016" y="1206500"/>
                  </a:lnTo>
                  <a:lnTo>
                    <a:pt x="1909622" y="1155700"/>
                  </a:lnTo>
                  <a:lnTo>
                    <a:pt x="1959978" y="1143000"/>
                  </a:lnTo>
                  <a:lnTo>
                    <a:pt x="2112683" y="1143000"/>
                  </a:lnTo>
                  <a:lnTo>
                    <a:pt x="2164804" y="1155700"/>
                  </a:lnTo>
                  <a:lnTo>
                    <a:pt x="2211197" y="1181100"/>
                  </a:lnTo>
                  <a:lnTo>
                    <a:pt x="2251113" y="1206500"/>
                  </a:lnTo>
                  <a:lnTo>
                    <a:pt x="2277186" y="1244600"/>
                  </a:lnTo>
                  <a:lnTo>
                    <a:pt x="2277186" y="1206500"/>
                  </a:lnTo>
                  <a:close/>
                </a:path>
                <a:path w="2277744" h="1752600">
                  <a:moveTo>
                    <a:pt x="2277186" y="1155700"/>
                  </a:moveTo>
                  <a:lnTo>
                    <a:pt x="2235885" y="1104900"/>
                  </a:lnTo>
                  <a:lnTo>
                    <a:pt x="2198446" y="1079500"/>
                  </a:lnTo>
                  <a:lnTo>
                    <a:pt x="2157031" y="1054100"/>
                  </a:lnTo>
                  <a:lnTo>
                    <a:pt x="2112111" y="1028700"/>
                  </a:lnTo>
                  <a:lnTo>
                    <a:pt x="2064143" y="1016000"/>
                  </a:lnTo>
                  <a:lnTo>
                    <a:pt x="2013585" y="1003300"/>
                  </a:lnTo>
                  <a:lnTo>
                    <a:pt x="1871472" y="1003300"/>
                  </a:lnTo>
                  <a:lnTo>
                    <a:pt x="1825612" y="1016000"/>
                  </a:lnTo>
                  <a:lnTo>
                    <a:pt x="1732724" y="1041400"/>
                  </a:lnTo>
                  <a:lnTo>
                    <a:pt x="1593875" y="1117600"/>
                  </a:lnTo>
                  <a:lnTo>
                    <a:pt x="1548612" y="1143000"/>
                  </a:lnTo>
                  <a:lnTo>
                    <a:pt x="1504238" y="1181100"/>
                  </a:lnTo>
                  <a:lnTo>
                    <a:pt x="1460982" y="1219200"/>
                  </a:lnTo>
                  <a:lnTo>
                    <a:pt x="1419059" y="1257300"/>
                  </a:lnTo>
                  <a:lnTo>
                    <a:pt x="1379486" y="1295400"/>
                  </a:lnTo>
                  <a:lnTo>
                    <a:pt x="1343113" y="1346200"/>
                  </a:lnTo>
                  <a:lnTo>
                    <a:pt x="1309992" y="1384300"/>
                  </a:lnTo>
                  <a:lnTo>
                    <a:pt x="1280172" y="1435100"/>
                  </a:lnTo>
                  <a:lnTo>
                    <a:pt x="1253680" y="1473200"/>
                  </a:lnTo>
                  <a:lnTo>
                    <a:pt x="1230566" y="1524000"/>
                  </a:lnTo>
                  <a:lnTo>
                    <a:pt x="1210894" y="1574800"/>
                  </a:lnTo>
                  <a:lnTo>
                    <a:pt x="1194689" y="1612900"/>
                  </a:lnTo>
                  <a:lnTo>
                    <a:pt x="1182001" y="1663700"/>
                  </a:lnTo>
                  <a:lnTo>
                    <a:pt x="1172870" y="1714500"/>
                  </a:lnTo>
                  <a:lnTo>
                    <a:pt x="1168209" y="1752600"/>
                  </a:lnTo>
                  <a:lnTo>
                    <a:pt x="1186091" y="1752600"/>
                  </a:lnTo>
                  <a:lnTo>
                    <a:pt x="1190421" y="1714500"/>
                  </a:lnTo>
                  <a:lnTo>
                    <a:pt x="1199299" y="1663700"/>
                  </a:lnTo>
                  <a:lnTo>
                    <a:pt x="1211681" y="1625600"/>
                  </a:lnTo>
                  <a:lnTo>
                    <a:pt x="1227505" y="1574800"/>
                  </a:lnTo>
                  <a:lnTo>
                    <a:pt x="1246746" y="1536700"/>
                  </a:lnTo>
                  <a:lnTo>
                    <a:pt x="1269365" y="1485900"/>
                  </a:lnTo>
                  <a:lnTo>
                    <a:pt x="1295323" y="1435100"/>
                  </a:lnTo>
                  <a:lnTo>
                    <a:pt x="1324559" y="1397000"/>
                  </a:lnTo>
                  <a:lnTo>
                    <a:pt x="1357058" y="1346200"/>
                  </a:lnTo>
                  <a:lnTo>
                    <a:pt x="1392770" y="1308100"/>
                  </a:lnTo>
                  <a:lnTo>
                    <a:pt x="1431671" y="1270000"/>
                  </a:lnTo>
                  <a:lnTo>
                    <a:pt x="1472831" y="1231900"/>
                  </a:lnTo>
                  <a:lnTo>
                    <a:pt x="1515313" y="1193800"/>
                  </a:lnTo>
                  <a:lnTo>
                    <a:pt x="1558861" y="1155700"/>
                  </a:lnTo>
                  <a:lnTo>
                    <a:pt x="1603248" y="1130300"/>
                  </a:lnTo>
                  <a:lnTo>
                    <a:pt x="1693621" y="1079500"/>
                  </a:lnTo>
                  <a:lnTo>
                    <a:pt x="1918106" y="1016000"/>
                  </a:lnTo>
                  <a:lnTo>
                    <a:pt x="1960905" y="1016000"/>
                  </a:lnTo>
                  <a:lnTo>
                    <a:pt x="2011654" y="1028700"/>
                  </a:lnTo>
                  <a:lnTo>
                    <a:pt x="2060117" y="1028700"/>
                  </a:lnTo>
                  <a:lnTo>
                    <a:pt x="2105901" y="1041400"/>
                  </a:lnTo>
                  <a:lnTo>
                    <a:pt x="2148624" y="1066800"/>
                  </a:lnTo>
                  <a:lnTo>
                    <a:pt x="2187905" y="1092200"/>
                  </a:lnTo>
                  <a:lnTo>
                    <a:pt x="2223351" y="1117600"/>
                  </a:lnTo>
                  <a:lnTo>
                    <a:pt x="2269769" y="1181100"/>
                  </a:lnTo>
                  <a:lnTo>
                    <a:pt x="2277186" y="1193800"/>
                  </a:lnTo>
                  <a:lnTo>
                    <a:pt x="2277186" y="1155700"/>
                  </a:lnTo>
                  <a:close/>
                </a:path>
                <a:path w="2277744" h="1752600">
                  <a:moveTo>
                    <a:pt x="2277186" y="330200"/>
                  </a:moveTo>
                  <a:lnTo>
                    <a:pt x="2182380" y="330200"/>
                  </a:lnTo>
                  <a:lnTo>
                    <a:pt x="2128266" y="342900"/>
                  </a:lnTo>
                  <a:lnTo>
                    <a:pt x="2073795" y="342900"/>
                  </a:lnTo>
                  <a:lnTo>
                    <a:pt x="1964067" y="368300"/>
                  </a:lnTo>
                  <a:lnTo>
                    <a:pt x="1776971" y="419100"/>
                  </a:lnTo>
                  <a:lnTo>
                    <a:pt x="1729981" y="444500"/>
                  </a:lnTo>
                  <a:lnTo>
                    <a:pt x="1682991" y="457200"/>
                  </a:lnTo>
                  <a:lnTo>
                    <a:pt x="1589265" y="508000"/>
                  </a:lnTo>
                  <a:lnTo>
                    <a:pt x="1542618" y="520700"/>
                  </a:lnTo>
                  <a:lnTo>
                    <a:pt x="1496174" y="546100"/>
                  </a:lnTo>
                  <a:lnTo>
                    <a:pt x="1449997" y="584200"/>
                  </a:lnTo>
                  <a:lnTo>
                    <a:pt x="1293863" y="685800"/>
                  </a:lnTo>
                  <a:lnTo>
                    <a:pt x="1217777" y="736600"/>
                  </a:lnTo>
                  <a:lnTo>
                    <a:pt x="1180363" y="774700"/>
                  </a:lnTo>
                  <a:lnTo>
                    <a:pt x="1143406" y="812800"/>
                  </a:lnTo>
                  <a:lnTo>
                    <a:pt x="1106932" y="838200"/>
                  </a:lnTo>
                  <a:lnTo>
                    <a:pt x="1071003" y="876300"/>
                  </a:lnTo>
                  <a:lnTo>
                    <a:pt x="1064425" y="876300"/>
                  </a:lnTo>
                  <a:lnTo>
                    <a:pt x="1062723" y="889000"/>
                  </a:lnTo>
                  <a:lnTo>
                    <a:pt x="1057389" y="889000"/>
                  </a:lnTo>
                  <a:lnTo>
                    <a:pt x="1051280" y="901700"/>
                  </a:lnTo>
                  <a:lnTo>
                    <a:pt x="1039837" y="901700"/>
                  </a:lnTo>
                  <a:lnTo>
                    <a:pt x="1008049" y="863600"/>
                  </a:lnTo>
                  <a:lnTo>
                    <a:pt x="990815" y="812800"/>
                  </a:lnTo>
                  <a:lnTo>
                    <a:pt x="982230" y="762000"/>
                  </a:lnTo>
                  <a:lnTo>
                    <a:pt x="982230" y="0"/>
                  </a:lnTo>
                  <a:lnTo>
                    <a:pt x="964438" y="0"/>
                  </a:lnTo>
                  <a:lnTo>
                    <a:pt x="964438" y="762000"/>
                  </a:lnTo>
                  <a:lnTo>
                    <a:pt x="955865" y="812800"/>
                  </a:lnTo>
                  <a:lnTo>
                    <a:pt x="939825" y="863600"/>
                  </a:lnTo>
                  <a:lnTo>
                    <a:pt x="910475" y="901700"/>
                  </a:lnTo>
                  <a:lnTo>
                    <a:pt x="870419" y="927100"/>
                  </a:lnTo>
                  <a:lnTo>
                    <a:pt x="822236" y="952500"/>
                  </a:lnTo>
                  <a:lnTo>
                    <a:pt x="3949" y="952500"/>
                  </a:lnTo>
                  <a:lnTo>
                    <a:pt x="0" y="965200"/>
                  </a:lnTo>
                  <a:lnTo>
                    <a:pt x="0" y="977900"/>
                  </a:lnTo>
                  <a:lnTo>
                    <a:pt x="822236" y="977900"/>
                  </a:lnTo>
                  <a:lnTo>
                    <a:pt x="850709" y="990600"/>
                  </a:lnTo>
                  <a:lnTo>
                    <a:pt x="876858" y="1003300"/>
                  </a:lnTo>
                  <a:lnTo>
                    <a:pt x="900214" y="1016000"/>
                  </a:lnTo>
                  <a:lnTo>
                    <a:pt x="920292" y="1041400"/>
                  </a:lnTo>
                  <a:lnTo>
                    <a:pt x="908939" y="1054100"/>
                  </a:lnTo>
                  <a:lnTo>
                    <a:pt x="886244" y="1079500"/>
                  </a:lnTo>
                  <a:lnTo>
                    <a:pt x="853567" y="1130300"/>
                  </a:lnTo>
                  <a:lnTo>
                    <a:pt x="822286" y="1168400"/>
                  </a:lnTo>
                  <a:lnTo>
                    <a:pt x="792391" y="1206500"/>
                  </a:lnTo>
                  <a:lnTo>
                    <a:pt x="763905" y="1257300"/>
                  </a:lnTo>
                  <a:lnTo>
                    <a:pt x="736815" y="1295400"/>
                  </a:lnTo>
                  <a:lnTo>
                    <a:pt x="711149" y="1346200"/>
                  </a:lnTo>
                  <a:lnTo>
                    <a:pt x="686879" y="1397000"/>
                  </a:lnTo>
                  <a:lnTo>
                    <a:pt x="664057" y="1435100"/>
                  </a:lnTo>
                  <a:lnTo>
                    <a:pt x="642645" y="1485900"/>
                  </a:lnTo>
                  <a:lnTo>
                    <a:pt x="622681" y="1524000"/>
                  </a:lnTo>
                  <a:lnTo>
                    <a:pt x="604151" y="1574800"/>
                  </a:lnTo>
                  <a:lnTo>
                    <a:pt x="591337" y="1612900"/>
                  </a:lnTo>
                  <a:lnTo>
                    <a:pt x="587070" y="1625600"/>
                  </a:lnTo>
                  <a:lnTo>
                    <a:pt x="571449" y="1663700"/>
                  </a:lnTo>
                  <a:lnTo>
                    <a:pt x="557276" y="1714500"/>
                  </a:lnTo>
                  <a:lnTo>
                    <a:pt x="548055" y="1752600"/>
                  </a:lnTo>
                  <a:lnTo>
                    <a:pt x="571868" y="1752600"/>
                  </a:lnTo>
                  <a:lnTo>
                    <a:pt x="572414" y="1739900"/>
                  </a:lnTo>
                  <a:lnTo>
                    <a:pt x="584517" y="1701800"/>
                  </a:lnTo>
                  <a:lnTo>
                    <a:pt x="598004" y="1651000"/>
                  </a:lnTo>
                  <a:lnTo>
                    <a:pt x="612825" y="1612900"/>
                  </a:lnTo>
                  <a:lnTo>
                    <a:pt x="597801" y="1663700"/>
                  </a:lnTo>
                  <a:lnTo>
                    <a:pt x="585038" y="1714500"/>
                  </a:lnTo>
                  <a:lnTo>
                    <a:pt x="579208" y="1752600"/>
                  </a:lnTo>
                  <a:lnTo>
                    <a:pt x="597027" y="1752600"/>
                  </a:lnTo>
                  <a:lnTo>
                    <a:pt x="606679" y="1701800"/>
                  </a:lnTo>
                  <a:lnTo>
                    <a:pt x="618591" y="1651000"/>
                  </a:lnTo>
                  <a:lnTo>
                    <a:pt x="632307" y="1612900"/>
                  </a:lnTo>
                  <a:lnTo>
                    <a:pt x="647788" y="1562100"/>
                  </a:lnTo>
                  <a:lnTo>
                    <a:pt x="665060" y="1511300"/>
                  </a:lnTo>
                  <a:lnTo>
                    <a:pt x="684072" y="1473200"/>
                  </a:lnTo>
                  <a:lnTo>
                    <a:pt x="704850" y="1422400"/>
                  </a:lnTo>
                  <a:lnTo>
                    <a:pt x="727354" y="1371600"/>
                  </a:lnTo>
                  <a:lnTo>
                    <a:pt x="751598" y="1333500"/>
                  </a:lnTo>
                  <a:lnTo>
                    <a:pt x="777544" y="1282700"/>
                  </a:lnTo>
                  <a:lnTo>
                    <a:pt x="805205" y="1231900"/>
                  </a:lnTo>
                  <a:lnTo>
                    <a:pt x="834555" y="1193800"/>
                  </a:lnTo>
                  <a:lnTo>
                    <a:pt x="865593" y="1143000"/>
                  </a:lnTo>
                  <a:lnTo>
                    <a:pt x="898296" y="1104900"/>
                  </a:lnTo>
                  <a:lnTo>
                    <a:pt x="932662" y="1054100"/>
                  </a:lnTo>
                  <a:lnTo>
                    <a:pt x="937323" y="1066800"/>
                  </a:lnTo>
                  <a:lnTo>
                    <a:pt x="941565" y="1079500"/>
                  </a:lnTo>
                  <a:lnTo>
                    <a:pt x="945349" y="1079500"/>
                  </a:lnTo>
                  <a:lnTo>
                    <a:pt x="948664" y="1092200"/>
                  </a:lnTo>
                  <a:lnTo>
                    <a:pt x="926223" y="1117600"/>
                  </a:lnTo>
                  <a:lnTo>
                    <a:pt x="914996" y="1130300"/>
                  </a:lnTo>
                  <a:lnTo>
                    <a:pt x="883259" y="1181100"/>
                  </a:lnTo>
                  <a:lnTo>
                    <a:pt x="853440" y="1231900"/>
                  </a:lnTo>
                  <a:lnTo>
                    <a:pt x="825576" y="1270000"/>
                  </a:lnTo>
                  <a:lnTo>
                    <a:pt x="799680" y="1320800"/>
                  </a:lnTo>
                  <a:lnTo>
                    <a:pt x="775754" y="1371600"/>
                  </a:lnTo>
                  <a:lnTo>
                    <a:pt x="753833" y="1409700"/>
                  </a:lnTo>
                  <a:lnTo>
                    <a:pt x="733933" y="1460500"/>
                  </a:lnTo>
                  <a:lnTo>
                    <a:pt x="716051" y="1511300"/>
                  </a:lnTo>
                  <a:lnTo>
                    <a:pt x="700214" y="1562100"/>
                  </a:lnTo>
                  <a:lnTo>
                    <a:pt x="686435" y="1600200"/>
                  </a:lnTo>
                  <a:lnTo>
                    <a:pt x="674738" y="1651000"/>
                  </a:lnTo>
                  <a:lnTo>
                    <a:pt x="665137" y="1701800"/>
                  </a:lnTo>
                  <a:lnTo>
                    <a:pt x="657631" y="1739900"/>
                  </a:lnTo>
                  <a:lnTo>
                    <a:pt x="657288" y="1752600"/>
                  </a:lnTo>
                  <a:lnTo>
                    <a:pt x="675220" y="1752600"/>
                  </a:lnTo>
                  <a:lnTo>
                    <a:pt x="682167" y="1701800"/>
                  </a:lnTo>
                  <a:lnTo>
                    <a:pt x="691375" y="1663700"/>
                  </a:lnTo>
                  <a:lnTo>
                    <a:pt x="702589" y="1612900"/>
                  </a:lnTo>
                  <a:lnTo>
                    <a:pt x="715797" y="1562100"/>
                  </a:lnTo>
                  <a:lnTo>
                    <a:pt x="730999" y="1524000"/>
                  </a:lnTo>
                  <a:lnTo>
                    <a:pt x="748157" y="1473200"/>
                  </a:lnTo>
                  <a:lnTo>
                    <a:pt x="767270" y="1435100"/>
                  </a:lnTo>
                  <a:lnTo>
                    <a:pt x="788327" y="1384300"/>
                  </a:lnTo>
                  <a:lnTo>
                    <a:pt x="811314" y="1333500"/>
                  </a:lnTo>
                  <a:lnTo>
                    <a:pt x="836206" y="1295400"/>
                  </a:lnTo>
                  <a:lnTo>
                    <a:pt x="863003" y="1244600"/>
                  </a:lnTo>
                  <a:lnTo>
                    <a:pt x="891679" y="1206500"/>
                  </a:lnTo>
                  <a:lnTo>
                    <a:pt x="922223" y="1155700"/>
                  </a:lnTo>
                  <a:lnTo>
                    <a:pt x="954620" y="1117600"/>
                  </a:lnTo>
                  <a:lnTo>
                    <a:pt x="955865" y="1117600"/>
                  </a:lnTo>
                  <a:lnTo>
                    <a:pt x="964450" y="1168400"/>
                  </a:lnTo>
                  <a:lnTo>
                    <a:pt x="964450" y="1244600"/>
                  </a:lnTo>
                  <a:lnTo>
                    <a:pt x="964450" y="1282700"/>
                  </a:lnTo>
                  <a:lnTo>
                    <a:pt x="940663" y="1320800"/>
                  </a:lnTo>
                  <a:lnTo>
                    <a:pt x="919289" y="1371600"/>
                  </a:lnTo>
                  <a:lnTo>
                    <a:pt x="900353" y="1422400"/>
                  </a:lnTo>
                  <a:lnTo>
                    <a:pt x="883881" y="1460500"/>
                  </a:lnTo>
                  <a:lnTo>
                    <a:pt x="869886" y="1511300"/>
                  </a:lnTo>
                  <a:lnTo>
                    <a:pt x="858380" y="1562100"/>
                  </a:lnTo>
                  <a:lnTo>
                    <a:pt x="849401" y="1600200"/>
                  </a:lnTo>
                  <a:lnTo>
                    <a:pt x="842962" y="1651000"/>
                  </a:lnTo>
                  <a:lnTo>
                    <a:pt x="839076" y="1701800"/>
                  </a:lnTo>
                  <a:lnTo>
                    <a:pt x="837780" y="1739900"/>
                  </a:lnTo>
                  <a:lnTo>
                    <a:pt x="837971" y="1752600"/>
                  </a:lnTo>
                  <a:lnTo>
                    <a:pt x="855687" y="1752600"/>
                  </a:lnTo>
                  <a:lnTo>
                    <a:pt x="855484" y="1739900"/>
                  </a:lnTo>
                  <a:lnTo>
                    <a:pt x="856843" y="1701800"/>
                  </a:lnTo>
                  <a:lnTo>
                    <a:pt x="860933" y="1651000"/>
                  </a:lnTo>
                  <a:lnTo>
                    <a:pt x="867740" y="1600200"/>
                  </a:lnTo>
                  <a:lnTo>
                    <a:pt x="877239" y="1549400"/>
                  </a:lnTo>
                  <a:lnTo>
                    <a:pt x="889406" y="1511300"/>
                  </a:lnTo>
                  <a:lnTo>
                    <a:pt x="904227" y="1460500"/>
                  </a:lnTo>
                  <a:lnTo>
                    <a:pt x="921677" y="1409700"/>
                  </a:lnTo>
                  <a:lnTo>
                    <a:pt x="941730" y="1358900"/>
                  </a:lnTo>
                  <a:lnTo>
                    <a:pt x="964361" y="1320800"/>
                  </a:lnTo>
                  <a:lnTo>
                    <a:pt x="964361" y="1752600"/>
                  </a:lnTo>
                  <a:lnTo>
                    <a:pt x="982078" y="1752600"/>
                  </a:lnTo>
                  <a:lnTo>
                    <a:pt x="982078" y="1282700"/>
                  </a:lnTo>
                  <a:lnTo>
                    <a:pt x="1007059" y="1244600"/>
                  </a:lnTo>
                  <a:lnTo>
                    <a:pt x="1034211" y="1193800"/>
                  </a:lnTo>
                  <a:lnTo>
                    <a:pt x="1063510" y="1155700"/>
                  </a:lnTo>
                  <a:lnTo>
                    <a:pt x="1094955" y="1117600"/>
                  </a:lnTo>
                  <a:lnTo>
                    <a:pt x="1128547" y="1066800"/>
                  </a:lnTo>
                  <a:lnTo>
                    <a:pt x="1164259" y="1028700"/>
                  </a:lnTo>
                  <a:lnTo>
                    <a:pt x="1202080" y="990600"/>
                  </a:lnTo>
                  <a:lnTo>
                    <a:pt x="1207414" y="990600"/>
                  </a:lnTo>
                  <a:lnTo>
                    <a:pt x="1212824" y="977900"/>
                  </a:lnTo>
                  <a:lnTo>
                    <a:pt x="1472488" y="977900"/>
                  </a:lnTo>
                  <a:lnTo>
                    <a:pt x="1431645" y="1003300"/>
                  </a:lnTo>
                  <a:lnTo>
                    <a:pt x="1391551" y="1041400"/>
                  </a:lnTo>
                  <a:lnTo>
                    <a:pt x="1352359" y="1066800"/>
                  </a:lnTo>
                  <a:lnTo>
                    <a:pt x="1314208" y="1104900"/>
                  </a:lnTo>
                  <a:lnTo>
                    <a:pt x="1274711" y="1143000"/>
                  </a:lnTo>
                  <a:lnTo>
                    <a:pt x="1237957" y="1193800"/>
                  </a:lnTo>
                  <a:lnTo>
                    <a:pt x="1203960" y="1231900"/>
                  </a:lnTo>
                  <a:lnTo>
                    <a:pt x="1172756" y="1282700"/>
                  </a:lnTo>
                  <a:lnTo>
                    <a:pt x="1144384" y="1320800"/>
                  </a:lnTo>
                  <a:lnTo>
                    <a:pt x="1118857" y="1371600"/>
                  </a:lnTo>
                  <a:lnTo>
                    <a:pt x="1096225" y="1422400"/>
                  </a:lnTo>
                  <a:lnTo>
                    <a:pt x="1076502" y="1460500"/>
                  </a:lnTo>
                  <a:lnTo>
                    <a:pt x="1059738" y="1511300"/>
                  </a:lnTo>
                  <a:lnTo>
                    <a:pt x="1045946" y="1562100"/>
                  </a:lnTo>
                  <a:lnTo>
                    <a:pt x="1035164" y="1600200"/>
                  </a:lnTo>
                  <a:lnTo>
                    <a:pt x="1027430" y="1651000"/>
                  </a:lnTo>
                  <a:lnTo>
                    <a:pt x="1022769" y="1689100"/>
                  </a:lnTo>
                  <a:lnTo>
                    <a:pt x="1021207" y="1739900"/>
                  </a:lnTo>
                  <a:lnTo>
                    <a:pt x="1021588" y="1752600"/>
                  </a:lnTo>
                  <a:lnTo>
                    <a:pt x="1039380" y="1752600"/>
                  </a:lnTo>
                  <a:lnTo>
                    <a:pt x="1038987" y="1739900"/>
                  </a:lnTo>
                  <a:lnTo>
                    <a:pt x="1040498" y="1689100"/>
                  </a:lnTo>
                  <a:lnTo>
                    <a:pt x="1045057" y="1651000"/>
                  </a:lnTo>
                  <a:lnTo>
                    <a:pt x="1052626" y="1600200"/>
                  </a:lnTo>
                  <a:lnTo>
                    <a:pt x="1063167" y="1562100"/>
                  </a:lnTo>
                  <a:lnTo>
                    <a:pt x="1076680" y="1511300"/>
                  </a:lnTo>
                  <a:lnTo>
                    <a:pt x="1093114" y="1473200"/>
                  </a:lnTo>
                  <a:lnTo>
                    <a:pt x="1112456" y="1422400"/>
                  </a:lnTo>
                  <a:lnTo>
                    <a:pt x="1134681" y="1384300"/>
                  </a:lnTo>
                  <a:lnTo>
                    <a:pt x="1159738" y="1333500"/>
                  </a:lnTo>
                  <a:lnTo>
                    <a:pt x="1187627" y="1295400"/>
                  </a:lnTo>
                  <a:lnTo>
                    <a:pt x="1218298" y="1244600"/>
                  </a:lnTo>
                  <a:lnTo>
                    <a:pt x="1251737" y="1206500"/>
                  </a:lnTo>
                  <a:lnTo>
                    <a:pt x="1287919" y="1155700"/>
                  </a:lnTo>
                  <a:lnTo>
                    <a:pt x="1326807" y="1117600"/>
                  </a:lnTo>
                  <a:lnTo>
                    <a:pt x="1360855" y="1092200"/>
                  </a:lnTo>
                  <a:lnTo>
                    <a:pt x="1395755" y="1054100"/>
                  </a:lnTo>
                  <a:lnTo>
                    <a:pt x="1431391" y="1028700"/>
                  </a:lnTo>
                  <a:lnTo>
                    <a:pt x="1467675" y="1003300"/>
                  </a:lnTo>
                  <a:lnTo>
                    <a:pt x="1504505" y="977900"/>
                  </a:lnTo>
                  <a:lnTo>
                    <a:pt x="1946516" y="977900"/>
                  </a:lnTo>
                  <a:lnTo>
                    <a:pt x="1946516" y="965200"/>
                  </a:lnTo>
                  <a:lnTo>
                    <a:pt x="1942503" y="952500"/>
                  </a:lnTo>
                  <a:lnTo>
                    <a:pt x="1532737" y="952500"/>
                  </a:lnTo>
                  <a:lnTo>
                    <a:pt x="1578635" y="927100"/>
                  </a:lnTo>
                  <a:lnTo>
                    <a:pt x="1624914" y="914400"/>
                  </a:lnTo>
                  <a:lnTo>
                    <a:pt x="1671383" y="889000"/>
                  </a:lnTo>
                  <a:lnTo>
                    <a:pt x="1855774" y="838200"/>
                  </a:lnTo>
                  <a:lnTo>
                    <a:pt x="2048141" y="838200"/>
                  </a:lnTo>
                  <a:lnTo>
                    <a:pt x="2096744" y="850900"/>
                  </a:lnTo>
                  <a:lnTo>
                    <a:pt x="2142833" y="876300"/>
                  </a:lnTo>
                  <a:lnTo>
                    <a:pt x="2186101" y="889000"/>
                  </a:lnTo>
                  <a:lnTo>
                    <a:pt x="2226233" y="914400"/>
                  </a:lnTo>
                  <a:lnTo>
                    <a:pt x="2262949" y="952500"/>
                  </a:lnTo>
                  <a:lnTo>
                    <a:pt x="2277186" y="965200"/>
                  </a:lnTo>
                  <a:lnTo>
                    <a:pt x="2277186" y="939800"/>
                  </a:lnTo>
                  <a:lnTo>
                    <a:pt x="2275471" y="939800"/>
                  </a:lnTo>
                  <a:lnTo>
                    <a:pt x="2237067" y="901700"/>
                  </a:lnTo>
                  <a:lnTo>
                    <a:pt x="2195118" y="876300"/>
                  </a:lnTo>
                  <a:lnTo>
                    <a:pt x="2149983" y="850900"/>
                  </a:lnTo>
                  <a:lnTo>
                    <a:pt x="2102015" y="838200"/>
                  </a:lnTo>
                  <a:lnTo>
                    <a:pt x="2051545" y="825500"/>
                  </a:lnTo>
                  <a:lnTo>
                    <a:pt x="1998954" y="812800"/>
                  </a:lnTo>
                  <a:lnTo>
                    <a:pt x="1896706" y="812800"/>
                  </a:lnTo>
                  <a:lnTo>
                    <a:pt x="1847938" y="825500"/>
                  </a:lnTo>
                  <a:lnTo>
                    <a:pt x="1798485" y="825500"/>
                  </a:lnTo>
                  <a:lnTo>
                    <a:pt x="1748574" y="838200"/>
                  </a:lnTo>
                  <a:lnTo>
                    <a:pt x="1698409" y="863600"/>
                  </a:lnTo>
                  <a:lnTo>
                    <a:pt x="1648180" y="876300"/>
                  </a:lnTo>
                  <a:lnTo>
                    <a:pt x="1499247" y="952500"/>
                  </a:lnTo>
                  <a:lnTo>
                    <a:pt x="1236954" y="952500"/>
                  </a:lnTo>
                  <a:lnTo>
                    <a:pt x="1278674" y="914400"/>
                  </a:lnTo>
                  <a:lnTo>
                    <a:pt x="1321308" y="889000"/>
                  </a:lnTo>
                  <a:lnTo>
                    <a:pt x="1364767" y="850900"/>
                  </a:lnTo>
                  <a:lnTo>
                    <a:pt x="1408912" y="825500"/>
                  </a:lnTo>
                  <a:lnTo>
                    <a:pt x="1590179" y="723900"/>
                  </a:lnTo>
                  <a:lnTo>
                    <a:pt x="1636102" y="711200"/>
                  </a:lnTo>
                  <a:lnTo>
                    <a:pt x="1682051" y="685800"/>
                  </a:lnTo>
                  <a:lnTo>
                    <a:pt x="1773529" y="660400"/>
                  </a:lnTo>
                  <a:lnTo>
                    <a:pt x="1818830" y="660400"/>
                  </a:lnTo>
                  <a:lnTo>
                    <a:pt x="1863712" y="647700"/>
                  </a:lnTo>
                  <a:lnTo>
                    <a:pt x="2053742" y="647700"/>
                  </a:lnTo>
                  <a:lnTo>
                    <a:pt x="2149652" y="673100"/>
                  </a:lnTo>
                  <a:lnTo>
                    <a:pt x="2194852" y="685800"/>
                  </a:lnTo>
                  <a:lnTo>
                    <a:pt x="2237956" y="711200"/>
                  </a:lnTo>
                  <a:lnTo>
                    <a:pt x="2277186" y="736600"/>
                  </a:lnTo>
                  <a:lnTo>
                    <a:pt x="2277186" y="711200"/>
                  </a:lnTo>
                  <a:lnTo>
                    <a:pt x="2246325" y="698500"/>
                  </a:lnTo>
                  <a:lnTo>
                    <a:pt x="2201761" y="673100"/>
                  </a:lnTo>
                  <a:lnTo>
                    <a:pt x="2155101" y="660400"/>
                  </a:lnTo>
                  <a:lnTo>
                    <a:pt x="2056345" y="635000"/>
                  </a:lnTo>
                  <a:lnTo>
                    <a:pt x="2004656" y="635000"/>
                  </a:lnTo>
                  <a:lnTo>
                    <a:pt x="1951697" y="622300"/>
                  </a:lnTo>
                  <a:lnTo>
                    <a:pt x="1908784" y="622300"/>
                  </a:lnTo>
                  <a:lnTo>
                    <a:pt x="1865299" y="635000"/>
                  </a:lnTo>
                  <a:lnTo>
                    <a:pt x="1821332" y="635000"/>
                  </a:lnTo>
                  <a:lnTo>
                    <a:pt x="1776984" y="647700"/>
                  </a:lnTo>
                  <a:lnTo>
                    <a:pt x="1597761" y="698500"/>
                  </a:lnTo>
                  <a:lnTo>
                    <a:pt x="1508455" y="749300"/>
                  </a:lnTo>
                  <a:lnTo>
                    <a:pt x="1464221" y="762000"/>
                  </a:lnTo>
                  <a:lnTo>
                    <a:pt x="1420393" y="800100"/>
                  </a:lnTo>
                  <a:lnTo>
                    <a:pt x="1334401" y="850900"/>
                  </a:lnTo>
                  <a:lnTo>
                    <a:pt x="1292415" y="889000"/>
                  </a:lnTo>
                  <a:lnTo>
                    <a:pt x="1251229" y="927100"/>
                  </a:lnTo>
                  <a:lnTo>
                    <a:pt x="1210970" y="952500"/>
                  </a:lnTo>
                  <a:lnTo>
                    <a:pt x="1189621" y="952500"/>
                  </a:lnTo>
                  <a:lnTo>
                    <a:pt x="1189621" y="977900"/>
                  </a:lnTo>
                  <a:lnTo>
                    <a:pt x="1154645" y="1016000"/>
                  </a:lnTo>
                  <a:lnTo>
                    <a:pt x="1121422" y="1054100"/>
                  </a:lnTo>
                  <a:lnTo>
                    <a:pt x="1089977" y="1092200"/>
                  </a:lnTo>
                  <a:lnTo>
                    <a:pt x="1060323" y="1130300"/>
                  </a:lnTo>
                  <a:lnTo>
                    <a:pt x="1032459" y="1168400"/>
                  </a:lnTo>
                  <a:lnTo>
                    <a:pt x="1006398" y="1206500"/>
                  </a:lnTo>
                  <a:lnTo>
                    <a:pt x="982154" y="1244600"/>
                  </a:lnTo>
                  <a:lnTo>
                    <a:pt x="982154" y="1168400"/>
                  </a:lnTo>
                  <a:lnTo>
                    <a:pt x="990739" y="1117600"/>
                  </a:lnTo>
                  <a:lnTo>
                    <a:pt x="1006779" y="1066800"/>
                  </a:lnTo>
                  <a:lnTo>
                    <a:pt x="1036116" y="1028700"/>
                  </a:lnTo>
                  <a:lnTo>
                    <a:pt x="1076172" y="1003300"/>
                  </a:lnTo>
                  <a:lnTo>
                    <a:pt x="1124356" y="990600"/>
                  </a:lnTo>
                  <a:lnTo>
                    <a:pt x="1176248" y="977900"/>
                  </a:lnTo>
                  <a:lnTo>
                    <a:pt x="1189621" y="977900"/>
                  </a:lnTo>
                  <a:lnTo>
                    <a:pt x="1189621" y="952500"/>
                  </a:lnTo>
                  <a:lnTo>
                    <a:pt x="1116012" y="952500"/>
                  </a:lnTo>
                  <a:lnTo>
                    <a:pt x="1107884" y="939800"/>
                  </a:lnTo>
                  <a:lnTo>
                    <a:pt x="1108735" y="939800"/>
                  </a:lnTo>
                  <a:lnTo>
                    <a:pt x="1113142" y="927100"/>
                  </a:lnTo>
                  <a:lnTo>
                    <a:pt x="1153198" y="889000"/>
                  </a:lnTo>
                  <a:lnTo>
                    <a:pt x="1193990" y="850900"/>
                  </a:lnTo>
                  <a:lnTo>
                    <a:pt x="1235456" y="812800"/>
                  </a:lnTo>
                  <a:lnTo>
                    <a:pt x="1277531" y="787400"/>
                  </a:lnTo>
                  <a:lnTo>
                    <a:pt x="1320139" y="749300"/>
                  </a:lnTo>
                  <a:lnTo>
                    <a:pt x="1363218" y="723900"/>
                  </a:lnTo>
                  <a:lnTo>
                    <a:pt x="1627771" y="571500"/>
                  </a:lnTo>
                  <a:lnTo>
                    <a:pt x="1892236" y="495300"/>
                  </a:lnTo>
                  <a:lnTo>
                    <a:pt x="1935276" y="495300"/>
                  </a:lnTo>
                  <a:lnTo>
                    <a:pt x="1977847" y="482600"/>
                  </a:lnTo>
                  <a:lnTo>
                    <a:pt x="2114867" y="482600"/>
                  </a:lnTo>
                  <a:lnTo>
                    <a:pt x="2167102" y="495300"/>
                  </a:lnTo>
                  <a:lnTo>
                    <a:pt x="2217839" y="495300"/>
                  </a:lnTo>
                  <a:lnTo>
                    <a:pt x="2266950" y="508000"/>
                  </a:lnTo>
                  <a:lnTo>
                    <a:pt x="2277186" y="508000"/>
                  </a:lnTo>
                  <a:lnTo>
                    <a:pt x="2277186" y="495300"/>
                  </a:lnTo>
                  <a:lnTo>
                    <a:pt x="2271877" y="495300"/>
                  </a:lnTo>
                  <a:lnTo>
                    <a:pt x="2169477" y="469900"/>
                  </a:lnTo>
                  <a:lnTo>
                    <a:pt x="1932990" y="469900"/>
                  </a:lnTo>
                  <a:lnTo>
                    <a:pt x="1889226" y="482600"/>
                  </a:lnTo>
                  <a:lnTo>
                    <a:pt x="1845068" y="495300"/>
                  </a:lnTo>
                  <a:lnTo>
                    <a:pt x="1800606" y="495300"/>
                  </a:lnTo>
                  <a:lnTo>
                    <a:pt x="1710994" y="520700"/>
                  </a:lnTo>
                  <a:lnTo>
                    <a:pt x="1665986" y="546100"/>
                  </a:lnTo>
                  <a:lnTo>
                    <a:pt x="1620926" y="558800"/>
                  </a:lnTo>
                  <a:lnTo>
                    <a:pt x="1575879" y="584200"/>
                  </a:lnTo>
                  <a:lnTo>
                    <a:pt x="1530921" y="596900"/>
                  </a:lnTo>
                  <a:lnTo>
                    <a:pt x="1397228" y="673100"/>
                  </a:lnTo>
                  <a:lnTo>
                    <a:pt x="1353273" y="711200"/>
                  </a:lnTo>
                  <a:lnTo>
                    <a:pt x="1309725" y="736600"/>
                  </a:lnTo>
                  <a:lnTo>
                    <a:pt x="1266672" y="774700"/>
                  </a:lnTo>
                  <a:lnTo>
                    <a:pt x="1224165" y="800100"/>
                  </a:lnTo>
                  <a:lnTo>
                    <a:pt x="1182281" y="838200"/>
                  </a:lnTo>
                  <a:lnTo>
                    <a:pt x="1141082" y="876300"/>
                  </a:lnTo>
                  <a:lnTo>
                    <a:pt x="1100620" y="914400"/>
                  </a:lnTo>
                  <a:lnTo>
                    <a:pt x="1096010" y="927100"/>
                  </a:lnTo>
                  <a:lnTo>
                    <a:pt x="1091425" y="927100"/>
                  </a:lnTo>
                  <a:lnTo>
                    <a:pt x="1082294" y="939800"/>
                  </a:lnTo>
                  <a:lnTo>
                    <a:pt x="1074737" y="927100"/>
                  </a:lnTo>
                  <a:lnTo>
                    <a:pt x="1060335" y="927100"/>
                  </a:lnTo>
                  <a:lnTo>
                    <a:pt x="1053528" y="914400"/>
                  </a:lnTo>
                  <a:lnTo>
                    <a:pt x="1059180" y="914400"/>
                  </a:lnTo>
                  <a:lnTo>
                    <a:pt x="1064882" y="901700"/>
                  </a:lnTo>
                  <a:lnTo>
                    <a:pt x="1076413" y="901700"/>
                  </a:lnTo>
                  <a:lnTo>
                    <a:pt x="1113815" y="863600"/>
                  </a:lnTo>
                  <a:lnTo>
                    <a:pt x="1151788" y="825500"/>
                  </a:lnTo>
                  <a:lnTo>
                    <a:pt x="1190320" y="787400"/>
                  </a:lnTo>
                  <a:lnTo>
                    <a:pt x="1229372" y="762000"/>
                  </a:lnTo>
                  <a:lnTo>
                    <a:pt x="1268907" y="723900"/>
                  </a:lnTo>
                  <a:lnTo>
                    <a:pt x="1349286" y="673100"/>
                  </a:lnTo>
                  <a:lnTo>
                    <a:pt x="1390065" y="635000"/>
                  </a:lnTo>
                  <a:lnTo>
                    <a:pt x="1431201" y="609600"/>
                  </a:lnTo>
                  <a:lnTo>
                    <a:pt x="1445272" y="609600"/>
                  </a:lnTo>
                  <a:lnTo>
                    <a:pt x="1459039" y="596900"/>
                  </a:lnTo>
                  <a:lnTo>
                    <a:pt x="1466075" y="596900"/>
                  </a:lnTo>
                  <a:lnTo>
                    <a:pt x="1513624" y="558800"/>
                  </a:lnTo>
                  <a:lnTo>
                    <a:pt x="1561465" y="533400"/>
                  </a:lnTo>
                  <a:lnTo>
                    <a:pt x="1609559" y="520700"/>
                  </a:lnTo>
                  <a:lnTo>
                    <a:pt x="1657845" y="495300"/>
                  </a:lnTo>
                  <a:lnTo>
                    <a:pt x="1709953" y="469900"/>
                  </a:lnTo>
                  <a:lnTo>
                    <a:pt x="1762010" y="457200"/>
                  </a:lnTo>
                  <a:lnTo>
                    <a:pt x="1813915" y="431800"/>
                  </a:lnTo>
                  <a:lnTo>
                    <a:pt x="1967992" y="393700"/>
                  </a:lnTo>
                  <a:lnTo>
                    <a:pt x="2018512" y="393700"/>
                  </a:lnTo>
                  <a:lnTo>
                    <a:pt x="2068487" y="381000"/>
                  </a:lnTo>
                  <a:lnTo>
                    <a:pt x="2277186" y="381000"/>
                  </a:lnTo>
                  <a:lnTo>
                    <a:pt x="2277186" y="368300"/>
                  </a:lnTo>
                  <a:lnTo>
                    <a:pt x="2218969" y="368300"/>
                  </a:lnTo>
                  <a:lnTo>
                    <a:pt x="2166442" y="355600"/>
                  </a:lnTo>
                  <a:lnTo>
                    <a:pt x="2277186" y="355600"/>
                  </a:lnTo>
                  <a:lnTo>
                    <a:pt x="2277186" y="330200"/>
                  </a:lnTo>
                  <a:close/>
                </a:path>
                <a:path w="2277744" h="1752600">
                  <a:moveTo>
                    <a:pt x="2277186" y="146494"/>
                  </a:moveTo>
                  <a:lnTo>
                    <a:pt x="2216099" y="131978"/>
                  </a:lnTo>
                  <a:lnTo>
                    <a:pt x="2177834" y="93713"/>
                  </a:lnTo>
                  <a:lnTo>
                    <a:pt x="2159406" y="8890"/>
                  </a:lnTo>
                  <a:lnTo>
                    <a:pt x="2149818" y="67119"/>
                  </a:lnTo>
                  <a:lnTo>
                    <a:pt x="2124799" y="115798"/>
                  </a:lnTo>
                  <a:lnTo>
                    <a:pt x="2076119" y="140817"/>
                  </a:lnTo>
                  <a:lnTo>
                    <a:pt x="2017890" y="150406"/>
                  </a:lnTo>
                  <a:lnTo>
                    <a:pt x="2076119" y="159994"/>
                  </a:lnTo>
                  <a:lnTo>
                    <a:pt x="2124799" y="185013"/>
                  </a:lnTo>
                  <a:lnTo>
                    <a:pt x="2149818" y="233692"/>
                  </a:lnTo>
                  <a:lnTo>
                    <a:pt x="2159406" y="291922"/>
                  </a:lnTo>
                  <a:lnTo>
                    <a:pt x="2168995" y="233692"/>
                  </a:lnTo>
                  <a:lnTo>
                    <a:pt x="2194014" y="185013"/>
                  </a:lnTo>
                  <a:lnTo>
                    <a:pt x="2242693" y="159994"/>
                  </a:lnTo>
                  <a:lnTo>
                    <a:pt x="2277186" y="154317"/>
                  </a:lnTo>
                  <a:lnTo>
                    <a:pt x="2277186" y="146494"/>
                  </a:lnTo>
                  <a:close/>
                </a:path>
              </a:pathLst>
            </a:custGeom>
            <a:solidFill>
              <a:srgbClr val="FF8F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19384" y="9055426"/>
              <a:ext cx="195332" cy="1953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77285" algn="l"/>
                <a:tab pos="11642090" algn="l"/>
              </a:tabLst>
            </a:pPr>
            <a:r>
              <a:rPr dirty="0" b="0">
                <a:latin typeface="Times New Roman"/>
                <a:cs typeface="Times New Roman"/>
              </a:rPr>
              <a:t>	</a:t>
            </a:r>
            <a:r>
              <a:rPr dirty="0" spc="260"/>
              <a:t>Solution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334040" y="2135569"/>
            <a:ext cx="11620500" cy="24130"/>
          </a:xfrm>
          <a:custGeom>
            <a:avLst/>
            <a:gdLst/>
            <a:ahLst/>
            <a:cxnLst/>
            <a:rect l="l" t="t" r="r" b="b"/>
            <a:pathLst>
              <a:path w="11620500" h="24130">
                <a:moveTo>
                  <a:pt x="0" y="23812"/>
                </a:moveTo>
                <a:lnTo>
                  <a:pt x="11619919" y="0"/>
                </a:lnTo>
              </a:path>
            </a:pathLst>
          </a:custGeom>
          <a:ln w="9525">
            <a:solidFill>
              <a:srgbClr val="2A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653665">
              <a:lnSpc>
                <a:spcPct val="100000"/>
              </a:lnSpc>
              <a:spcBef>
                <a:spcPts val="125"/>
              </a:spcBef>
            </a:pPr>
            <a:r>
              <a:rPr dirty="0" u="none" spc="50"/>
              <a:t>Architecture</a:t>
            </a:r>
          </a:p>
        </p:txBody>
      </p:sp>
      <p:sp>
        <p:nvSpPr>
          <p:cNvPr id="11" name="object 11"/>
          <p:cNvSpPr/>
          <p:nvPr/>
        </p:nvSpPr>
        <p:spPr>
          <a:xfrm>
            <a:off x="1388305" y="4317312"/>
            <a:ext cx="419100" cy="541655"/>
          </a:xfrm>
          <a:custGeom>
            <a:avLst/>
            <a:gdLst/>
            <a:ahLst/>
            <a:cxnLst/>
            <a:rect l="l" t="t" r="r" b="b"/>
            <a:pathLst>
              <a:path w="419100" h="541654">
                <a:moveTo>
                  <a:pt x="212174" y="541580"/>
                </a:moveTo>
                <a:lnTo>
                  <a:pt x="197046" y="340526"/>
                </a:lnTo>
                <a:lnTo>
                  <a:pt x="179272" y="304928"/>
                </a:lnTo>
                <a:lnTo>
                  <a:pt x="143838" y="286831"/>
                </a:lnTo>
                <a:lnTo>
                  <a:pt x="0" y="270790"/>
                </a:lnTo>
                <a:lnTo>
                  <a:pt x="143836" y="254748"/>
                </a:lnTo>
                <a:lnTo>
                  <a:pt x="179272" y="236652"/>
                </a:lnTo>
                <a:lnTo>
                  <a:pt x="197045" y="201053"/>
                </a:lnTo>
                <a:lnTo>
                  <a:pt x="212173" y="0"/>
                </a:lnTo>
                <a:lnTo>
                  <a:pt x="226410" y="202243"/>
                </a:lnTo>
                <a:lnTo>
                  <a:pt x="244341" y="238397"/>
                </a:lnTo>
                <a:lnTo>
                  <a:pt x="280404" y="256510"/>
                </a:lnTo>
                <a:lnTo>
                  <a:pt x="419100" y="270385"/>
                </a:lnTo>
                <a:lnTo>
                  <a:pt x="419100" y="271191"/>
                </a:lnTo>
                <a:lnTo>
                  <a:pt x="280404" y="285069"/>
                </a:lnTo>
                <a:lnTo>
                  <a:pt x="244341" y="303182"/>
                </a:lnTo>
                <a:lnTo>
                  <a:pt x="226410" y="339336"/>
                </a:lnTo>
                <a:lnTo>
                  <a:pt x="212174" y="541580"/>
                </a:lnTo>
                <a:close/>
              </a:path>
            </a:pathLst>
          </a:custGeom>
          <a:solidFill>
            <a:srgbClr val="FF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9649" y="8534224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4"/>
                </a:moveTo>
                <a:lnTo>
                  <a:pt x="845310" y="181357"/>
                </a:lnTo>
                <a:lnTo>
                  <a:pt x="787671" y="172323"/>
                </a:lnTo>
                <a:lnTo>
                  <a:pt x="738219" y="158730"/>
                </a:lnTo>
                <a:lnTo>
                  <a:pt x="695009" y="141774"/>
                </a:lnTo>
                <a:lnTo>
                  <a:pt x="656097" y="12265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20" y="26518"/>
                </a:lnTo>
                <a:lnTo>
                  <a:pt x="217889" y="34948"/>
                </a:lnTo>
                <a:lnTo>
                  <a:pt x="170861" y="47772"/>
                </a:lnTo>
                <a:lnTo>
                  <a:pt x="129517" y="63986"/>
                </a:lnTo>
                <a:lnTo>
                  <a:pt x="91737" y="82584"/>
                </a:lnTo>
                <a:lnTo>
                  <a:pt x="55404" y="102563"/>
                </a:lnTo>
                <a:lnTo>
                  <a:pt x="46458" y="107567"/>
                </a:lnTo>
                <a:lnTo>
                  <a:pt x="37381" y="112607"/>
                </a:lnTo>
                <a:lnTo>
                  <a:pt x="28191" y="117638"/>
                </a:lnTo>
                <a:lnTo>
                  <a:pt x="18911" y="122615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04"/>
                </a:lnTo>
                <a:lnTo>
                  <a:pt x="2185" y="104902"/>
                </a:lnTo>
                <a:lnTo>
                  <a:pt x="7917" y="101868"/>
                </a:lnTo>
                <a:lnTo>
                  <a:pt x="17035" y="96971"/>
                </a:lnTo>
                <a:lnTo>
                  <a:pt x="26098" y="92006"/>
                </a:lnTo>
                <a:lnTo>
                  <a:pt x="35074" y="87022"/>
                </a:lnTo>
                <a:lnTo>
                  <a:pt x="43931" y="82070"/>
                </a:lnTo>
                <a:lnTo>
                  <a:pt x="80491" y="61982"/>
                </a:lnTo>
                <a:lnTo>
                  <a:pt x="119404" y="42861"/>
                </a:lnTo>
                <a:lnTo>
                  <a:pt x="162613" y="25905"/>
                </a:lnTo>
                <a:lnTo>
                  <a:pt x="212065" y="12311"/>
                </a:lnTo>
                <a:lnTo>
                  <a:pt x="269703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1"/>
                </a:lnTo>
                <a:lnTo>
                  <a:pt x="512329" y="25905"/>
                </a:lnTo>
                <a:lnTo>
                  <a:pt x="555539" y="42861"/>
                </a:lnTo>
                <a:lnTo>
                  <a:pt x="594450" y="61982"/>
                </a:lnTo>
                <a:lnTo>
                  <a:pt x="667339" y="102046"/>
                </a:lnTo>
                <a:lnTo>
                  <a:pt x="705119" y="120642"/>
                </a:lnTo>
                <a:lnTo>
                  <a:pt x="746466" y="136855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2" y="149679"/>
                </a:lnTo>
                <a:lnTo>
                  <a:pt x="1079689" y="136855"/>
                </a:lnTo>
                <a:lnTo>
                  <a:pt x="1121032" y="120642"/>
                </a:lnTo>
                <a:lnTo>
                  <a:pt x="1158809" y="102046"/>
                </a:lnTo>
                <a:lnTo>
                  <a:pt x="1195138" y="82070"/>
                </a:lnTo>
                <a:lnTo>
                  <a:pt x="1203336" y="77484"/>
                </a:lnTo>
                <a:lnTo>
                  <a:pt x="1211648" y="72860"/>
                </a:lnTo>
                <a:lnTo>
                  <a:pt x="1220052" y="68239"/>
                </a:lnTo>
                <a:lnTo>
                  <a:pt x="1228526" y="63661"/>
                </a:lnTo>
                <a:lnTo>
                  <a:pt x="1234252" y="60605"/>
                </a:lnTo>
                <a:lnTo>
                  <a:pt x="1241363" y="62769"/>
                </a:lnTo>
                <a:lnTo>
                  <a:pt x="1244409" y="68486"/>
                </a:lnTo>
                <a:lnTo>
                  <a:pt x="1247471" y="74211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7" y="88882"/>
                </a:lnTo>
                <a:lnTo>
                  <a:pt x="1222960" y="93446"/>
                </a:lnTo>
                <a:lnTo>
                  <a:pt x="1214735" y="98022"/>
                </a:lnTo>
                <a:lnTo>
                  <a:pt x="1206614" y="102563"/>
                </a:lnTo>
                <a:lnTo>
                  <a:pt x="1170053" y="122653"/>
                </a:lnTo>
                <a:lnTo>
                  <a:pt x="1131141" y="141774"/>
                </a:lnTo>
                <a:lnTo>
                  <a:pt x="1087933" y="158730"/>
                </a:lnTo>
                <a:lnTo>
                  <a:pt x="1038483" y="172323"/>
                </a:lnTo>
                <a:lnTo>
                  <a:pt x="980848" y="181357"/>
                </a:lnTo>
                <a:lnTo>
                  <a:pt x="913083" y="184634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9649" y="8774812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3"/>
                </a:lnTo>
                <a:lnTo>
                  <a:pt x="787671" y="172319"/>
                </a:lnTo>
                <a:lnTo>
                  <a:pt x="738219" y="158725"/>
                </a:lnTo>
                <a:lnTo>
                  <a:pt x="695009" y="141769"/>
                </a:lnTo>
                <a:lnTo>
                  <a:pt x="656097" y="122649"/>
                </a:lnTo>
                <a:lnTo>
                  <a:pt x="619536" y="102563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48"/>
                </a:lnTo>
                <a:lnTo>
                  <a:pt x="170856" y="47772"/>
                </a:lnTo>
                <a:lnTo>
                  <a:pt x="129511" y="63986"/>
                </a:lnTo>
                <a:lnTo>
                  <a:pt x="91732" y="82584"/>
                </a:lnTo>
                <a:lnTo>
                  <a:pt x="55401" y="102563"/>
                </a:lnTo>
                <a:lnTo>
                  <a:pt x="46454" y="107563"/>
                </a:lnTo>
                <a:lnTo>
                  <a:pt x="37377" y="112603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64"/>
                </a:lnTo>
                <a:lnTo>
                  <a:pt x="0" y="112004"/>
                </a:lnTo>
                <a:lnTo>
                  <a:pt x="2185" y="104896"/>
                </a:lnTo>
                <a:lnTo>
                  <a:pt x="7917" y="101868"/>
                </a:lnTo>
                <a:lnTo>
                  <a:pt x="17034" y="96972"/>
                </a:lnTo>
                <a:lnTo>
                  <a:pt x="26095" y="92006"/>
                </a:lnTo>
                <a:lnTo>
                  <a:pt x="35068" y="87020"/>
                </a:lnTo>
                <a:lnTo>
                  <a:pt x="43922" y="82064"/>
                </a:lnTo>
                <a:lnTo>
                  <a:pt x="80482" y="61975"/>
                </a:lnTo>
                <a:lnTo>
                  <a:pt x="119396" y="42855"/>
                </a:lnTo>
                <a:lnTo>
                  <a:pt x="162607" y="25901"/>
                </a:lnTo>
                <a:lnTo>
                  <a:pt x="212060" y="12309"/>
                </a:lnTo>
                <a:lnTo>
                  <a:pt x="269700" y="3276"/>
                </a:lnTo>
                <a:lnTo>
                  <a:pt x="337472" y="0"/>
                </a:lnTo>
                <a:lnTo>
                  <a:pt x="405240" y="3276"/>
                </a:lnTo>
                <a:lnTo>
                  <a:pt x="462878" y="12309"/>
                </a:lnTo>
                <a:lnTo>
                  <a:pt x="512329" y="25901"/>
                </a:lnTo>
                <a:lnTo>
                  <a:pt x="555539" y="42855"/>
                </a:lnTo>
                <a:lnTo>
                  <a:pt x="594450" y="61975"/>
                </a:lnTo>
                <a:lnTo>
                  <a:pt x="667339" y="102042"/>
                </a:lnTo>
                <a:lnTo>
                  <a:pt x="705119" y="120639"/>
                </a:lnTo>
                <a:lnTo>
                  <a:pt x="746466" y="136851"/>
                </a:lnTo>
                <a:lnTo>
                  <a:pt x="793497" y="149674"/>
                </a:lnTo>
                <a:lnTo>
                  <a:pt x="848330" y="158104"/>
                </a:lnTo>
                <a:lnTo>
                  <a:pt x="913083" y="161137"/>
                </a:lnTo>
                <a:lnTo>
                  <a:pt x="977832" y="158104"/>
                </a:lnTo>
                <a:lnTo>
                  <a:pt x="1032662" y="149673"/>
                </a:lnTo>
                <a:lnTo>
                  <a:pt x="1079689" y="136849"/>
                </a:lnTo>
                <a:lnTo>
                  <a:pt x="1121032" y="120636"/>
                </a:lnTo>
                <a:lnTo>
                  <a:pt x="1158809" y="102040"/>
                </a:lnTo>
                <a:lnTo>
                  <a:pt x="1195138" y="82064"/>
                </a:lnTo>
                <a:lnTo>
                  <a:pt x="1203336" y="77478"/>
                </a:lnTo>
                <a:lnTo>
                  <a:pt x="1211648" y="72856"/>
                </a:lnTo>
                <a:lnTo>
                  <a:pt x="1220052" y="68238"/>
                </a:lnTo>
                <a:lnTo>
                  <a:pt x="1228526" y="63661"/>
                </a:lnTo>
                <a:lnTo>
                  <a:pt x="1234252" y="60599"/>
                </a:lnTo>
                <a:lnTo>
                  <a:pt x="1241363" y="62760"/>
                </a:lnTo>
                <a:lnTo>
                  <a:pt x="1244409" y="68477"/>
                </a:lnTo>
                <a:lnTo>
                  <a:pt x="1247471" y="74202"/>
                </a:lnTo>
                <a:lnTo>
                  <a:pt x="1245310" y="81313"/>
                </a:lnTo>
                <a:lnTo>
                  <a:pt x="1239594" y="84378"/>
                </a:lnTo>
                <a:lnTo>
                  <a:pt x="1231257" y="88882"/>
                </a:lnTo>
                <a:lnTo>
                  <a:pt x="1222960" y="93443"/>
                </a:lnTo>
                <a:lnTo>
                  <a:pt x="1214735" y="98019"/>
                </a:lnTo>
                <a:lnTo>
                  <a:pt x="1206614" y="102563"/>
                </a:lnTo>
                <a:lnTo>
                  <a:pt x="1170053" y="122649"/>
                </a:lnTo>
                <a:lnTo>
                  <a:pt x="1131141" y="141769"/>
                </a:lnTo>
                <a:lnTo>
                  <a:pt x="1087933" y="158725"/>
                </a:lnTo>
                <a:lnTo>
                  <a:pt x="1038483" y="172319"/>
                </a:lnTo>
                <a:lnTo>
                  <a:pt x="980848" y="181353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19649" y="9015391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7"/>
                </a:moveTo>
                <a:lnTo>
                  <a:pt x="845310" y="181359"/>
                </a:lnTo>
                <a:lnTo>
                  <a:pt x="787671" y="172324"/>
                </a:lnTo>
                <a:lnTo>
                  <a:pt x="738219" y="158730"/>
                </a:lnTo>
                <a:lnTo>
                  <a:pt x="695009" y="141772"/>
                </a:lnTo>
                <a:lnTo>
                  <a:pt x="656097" y="122650"/>
                </a:lnTo>
                <a:lnTo>
                  <a:pt x="583205" y="82586"/>
                </a:lnTo>
                <a:lnTo>
                  <a:pt x="545427" y="63990"/>
                </a:lnTo>
                <a:lnTo>
                  <a:pt x="504083" y="47778"/>
                </a:lnTo>
                <a:lnTo>
                  <a:pt x="457055" y="34955"/>
                </a:lnTo>
                <a:lnTo>
                  <a:pt x="402224" y="26524"/>
                </a:lnTo>
                <a:lnTo>
                  <a:pt x="337472" y="23490"/>
                </a:lnTo>
                <a:lnTo>
                  <a:pt x="272718" y="26524"/>
                </a:lnTo>
                <a:lnTo>
                  <a:pt x="217886" y="34955"/>
                </a:lnTo>
                <a:lnTo>
                  <a:pt x="170856" y="47780"/>
                </a:lnTo>
                <a:lnTo>
                  <a:pt x="129511" y="63993"/>
                </a:lnTo>
                <a:lnTo>
                  <a:pt x="91732" y="82591"/>
                </a:lnTo>
                <a:lnTo>
                  <a:pt x="55401" y="102570"/>
                </a:lnTo>
                <a:lnTo>
                  <a:pt x="46454" y="107572"/>
                </a:lnTo>
                <a:lnTo>
                  <a:pt x="37377" y="112612"/>
                </a:lnTo>
                <a:lnTo>
                  <a:pt x="28189" y="117643"/>
                </a:lnTo>
                <a:lnTo>
                  <a:pt x="18911" y="122618"/>
                </a:lnTo>
                <a:lnTo>
                  <a:pt x="13182" y="125662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899"/>
                </a:lnTo>
                <a:lnTo>
                  <a:pt x="7917" y="101862"/>
                </a:lnTo>
                <a:lnTo>
                  <a:pt x="17034" y="96971"/>
                </a:lnTo>
                <a:lnTo>
                  <a:pt x="26095" y="92009"/>
                </a:lnTo>
                <a:lnTo>
                  <a:pt x="35068" y="87026"/>
                </a:lnTo>
                <a:lnTo>
                  <a:pt x="43922" y="82073"/>
                </a:lnTo>
                <a:lnTo>
                  <a:pt x="80482" y="61985"/>
                </a:lnTo>
                <a:lnTo>
                  <a:pt x="119396" y="42863"/>
                </a:lnTo>
                <a:lnTo>
                  <a:pt x="162607" y="25907"/>
                </a:lnTo>
                <a:lnTo>
                  <a:pt x="212060" y="12312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2"/>
                </a:lnTo>
                <a:lnTo>
                  <a:pt x="512329" y="25906"/>
                </a:lnTo>
                <a:lnTo>
                  <a:pt x="555539" y="42862"/>
                </a:lnTo>
                <a:lnTo>
                  <a:pt x="594450" y="61981"/>
                </a:lnTo>
                <a:lnTo>
                  <a:pt x="667339" y="102045"/>
                </a:lnTo>
                <a:lnTo>
                  <a:pt x="705119" y="120643"/>
                </a:lnTo>
                <a:lnTo>
                  <a:pt x="746466" y="136856"/>
                </a:lnTo>
                <a:lnTo>
                  <a:pt x="793497" y="149679"/>
                </a:lnTo>
                <a:lnTo>
                  <a:pt x="848330" y="158110"/>
                </a:lnTo>
                <a:lnTo>
                  <a:pt x="913083" y="161143"/>
                </a:lnTo>
                <a:lnTo>
                  <a:pt x="977832" y="158110"/>
                </a:lnTo>
                <a:lnTo>
                  <a:pt x="1032660" y="149679"/>
                </a:lnTo>
                <a:lnTo>
                  <a:pt x="1079686" y="136856"/>
                </a:lnTo>
                <a:lnTo>
                  <a:pt x="1121028" y="120643"/>
                </a:lnTo>
                <a:lnTo>
                  <a:pt x="1158806" y="102045"/>
                </a:lnTo>
                <a:lnTo>
                  <a:pt x="1195138" y="82067"/>
                </a:lnTo>
                <a:lnTo>
                  <a:pt x="1203335" y="77485"/>
                </a:lnTo>
                <a:lnTo>
                  <a:pt x="1211645" y="72864"/>
                </a:lnTo>
                <a:lnTo>
                  <a:pt x="1220048" y="68243"/>
                </a:lnTo>
                <a:lnTo>
                  <a:pt x="1228526" y="63664"/>
                </a:lnTo>
                <a:lnTo>
                  <a:pt x="1234252" y="60605"/>
                </a:lnTo>
                <a:lnTo>
                  <a:pt x="1241363" y="62763"/>
                </a:lnTo>
                <a:lnTo>
                  <a:pt x="1244409" y="68483"/>
                </a:lnTo>
                <a:lnTo>
                  <a:pt x="1247471" y="74202"/>
                </a:lnTo>
                <a:lnTo>
                  <a:pt x="1245310" y="81322"/>
                </a:lnTo>
                <a:lnTo>
                  <a:pt x="1239594" y="84381"/>
                </a:lnTo>
                <a:lnTo>
                  <a:pt x="1231255" y="88885"/>
                </a:lnTo>
                <a:lnTo>
                  <a:pt x="1222956" y="93447"/>
                </a:lnTo>
                <a:lnTo>
                  <a:pt x="1214729" y="98020"/>
                </a:lnTo>
                <a:lnTo>
                  <a:pt x="1206607" y="102560"/>
                </a:lnTo>
                <a:lnTo>
                  <a:pt x="1170049" y="122650"/>
                </a:lnTo>
                <a:lnTo>
                  <a:pt x="1131139" y="141772"/>
                </a:lnTo>
                <a:lnTo>
                  <a:pt x="1087932" y="158730"/>
                </a:lnTo>
                <a:lnTo>
                  <a:pt x="1038483" y="172324"/>
                </a:lnTo>
                <a:lnTo>
                  <a:pt x="980848" y="181359"/>
                </a:lnTo>
                <a:lnTo>
                  <a:pt x="913083" y="184637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19649" y="9255976"/>
            <a:ext cx="1247775" cy="184785"/>
          </a:xfrm>
          <a:custGeom>
            <a:avLst/>
            <a:gdLst/>
            <a:ahLst/>
            <a:cxnLst/>
            <a:rect l="l" t="t" r="r" b="b"/>
            <a:pathLst>
              <a:path w="1247775" h="184784">
                <a:moveTo>
                  <a:pt x="913083" y="184631"/>
                </a:moveTo>
                <a:lnTo>
                  <a:pt x="845310" y="181354"/>
                </a:lnTo>
                <a:lnTo>
                  <a:pt x="787671" y="172320"/>
                </a:lnTo>
                <a:lnTo>
                  <a:pt x="738219" y="158727"/>
                </a:lnTo>
                <a:lnTo>
                  <a:pt x="695009" y="141772"/>
                </a:lnTo>
                <a:lnTo>
                  <a:pt x="656097" y="122651"/>
                </a:lnTo>
                <a:lnTo>
                  <a:pt x="583205" y="82584"/>
                </a:lnTo>
                <a:lnTo>
                  <a:pt x="545427" y="63986"/>
                </a:lnTo>
                <a:lnTo>
                  <a:pt x="504083" y="47772"/>
                </a:lnTo>
                <a:lnTo>
                  <a:pt x="457055" y="34948"/>
                </a:lnTo>
                <a:lnTo>
                  <a:pt x="402224" y="26518"/>
                </a:lnTo>
                <a:lnTo>
                  <a:pt x="337472" y="23484"/>
                </a:lnTo>
                <a:lnTo>
                  <a:pt x="272718" y="26518"/>
                </a:lnTo>
                <a:lnTo>
                  <a:pt x="217886" y="34950"/>
                </a:lnTo>
                <a:lnTo>
                  <a:pt x="170856" y="47776"/>
                </a:lnTo>
                <a:lnTo>
                  <a:pt x="129511" y="63990"/>
                </a:lnTo>
                <a:lnTo>
                  <a:pt x="91732" y="82587"/>
                </a:lnTo>
                <a:lnTo>
                  <a:pt x="55401" y="102563"/>
                </a:lnTo>
                <a:lnTo>
                  <a:pt x="46454" y="107564"/>
                </a:lnTo>
                <a:lnTo>
                  <a:pt x="37377" y="112605"/>
                </a:lnTo>
                <a:lnTo>
                  <a:pt x="28189" y="117638"/>
                </a:lnTo>
                <a:lnTo>
                  <a:pt x="18911" y="122618"/>
                </a:lnTo>
                <a:lnTo>
                  <a:pt x="13182" y="125665"/>
                </a:lnTo>
                <a:lnTo>
                  <a:pt x="6071" y="123473"/>
                </a:lnTo>
                <a:lnTo>
                  <a:pt x="0" y="112010"/>
                </a:lnTo>
                <a:lnTo>
                  <a:pt x="2185" y="104902"/>
                </a:lnTo>
                <a:lnTo>
                  <a:pt x="7917" y="101865"/>
                </a:lnTo>
                <a:lnTo>
                  <a:pt x="17034" y="96969"/>
                </a:lnTo>
                <a:lnTo>
                  <a:pt x="26095" y="92004"/>
                </a:lnTo>
                <a:lnTo>
                  <a:pt x="35068" y="87020"/>
                </a:lnTo>
                <a:lnTo>
                  <a:pt x="43922" y="82067"/>
                </a:lnTo>
                <a:lnTo>
                  <a:pt x="80482" y="61978"/>
                </a:lnTo>
                <a:lnTo>
                  <a:pt x="119396" y="42858"/>
                </a:lnTo>
                <a:lnTo>
                  <a:pt x="162607" y="25903"/>
                </a:lnTo>
                <a:lnTo>
                  <a:pt x="212060" y="12310"/>
                </a:lnTo>
                <a:lnTo>
                  <a:pt x="269700" y="3277"/>
                </a:lnTo>
                <a:lnTo>
                  <a:pt x="337472" y="0"/>
                </a:lnTo>
                <a:lnTo>
                  <a:pt x="405240" y="3277"/>
                </a:lnTo>
                <a:lnTo>
                  <a:pt x="462878" y="12310"/>
                </a:lnTo>
                <a:lnTo>
                  <a:pt x="512329" y="25903"/>
                </a:lnTo>
                <a:lnTo>
                  <a:pt x="555539" y="42858"/>
                </a:lnTo>
                <a:lnTo>
                  <a:pt x="594450" y="61978"/>
                </a:lnTo>
                <a:lnTo>
                  <a:pt x="667339" y="102043"/>
                </a:lnTo>
                <a:lnTo>
                  <a:pt x="705119" y="120641"/>
                </a:lnTo>
                <a:lnTo>
                  <a:pt x="746466" y="136855"/>
                </a:lnTo>
                <a:lnTo>
                  <a:pt x="793497" y="149680"/>
                </a:lnTo>
                <a:lnTo>
                  <a:pt x="848330" y="158112"/>
                </a:lnTo>
                <a:lnTo>
                  <a:pt x="913083" y="161146"/>
                </a:lnTo>
                <a:lnTo>
                  <a:pt x="977832" y="158112"/>
                </a:lnTo>
                <a:lnTo>
                  <a:pt x="1032660" y="149680"/>
                </a:lnTo>
                <a:lnTo>
                  <a:pt x="1079686" y="136855"/>
                </a:lnTo>
                <a:lnTo>
                  <a:pt x="1121028" y="120641"/>
                </a:lnTo>
                <a:lnTo>
                  <a:pt x="1158806" y="102043"/>
                </a:lnTo>
                <a:lnTo>
                  <a:pt x="1195138" y="82067"/>
                </a:lnTo>
                <a:lnTo>
                  <a:pt x="1203335" y="77481"/>
                </a:lnTo>
                <a:lnTo>
                  <a:pt x="1211645" y="72858"/>
                </a:lnTo>
                <a:lnTo>
                  <a:pt x="1220048" y="68237"/>
                </a:lnTo>
                <a:lnTo>
                  <a:pt x="1228526" y="63658"/>
                </a:lnTo>
                <a:lnTo>
                  <a:pt x="1234252" y="60599"/>
                </a:lnTo>
                <a:lnTo>
                  <a:pt x="1241363" y="62763"/>
                </a:lnTo>
                <a:lnTo>
                  <a:pt x="1247471" y="74205"/>
                </a:lnTo>
                <a:lnTo>
                  <a:pt x="1245310" y="81322"/>
                </a:lnTo>
                <a:lnTo>
                  <a:pt x="1239594" y="84375"/>
                </a:lnTo>
                <a:lnTo>
                  <a:pt x="1231255" y="88879"/>
                </a:lnTo>
                <a:lnTo>
                  <a:pt x="1222956" y="93442"/>
                </a:lnTo>
                <a:lnTo>
                  <a:pt x="1214729" y="98018"/>
                </a:lnTo>
                <a:lnTo>
                  <a:pt x="1206607" y="102563"/>
                </a:lnTo>
                <a:lnTo>
                  <a:pt x="1170049" y="122651"/>
                </a:lnTo>
                <a:lnTo>
                  <a:pt x="1131139" y="141772"/>
                </a:lnTo>
                <a:lnTo>
                  <a:pt x="1087932" y="158727"/>
                </a:lnTo>
                <a:lnTo>
                  <a:pt x="1038483" y="172320"/>
                </a:lnTo>
                <a:lnTo>
                  <a:pt x="980848" y="181354"/>
                </a:lnTo>
                <a:lnTo>
                  <a:pt x="913083" y="184631"/>
                </a:lnTo>
                <a:close/>
              </a:path>
            </a:pathLst>
          </a:custGeom>
          <a:solidFill>
            <a:srgbClr val="2A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6010807" y="8534230"/>
            <a:ext cx="2277745" cy="1752600"/>
            <a:chOff x="16010807" y="8534230"/>
            <a:chExt cx="2277745" cy="1752600"/>
          </a:xfrm>
        </p:grpSpPr>
        <p:sp>
          <p:nvSpPr>
            <p:cNvPr id="5" name="object 5"/>
            <p:cNvSpPr/>
            <p:nvPr/>
          </p:nvSpPr>
          <p:spPr>
            <a:xfrm>
              <a:off x="16010801" y="8534234"/>
              <a:ext cx="2277745" cy="1752600"/>
            </a:xfrm>
            <a:custGeom>
              <a:avLst/>
              <a:gdLst/>
              <a:ahLst/>
              <a:cxnLst/>
              <a:rect l="l" t="t" r="r" b="b"/>
              <a:pathLst>
                <a:path w="2277744" h="1752600">
                  <a:moveTo>
                    <a:pt x="662317" y="1338021"/>
                  </a:moveTo>
                  <a:lnTo>
                    <a:pt x="594893" y="1326883"/>
                  </a:lnTo>
                  <a:lnTo>
                    <a:pt x="538530" y="1297952"/>
                  </a:lnTo>
                  <a:lnTo>
                    <a:pt x="509600" y="1241590"/>
                  </a:lnTo>
                  <a:lnTo>
                    <a:pt x="498462" y="1174165"/>
                  </a:lnTo>
                  <a:lnTo>
                    <a:pt x="487324" y="1241590"/>
                  </a:lnTo>
                  <a:lnTo>
                    <a:pt x="458393" y="1297952"/>
                  </a:lnTo>
                  <a:lnTo>
                    <a:pt x="402031" y="1326883"/>
                  </a:lnTo>
                  <a:lnTo>
                    <a:pt x="334606" y="1338021"/>
                  </a:lnTo>
                  <a:lnTo>
                    <a:pt x="402031" y="1349159"/>
                  </a:lnTo>
                  <a:lnTo>
                    <a:pt x="458393" y="1378089"/>
                  </a:lnTo>
                  <a:lnTo>
                    <a:pt x="487324" y="1434452"/>
                  </a:lnTo>
                  <a:lnTo>
                    <a:pt x="498462" y="1501876"/>
                  </a:lnTo>
                  <a:lnTo>
                    <a:pt x="509600" y="1434452"/>
                  </a:lnTo>
                  <a:lnTo>
                    <a:pt x="519798" y="1403667"/>
                  </a:lnTo>
                  <a:lnTo>
                    <a:pt x="538530" y="1378089"/>
                  </a:lnTo>
                  <a:lnTo>
                    <a:pt x="564108" y="1359357"/>
                  </a:lnTo>
                  <a:lnTo>
                    <a:pt x="594893" y="1349159"/>
                  </a:lnTo>
                  <a:lnTo>
                    <a:pt x="662317" y="1338021"/>
                  </a:lnTo>
                  <a:close/>
                </a:path>
                <a:path w="2277744" h="1752600">
                  <a:moveTo>
                    <a:pt x="2277186" y="1600200"/>
                  </a:moveTo>
                  <a:lnTo>
                    <a:pt x="2262263" y="1638300"/>
                  </a:lnTo>
                  <a:lnTo>
                    <a:pt x="2240534" y="1689100"/>
                  </a:lnTo>
                  <a:lnTo>
                    <a:pt x="2215578" y="1727200"/>
                  </a:lnTo>
                  <a:lnTo>
                    <a:pt x="2205507" y="1752600"/>
                  </a:lnTo>
                  <a:lnTo>
                    <a:pt x="2237702" y="1752600"/>
                  </a:lnTo>
                  <a:lnTo>
                    <a:pt x="2249817" y="1727200"/>
                  </a:lnTo>
                  <a:lnTo>
                    <a:pt x="2277186" y="1689100"/>
                  </a:lnTo>
                  <a:lnTo>
                    <a:pt x="2277186" y="1600200"/>
                  </a:lnTo>
                  <a:close/>
                </a:path>
                <a:path w="2277744" h="1752600">
                  <a:moveTo>
                    <a:pt x="2277186" y="1295400"/>
                  </a:moveTo>
                  <a:lnTo>
                    <a:pt x="2251786" y="1282700"/>
                  </a:lnTo>
                  <a:lnTo>
                    <a:pt x="2217216" y="1257300"/>
                  </a:lnTo>
                  <a:lnTo>
                    <a:pt x="2178494" y="1257300"/>
                  </a:lnTo>
                  <a:lnTo>
                    <a:pt x="2136279" y="1244600"/>
                  </a:lnTo>
                  <a:lnTo>
                    <a:pt x="2093836" y="1257300"/>
                  </a:lnTo>
                  <a:lnTo>
                    <a:pt x="2049183" y="1257300"/>
                  </a:lnTo>
                  <a:lnTo>
                    <a:pt x="2002688" y="1270000"/>
                  </a:lnTo>
                  <a:lnTo>
                    <a:pt x="1954784" y="1295400"/>
                  </a:lnTo>
                  <a:lnTo>
                    <a:pt x="1905850" y="1320800"/>
                  </a:lnTo>
                  <a:lnTo>
                    <a:pt x="1864575" y="1333500"/>
                  </a:lnTo>
                  <a:lnTo>
                    <a:pt x="1823123" y="1358900"/>
                  </a:lnTo>
                  <a:lnTo>
                    <a:pt x="1781746" y="1397000"/>
                  </a:lnTo>
                  <a:lnTo>
                    <a:pt x="1740674" y="1422400"/>
                  </a:lnTo>
                  <a:lnTo>
                    <a:pt x="1700174" y="1460500"/>
                  </a:lnTo>
                  <a:lnTo>
                    <a:pt x="1660486" y="1498600"/>
                  </a:lnTo>
                  <a:lnTo>
                    <a:pt x="1622640" y="1536700"/>
                  </a:lnTo>
                  <a:lnTo>
                    <a:pt x="1587677" y="1574800"/>
                  </a:lnTo>
                  <a:lnTo>
                    <a:pt x="1555661" y="1612900"/>
                  </a:lnTo>
                  <a:lnTo>
                    <a:pt x="1526654" y="1663700"/>
                  </a:lnTo>
                  <a:lnTo>
                    <a:pt x="1500733" y="1701800"/>
                  </a:lnTo>
                  <a:lnTo>
                    <a:pt x="1477987" y="1739900"/>
                  </a:lnTo>
                  <a:lnTo>
                    <a:pt x="1476184" y="1752600"/>
                  </a:lnTo>
                  <a:lnTo>
                    <a:pt x="1496123" y="1752600"/>
                  </a:lnTo>
                  <a:lnTo>
                    <a:pt x="1516011" y="1714500"/>
                  </a:lnTo>
                  <a:lnTo>
                    <a:pt x="1541437" y="1663700"/>
                  </a:lnTo>
                  <a:lnTo>
                    <a:pt x="1569923" y="1625600"/>
                  </a:lnTo>
                  <a:lnTo>
                    <a:pt x="1601419" y="1587500"/>
                  </a:lnTo>
                  <a:lnTo>
                    <a:pt x="1635798" y="1549400"/>
                  </a:lnTo>
                  <a:lnTo>
                    <a:pt x="1673009" y="1511300"/>
                  </a:lnTo>
                  <a:lnTo>
                    <a:pt x="1712074" y="1473200"/>
                  </a:lnTo>
                  <a:lnTo>
                    <a:pt x="1751901" y="1435100"/>
                  </a:lnTo>
                  <a:lnTo>
                    <a:pt x="1913890" y="1333500"/>
                  </a:lnTo>
                  <a:lnTo>
                    <a:pt x="1961642" y="1308100"/>
                  </a:lnTo>
                  <a:lnTo>
                    <a:pt x="2008212" y="1295400"/>
                  </a:lnTo>
                  <a:lnTo>
                    <a:pt x="2053132" y="1282700"/>
                  </a:lnTo>
                  <a:lnTo>
                    <a:pt x="2095944" y="1270000"/>
                  </a:lnTo>
                  <a:lnTo>
                    <a:pt x="2175649" y="1270000"/>
                  </a:lnTo>
                  <a:lnTo>
                    <a:pt x="2211159" y="1282700"/>
                  </a:lnTo>
                  <a:lnTo>
                    <a:pt x="2242337" y="1295400"/>
                  </a:lnTo>
                  <a:lnTo>
                    <a:pt x="2268829" y="1320800"/>
                  </a:lnTo>
                  <a:lnTo>
                    <a:pt x="2277186" y="1320800"/>
                  </a:lnTo>
                  <a:lnTo>
                    <a:pt x="2277186" y="1295400"/>
                  </a:lnTo>
                  <a:close/>
                </a:path>
                <a:path w="2277744" h="1752600">
                  <a:moveTo>
                    <a:pt x="2277186" y="1206500"/>
                  </a:moveTo>
                  <a:lnTo>
                    <a:pt x="2274278" y="1206500"/>
                  </a:lnTo>
                  <a:lnTo>
                    <a:pt x="2263571" y="1193800"/>
                  </a:lnTo>
                  <a:lnTo>
                    <a:pt x="2229688" y="1168400"/>
                  </a:lnTo>
                  <a:lnTo>
                    <a:pt x="2191410" y="1143000"/>
                  </a:lnTo>
                  <a:lnTo>
                    <a:pt x="2149259" y="1130300"/>
                  </a:lnTo>
                  <a:lnTo>
                    <a:pt x="2103805" y="1117600"/>
                  </a:lnTo>
                  <a:lnTo>
                    <a:pt x="2006765" y="1117600"/>
                  </a:lnTo>
                  <a:lnTo>
                    <a:pt x="1904365" y="1143000"/>
                  </a:lnTo>
                  <a:lnTo>
                    <a:pt x="1851558" y="1168400"/>
                  </a:lnTo>
                  <a:lnTo>
                    <a:pt x="1798205" y="1181100"/>
                  </a:lnTo>
                  <a:lnTo>
                    <a:pt x="1709229" y="1231900"/>
                  </a:lnTo>
                  <a:lnTo>
                    <a:pt x="1665198" y="1270000"/>
                  </a:lnTo>
                  <a:lnTo>
                    <a:pt x="1621777" y="1295400"/>
                  </a:lnTo>
                  <a:lnTo>
                    <a:pt x="1579219" y="1333500"/>
                  </a:lnTo>
                  <a:lnTo>
                    <a:pt x="1537754" y="1371600"/>
                  </a:lnTo>
                  <a:lnTo>
                    <a:pt x="1498460" y="1409700"/>
                  </a:lnTo>
                  <a:lnTo>
                    <a:pt x="1462252" y="1460500"/>
                  </a:lnTo>
                  <a:lnTo>
                    <a:pt x="1429207" y="1498600"/>
                  </a:lnTo>
                  <a:lnTo>
                    <a:pt x="1399374" y="1549400"/>
                  </a:lnTo>
                  <a:lnTo>
                    <a:pt x="1372793" y="1587500"/>
                  </a:lnTo>
                  <a:lnTo>
                    <a:pt x="1349540" y="1638300"/>
                  </a:lnTo>
                  <a:lnTo>
                    <a:pt x="1326108" y="1689100"/>
                  </a:lnTo>
                  <a:lnTo>
                    <a:pt x="1307680" y="1739900"/>
                  </a:lnTo>
                  <a:lnTo>
                    <a:pt x="1306334" y="1752600"/>
                  </a:lnTo>
                  <a:lnTo>
                    <a:pt x="1324711" y="1752600"/>
                  </a:lnTo>
                  <a:lnTo>
                    <a:pt x="1342656" y="1689100"/>
                  </a:lnTo>
                  <a:lnTo>
                    <a:pt x="1365554" y="1638300"/>
                  </a:lnTo>
                  <a:lnTo>
                    <a:pt x="1388325" y="1600200"/>
                  </a:lnTo>
                  <a:lnTo>
                    <a:pt x="1414386" y="1549400"/>
                  </a:lnTo>
                  <a:lnTo>
                    <a:pt x="1443685" y="1511300"/>
                  </a:lnTo>
                  <a:lnTo>
                    <a:pt x="1476159" y="1473200"/>
                  </a:lnTo>
                  <a:lnTo>
                    <a:pt x="1511731" y="1422400"/>
                  </a:lnTo>
                  <a:lnTo>
                    <a:pt x="1550365" y="1384300"/>
                  </a:lnTo>
                  <a:lnTo>
                    <a:pt x="1591119" y="1346200"/>
                  </a:lnTo>
                  <a:lnTo>
                    <a:pt x="1632940" y="1308100"/>
                  </a:lnTo>
                  <a:lnTo>
                    <a:pt x="1718805" y="1257300"/>
                  </a:lnTo>
                  <a:lnTo>
                    <a:pt x="1762366" y="1219200"/>
                  </a:lnTo>
                  <a:lnTo>
                    <a:pt x="1806016" y="1206500"/>
                  </a:lnTo>
                  <a:lnTo>
                    <a:pt x="1909622" y="1155700"/>
                  </a:lnTo>
                  <a:lnTo>
                    <a:pt x="1959978" y="1143000"/>
                  </a:lnTo>
                  <a:lnTo>
                    <a:pt x="2112683" y="1143000"/>
                  </a:lnTo>
                  <a:lnTo>
                    <a:pt x="2164804" y="1155700"/>
                  </a:lnTo>
                  <a:lnTo>
                    <a:pt x="2211197" y="1181100"/>
                  </a:lnTo>
                  <a:lnTo>
                    <a:pt x="2251113" y="1206500"/>
                  </a:lnTo>
                  <a:lnTo>
                    <a:pt x="2277186" y="1244600"/>
                  </a:lnTo>
                  <a:lnTo>
                    <a:pt x="2277186" y="1206500"/>
                  </a:lnTo>
                  <a:close/>
                </a:path>
                <a:path w="2277744" h="1752600">
                  <a:moveTo>
                    <a:pt x="2277186" y="1155700"/>
                  </a:moveTo>
                  <a:lnTo>
                    <a:pt x="2235885" y="1104900"/>
                  </a:lnTo>
                  <a:lnTo>
                    <a:pt x="2198446" y="1079500"/>
                  </a:lnTo>
                  <a:lnTo>
                    <a:pt x="2157031" y="1054100"/>
                  </a:lnTo>
                  <a:lnTo>
                    <a:pt x="2112111" y="1028700"/>
                  </a:lnTo>
                  <a:lnTo>
                    <a:pt x="2064143" y="1016000"/>
                  </a:lnTo>
                  <a:lnTo>
                    <a:pt x="2013585" y="1003300"/>
                  </a:lnTo>
                  <a:lnTo>
                    <a:pt x="1871472" y="1003300"/>
                  </a:lnTo>
                  <a:lnTo>
                    <a:pt x="1825612" y="1016000"/>
                  </a:lnTo>
                  <a:lnTo>
                    <a:pt x="1732724" y="1041400"/>
                  </a:lnTo>
                  <a:lnTo>
                    <a:pt x="1593875" y="1117600"/>
                  </a:lnTo>
                  <a:lnTo>
                    <a:pt x="1548612" y="1143000"/>
                  </a:lnTo>
                  <a:lnTo>
                    <a:pt x="1504238" y="1181100"/>
                  </a:lnTo>
                  <a:lnTo>
                    <a:pt x="1460982" y="1219200"/>
                  </a:lnTo>
                  <a:lnTo>
                    <a:pt x="1419059" y="1257300"/>
                  </a:lnTo>
                  <a:lnTo>
                    <a:pt x="1379486" y="1295400"/>
                  </a:lnTo>
                  <a:lnTo>
                    <a:pt x="1343113" y="1346200"/>
                  </a:lnTo>
                  <a:lnTo>
                    <a:pt x="1309992" y="1384300"/>
                  </a:lnTo>
                  <a:lnTo>
                    <a:pt x="1280172" y="1435100"/>
                  </a:lnTo>
                  <a:lnTo>
                    <a:pt x="1253680" y="1473200"/>
                  </a:lnTo>
                  <a:lnTo>
                    <a:pt x="1230566" y="1524000"/>
                  </a:lnTo>
                  <a:lnTo>
                    <a:pt x="1210894" y="1574800"/>
                  </a:lnTo>
                  <a:lnTo>
                    <a:pt x="1194689" y="1612900"/>
                  </a:lnTo>
                  <a:lnTo>
                    <a:pt x="1182001" y="1663700"/>
                  </a:lnTo>
                  <a:lnTo>
                    <a:pt x="1172870" y="1714500"/>
                  </a:lnTo>
                  <a:lnTo>
                    <a:pt x="1168209" y="1752600"/>
                  </a:lnTo>
                  <a:lnTo>
                    <a:pt x="1186091" y="1752600"/>
                  </a:lnTo>
                  <a:lnTo>
                    <a:pt x="1190421" y="1714500"/>
                  </a:lnTo>
                  <a:lnTo>
                    <a:pt x="1199299" y="1663700"/>
                  </a:lnTo>
                  <a:lnTo>
                    <a:pt x="1211681" y="1625600"/>
                  </a:lnTo>
                  <a:lnTo>
                    <a:pt x="1227505" y="1574800"/>
                  </a:lnTo>
                  <a:lnTo>
                    <a:pt x="1246746" y="1536700"/>
                  </a:lnTo>
                  <a:lnTo>
                    <a:pt x="1269365" y="1485900"/>
                  </a:lnTo>
                  <a:lnTo>
                    <a:pt x="1295323" y="1435100"/>
                  </a:lnTo>
                  <a:lnTo>
                    <a:pt x="1324559" y="1397000"/>
                  </a:lnTo>
                  <a:lnTo>
                    <a:pt x="1357058" y="1346200"/>
                  </a:lnTo>
                  <a:lnTo>
                    <a:pt x="1392770" y="1308100"/>
                  </a:lnTo>
                  <a:lnTo>
                    <a:pt x="1431671" y="1270000"/>
                  </a:lnTo>
                  <a:lnTo>
                    <a:pt x="1472831" y="1231900"/>
                  </a:lnTo>
                  <a:lnTo>
                    <a:pt x="1515313" y="1193800"/>
                  </a:lnTo>
                  <a:lnTo>
                    <a:pt x="1558861" y="1155700"/>
                  </a:lnTo>
                  <a:lnTo>
                    <a:pt x="1603248" y="1130300"/>
                  </a:lnTo>
                  <a:lnTo>
                    <a:pt x="1693621" y="1079500"/>
                  </a:lnTo>
                  <a:lnTo>
                    <a:pt x="1918106" y="1016000"/>
                  </a:lnTo>
                  <a:lnTo>
                    <a:pt x="1960905" y="1016000"/>
                  </a:lnTo>
                  <a:lnTo>
                    <a:pt x="2011654" y="1028700"/>
                  </a:lnTo>
                  <a:lnTo>
                    <a:pt x="2060117" y="1028700"/>
                  </a:lnTo>
                  <a:lnTo>
                    <a:pt x="2105901" y="1041400"/>
                  </a:lnTo>
                  <a:lnTo>
                    <a:pt x="2148624" y="1066800"/>
                  </a:lnTo>
                  <a:lnTo>
                    <a:pt x="2187905" y="1092200"/>
                  </a:lnTo>
                  <a:lnTo>
                    <a:pt x="2223351" y="1117600"/>
                  </a:lnTo>
                  <a:lnTo>
                    <a:pt x="2269769" y="1181100"/>
                  </a:lnTo>
                  <a:lnTo>
                    <a:pt x="2277186" y="1193800"/>
                  </a:lnTo>
                  <a:lnTo>
                    <a:pt x="2277186" y="1155700"/>
                  </a:lnTo>
                  <a:close/>
                </a:path>
                <a:path w="2277744" h="1752600">
                  <a:moveTo>
                    <a:pt x="2277186" y="330200"/>
                  </a:moveTo>
                  <a:lnTo>
                    <a:pt x="2182380" y="330200"/>
                  </a:lnTo>
                  <a:lnTo>
                    <a:pt x="2128266" y="342900"/>
                  </a:lnTo>
                  <a:lnTo>
                    <a:pt x="2073795" y="342900"/>
                  </a:lnTo>
                  <a:lnTo>
                    <a:pt x="1964067" y="368300"/>
                  </a:lnTo>
                  <a:lnTo>
                    <a:pt x="1776971" y="419100"/>
                  </a:lnTo>
                  <a:lnTo>
                    <a:pt x="1729981" y="444500"/>
                  </a:lnTo>
                  <a:lnTo>
                    <a:pt x="1682991" y="457200"/>
                  </a:lnTo>
                  <a:lnTo>
                    <a:pt x="1589265" y="508000"/>
                  </a:lnTo>
                  <a:lnTo>
                    <a:pt x="1542618" y="520700"/>
                  </a:lnTo>
                  <a:lnTo>
                    <a:pt x="1496174" y="546100"/>
                  </a:lnTo>
                  <a:lnTo>
                    <a:pt x="1449997" y="584200"/>
                  </a:lnTo>
                  <a:lnTo>
                    <a:pt x="1293863" y="685800"/>
                  </a:lnTo>
                  <a:lnTo>
                    <a:pt x="1217777" y="736600"/>
                  </a:lnTo>
                  <a:lnTo>
                    <a:pt x="1180363" y="774700"/>
                  </a:lnTo>
                  <a:lnTo>
                    <a:pt x="1143406" y="812800"/>
                  </a:lnTo>
                  <a:lnTo>
                    <a:pt x="1106932" y="838200"/>
                  </a:lnTo>
                  <a:lnTo>
                    <a:pt x="1071003" y="876300"/>
                  </a:lnTo>
                  <a:lnTo>
                    <a:pt x="1064425" y="876300"/>
                  </a:lnTo>
                  <a:lnTo>
                    <a:pt x="1062723" y="889000"/>
                  </a:lnTo>
                  <a:lnTo>
                    <a:pt x="1057389" y="889000"/>
                  </a:lnTo>
                  <a:lnTo>
                    <a:pt x="1051280" y="901700"/>
                  </a:lnTo>
                  <a:lnTo>
                    <a:pt x="1039837" y="901700"/>
                  </a:lnTo>
                  <a:lnTo>
                    <a:pt x="1008049" y="863600"/>
                  </a:lnTo>
                  <a:lnTo>
                    <a:pt x="990815" y="812800"/>
                  </a:lnTo>
                  <a:lnTo>
                    <a:pt x="982230" y="762000"/>
                  </a:lnTo>
                  <a:lnTo>
                    <a:pt x="982230" y="0"/>
                  </a:lnTo>
                  <a:lnTo>
                    <a:pt x="964438" y="0"/>
                  </a:lnTo>
                  <a:lnTo>
                    <a:pt x="964438" y="762000"/>
                  </a:lnTo>
                  <a:lnTo>
                    <a:pt x="955865" y="812800"/>
                  </a:lnTo>
                  <a:lnTo>
                    <a:pt x="939825" y="863600"/>
                  </a:lnTo>
                  <a:lnTo>
                    <a:pt x="910475" y="901700"/>
                  </a:lnTo>
                  <a:lnTo>
                    <a:pt x="870419" y="927100"/>
                  </a:lnTo>
                  <a:lnTo>
                    <a:pt x="822236" y="952500"/>
                  </a:lnTo>
                  <a:lnTo>
                    <a:pt x="3949" y="952500"/>
                  </a:lnTo>
                  <a:lnTo>
                    <a:pt x="0" y="965200"/>
                  </a:lnTo>
                  <a:lnTo>
                    <a:pt x="0" y="977900"/>
                  </a:lnTo>
                  <a:lnTo>
                    <a:pt x="822236" y="977900"/>
                  </a:lnTo>
                  <a:lnTo>
                    <a:pt x="850709" y="990600"/>
                  </a:lnTo>
                  <a:lnTo>
                    <a:pt x="876858" y="1003300"/>
                  </a:lnTo>
                  <a:lnTo>
                    <a:pt x="900214" y="1016000"/>
                  </a:lnTo>
                  <a:lnTo>
                    <a:pt x="920292" y="1041400"/>
                  </a:lnTo>
                  <a:lnTo>
                    <a:pt x="908939" y="1054100"/>
                  </a:lnTo>
                  <a:lnTo>
                    <a:pt x="886244" y="1079500"/>
                  </a:lnTo>
                  <a:lnTo>
                    <a:pt x="853567" y="1130300"/>
                  </a:lnTo>
                  <a:lnTo>
                    <a:pt x="822286" y="1168400"/>
                  </a:lnTo>
                  <a:lnTo>
                    <a:pt x="792391" y="1206500"/>
                  </a:lnTo>
                  <a:lnTo>
                    <a:pt x="763905" y="1257300"/>
                  </a:lnTo>
                  <a:lnTo>
                    <a:pt x="736815" y="1295400"/>
                  </a:lnTo>
                  <a:lnTo>
                    <a:pt x="711149" y="1346200"/>
                  </a:lnTo>
                  <a:lnTo>
                    <a:pt x="686879" y="1397000"/>
                  </a:lnTo>
                  <a:lnTo>
                    <a:pt x="664057" y="1435100"/>
                  </a:lnTo>
                  <a:lnTo>
                    <a:pt x="642645" y="1485900"/>
                  </a:lnTo>
                  <a:lnTo>
                    <a:pt x="622681" y="1524000"/>
                  </a:lnTo>
                  <a:lnTo>
                    <a:pt x="604151" y="1574800"/>
                  </a:lnTo>
                  <a:lnTo>
                    <a:pt x="591337" y="1612900"/>
                  </a:lnTo>
                  <a:lnTo>
                    <a:pt x="587070" y="1625600"/>
                  </a:lnTo>
                  <a:lnTo>
                    <a:pt x="571449" y="1663700"/>
                  </a:lnTo>
                  <a:lnTo>
                    <a:pt x="557276" y="1714500"/>
                  </a:lnTo>
                  <a:lnTo>
                    <a:pt x="548055" y="1752600"/>
                  </a:lnTo>
                  <a:lnTo>
                    <a:pt x="571868" y="1752600"/>
                  </a:lnTo>
                  <a:lnTo>
                    <a:pt x="572414" y="1739900"/>
                  </a:lnTo>
                  <a:lnTo>
                    <a:pt x="584517" y="1701800"/>
                  </a:lnTo>
                  <a:lnTo>
                    <a:pt x="598004" y="1651000"/>
                  </a:lnTo>
                  <a:lnTo>
                    <a:pt x="612825" y="1612900"/>
                  </a:lnTo>
                  <a:lnTo>
                    <a:pt x="597801" y="1663700"/>
                  </a:lnTo>
                  <a:lnTo>
                    <a:pt x="585038" y="1714500"/>
                  </a:lnTo>
                  <a:lnTo>
                    <a:pt x="579208" y="1752600"/>
                  </a:lnTo>
                  <a:lnTo>
                    <a:pt x="597027" y="1752600"/>
                  </a:lnTo>
                  <a:lnTo>
                    <a:pt x="606679" y="1701800"/>
                  </a:lnTo>
                  <a:lnTo>
                    <a:pt x="618591" y="1651000"/>
                  </a:lnTo>
                  <a:lnTo>
                    <a:pt x="632307" y="1612900"/>
                  </a:lnTo>
                  <a:lnTo>
                    <a:pt x="647788" y="1562100"/>
                  </a:lnTo>
                  <a:lnTo>
                    <a:pt x="665060" y="1511300"/>
                  </a:lnTo>
                  <a:lnTo>
                    <a:pt x="684072" y="1473200"/>
                  </a:lnTo>
                  <a:lnTo>
                    <a:pt x="704850" y="1422400"/>
                  </a:lnTo>
                  <a:lnTo>
                    <a:pt x="727354" y="1371600"/>
                  </a:lnTo>
                  <a:lnTo>
                    <a:pt x="751598" y="1333500"/>
                  </a:lnTo>
                  <a:lnTo>
                    <a:pt x="777544" y="1282700"/>
                  </a:lnTo>
                  <a:lnTo>
                    <a:pt x="805205" y="1231900"/>
                  </a:lnTo>
                  <a:lnTo>
                    <a:pt x="834555" y="1193800"/>
                  </a:lnTo>
                  <a:lnTo>
                    <a:pt x="865593" y="1143000"/>
                  </a:lnTo>
                  <a:lnTo>
                    <a:pt x="898296" y="1104900"/>
                  </a:lnTo>
                  <a:lnTo>
                    <a:pt x="932662" y="1054100"/>
                  </a:lnTo>
                  <a:lnTo>
                    <a:pt x="937323" y="1066800"/>
                  </a:lnTo>
                  <a:lnTo>
                    <a:pt x="941565" y="1079500"/>
                  </a:lnTo>
                  <a:lnTo>
                    <a:pt x="945349" y="1079500"/>
                  </a:lnTo>
                  <a:lnTo>
                    <a:pt x="948664" y="1092200"/>
                  </a:lnTo>
                  <a:lnTo>
                    <a:pt x="926223" y="1117600"/>
                  </a:lnTo>
                  <a:lnTo>
                    <a:pt x="914996" y="1130300"/>
                  </a:lnTo>
                  <a:lnTo>
                    <a:pt x="883259" y="1181100"/>
                  </a:lnTo>
                  <a:lnTo>
                    <a:pt x="853440" y="1231900"/>
                  </a:lnTo>
                  <a:lnTo>
                    <a:pt x="825576" y="1270000"/>
                  </a:lnTo>
                  <a:lnTo>
                    <a:pt x="799680" y="1320800"/>
                  </a:lnTo>
                  <a:lnTo>
                    <a:pt x="775754" y="1371600"/>
                  </a:lnTo>
                  <a:lnTo>
                    <a:pt x="753833" y="1409700"/>
                  </a:lnTo>
                  <a:lnTo>
                    <a:pt x="733933" y="1460500"/>
                  </a:lnTo>
                  <a:lnTo>
                    <a:pt x="716051" y="1511300"/>
                  </a:lnTo>
                  <a:lnTo>
                    <a:pt x="700214" y="1562100"/>
                  </a:lnTo>
                  <a:lnTo>
                    <a:pt x="686435" y="1600200"/>
                  </a:lnTo>
                  <a:lnTo>
                    <a:pt x="674738" y="1651000"/>
                  </a:lnTo>
                  <a:lnTo>
                    <a:pt x="665137" y="1701800"/>
                  </a:lnTo>
                  <a:lnTo>
                    <a:pt x="657631" y="1739900"/>
                  </a:lnTo>
                  <a:lnTo>
                    <a:pt x="657288" y="1752600"/>
                  </a:lnTo>
                  <a:lnTo>
                    <a:pt x="675220" y="1752600"/>
                  </a:lnTo>
                  <a:lnTo>
                    <a:pt x="682167" y="1701800"/>
                  </a:lnTo>
                  <a:lnTo>
                    <a:pt x="691375" y="1663700"/>
                  </a:lnTo>
                  <a:lnTo>
                    <a:pt x="702589" y="1612900"/>
                  </a:lnTo>
                  <a:lnTo>
                    <a:pt x="715797" y="1562100"/>
                  </a:lnTo>
                  <a:lnTo>
                    <a:pt x="730999" y="1524000"/>
                  </a:lnTo>
                  <a:lnTo>
                    <a:pt x="748157" y="1473200"/>
                  </a:lnTo>
                  <a:lnTo>
                    <a:pt x="767270" y="1435100"/>
                  </a:lnTo>
                  <a:lnTo>
                    <a:pt x="788327" y="1384300"/>
                  </a:lnTo>
                  <a:lnTo>
                    <a:pt x="811314" y="1333500"/>
                  </a:lnTo>
                  <a:lnTo>
                    <a:pt x="836206" y="1295400"/>
                  </a:lnTo>
                  <a:lnTo>
                    <a:pt x="863003" y="1244600"/>
                  </a:lnTo>
                  <a:lnTo>
                    <a:pt x="891679" y="1206500"/>
                  </a:lnTo>
                  <a:lnTo>
                    <a:pt x="922223" y="1155700"/>
                  </a:lnTo>
                  <a:lnTo>
                    <a:pt x="954620" y="1117600"/>
                  </a:lnTo>
                  <a:lnTo>
                    <a:pt x="955865" y="1117600"/>
                  </a:lnTo>
                  <a:lnTo>
                    <a:pt x="964450" y="1168400"/>
                  </a:lnTo>
                  <a:lnTo>
                    <a:pt x="964450" y="1244600"/>
                  </a:lnTo>
                  <a:lnTo>
                    <a:pt x="964450" y="1282700"/>
                  </a:lnTo>
                  <a:lnTo>
                    <a:pt x="940663" y="1320800"/>
                  </a:lnTo>
                  <a:lnTo>
                    <a:pt x="919289" y="1371600"/>
                  </a:lnTo>
                  <a:lnTo>
                    <a:pt x="900353" y="1422400"/>
                  </a:lnTo>
                  <a:lnTo>
                    <a:pt x="883881" y="1460500"/>
                  </a:lnTo>
                  <a:lnTo>
                    <a:pt x="869886" y="1511300"/>
                  </a:lnTo>
                  <a:lnTo>
                    <a:pt x="858380" y="1562100"/>
                  </a:lnTo>
                  <a:lnTo>
                    <a:pt x="849401" y="1600200"/>
                  </a:lnTo>
                  <a:lnTo>
                    <a:pt x="842962" y="1651000"/>
                  </a:lnTo>
                  <a:lnTo>
                    <a:pt x="839076" y="1701800"/>
                  </a:lnTo>
                  <a:lnTo>
                    <a:pt x="837780" y="1739900"/>
                  </a:lnTo>
                  <a:lnTo>
                    <a:pt x="837971" y="1752600"/>
                  </a:lnTo>
                  <a:lnTo>
                    <a:pt x="855687" y="1752600"/>
                  </a:lnTo>
                  <a:lnTo>
                    <a:pt x="855484" y="1739900"/>
                  </a:lnTo>
                  <a:lnTo>
                    <a:pt x="856843" y="1701800"/>
                  </a:lnTo>
                  <a:lnTo>
                    <a:pt x="860933" y="1651000"/>
                  </a:lnTo>
                  <a:lnTo>
                    <a:pt x="867740" y="1600200"/>
                  </a:lnTo>
                  <a:lnTo>
                    <a:pt x="877239" y="1549400"/>
                  </a:lnTo>
                  <a:lnTo>
                    <a:pt x="889406" y="1511300"/>
                  </a:lnTo>
                  <a:lnTo>
                    <a:pt x="904227" y="1460500"/>
                  </a:lnTo>
                  <a:lnTo>
                    <a:pt x="921677" y="1409700"/>
                  </a:lnTo>
                  <a:lnTo>
                    <a:pt x="941730" y="1358900"/>
                  </a:lnTo>
                  <a:lnTo>
                    <a:pt x="964361" y="1320800"/>
                  </a:lnTo>
                  <a:lnTo>
                    <a:pt x="964361" y="1752600"/>
                  </a:lnTo>
                  <a:lnTo>
                    <a:pt x="982078" y="1752600"/>
                  </a:lnTo>
                  <a:lnTo>
                    <a:pt x="982078" y="1282700"/>
                  </a:lnTo>
                  <a:lnTo>
                    <a:pt x="1007059" y="1244600"/>
                  </a:lnTo>
                  <a:lnTo>
                    <a:pt x="1034211" y="1193800"/>
                  </a:lnTo>
                  <a:lnTo>
                    <a:pt x="1063510" y="1155700"/>
                  </a:lnTo>
                  <a:lnTo>
                    <a:pt x="1094955" y="1117600"/>
                  </a:lnTo>
                  <a:lnTo>
                    <a:pt x="1128547" y="1066800"/>
                  </a:lnTo>
                  <a:lnTo>
                    <a:pt x="1164259" y="1028700"/>
                  </a:lnTo>
                  <a:lnTo>
                    <a:pt x="1202080" y="990600"/>
                  </a:lnTo>
                  <a:lnTo>
                    <a:pt x="1207414" y="990600"/>
                  </a:lnTo>
                  <a:lnTo>
                    <a:pt x="1212824" y="977900"/>
                  </a:lnTo>
                  <a:lnTo>
                    <a:pt x="1472488" y="977900"/>
                  </a:lnTo>
                  <a:lnTo>
                    <a:pt x="1431645" y="1003300"/>
                  </a:lnTo>
                  <a:lnTo>
                    <a:pt x="1391551" y="1041400"/>
                  </a:lnTo>
                  <a:lnTo>
                    <a:pt x="1352359" y="1066800"/>
                  </a:lnTo>
                  <a:lnTo>
                    <a:pt x="1314208" y="1104900"/>
                  </a:lnTo>
                  <a:lnTo>
                    <a:pt x="1274711" y="1143000"/>
                  </a:lnTo>
                  <a:lnTo>
                    <a:pt x="1237957" y="1193800"/>
                  </a:lnTo>
                  <a:lnTo>
                    <a:pt x="1203960" y="1231900"/>
                  </a:lnTo>
                  <a:lnTo>
                    <a:pt x="1172756" y="1282700"/>
                  </a:lnTo>
                  <a:lnTo>
                    <a:pt x="1144384" y="1320800"/>
                  </a:lnTo>
                  <a:lnTo>
                    <a:pt x="1118857" y="1371600"/>
                  </a:lnTo>
                  <a:lnTo>
                    <a:pt x="1096225" y="1422400"/>
                  </a:lnTo>
                  <a:lnTo>
                    <a:pt x="1076502" y="1460500"/>
                  </a:lnTo>
                  <a:lnTo>
                    <a:pt x="1059738" y="1511300"/>
                  </a:lnTo>
                  <a:lnTo>
                    <a:pt x="1045946" y="1562100"/>
                  </a:lnTo>
                  <a:lnTo>
                    <a:pt x="1035164" y="1600200"/>
                  </a:lnTo>
                  <a:lnTo>
                    <a:pt x="1027430" y="1651000"/>
                  </a:lnTo>
                  <a:lnTo>
                    <a:pt x="1022769" y="1689100"/>
                  </a:lnTo>
                  <a:lnTo>
                    <a:pt x="1021207" y="1739900"/>
                  </a:lnTo>
                  <a:lnTo>
                    <a:pt x="1021588" y="1752600"/>
                  </a:lnTo>
                  <a:lnTo>
                    <a:pt x="1039380" y="1752600"/>
                  </a:lnTo>
                  <a:lnTo>
                    <a:pt x="1038987" y="1739900"/>
                  </a:lnTo>
                  <a:lnTo>
                    <a:pt x="1040498" y="1689100"/>
                  </a:lnTo>
                  <a:lnTo>
                    <a:pt x="1045057" y="1651000"/>
                  </a:lnTo>
                  <a:lnTo>
                    <a:pt x="1052626" y="1600200"/>
                  </a:lnTo>
                  <a:lnTo>
                    <a:pt x="1063167" y="1562100"/>
                  </a:lnTo>
                  <a:lnTo>
                    <a:pt x="1076680" y="1511300"/>
                  </a:lnTo>
                  <a:lnTo>
                    <a:pt x="1093114" y="1473200"/>
                  </a:lnTo>
                  <a:lnTo>
                    <a:pt x="1112456" y="1422400"/>
                  </a:lnTo>
                  <a:lnTo>
                    <a:pt x="1134681" y="1384300"/>
                  </a:lnTo>
                  <a:lnTo>
                    <a:pt x="1159738" y="1333500"/>
                  </a:lnTo>
                  <a:lnTo>
                    <a:pt x="1187627" y="1295400"/>
                  </a:lnTo>
                  <a:lnTo>
                    <a:pt x="1218298" y="1244600"/>
                  </a:lnTo>
                  <a:lnTo>
                    <a:pt x="1251737" y="1206500"/>
                  </a:lnTo>
                  <a:lnTo>
                    <a:pt x="1287919" y="1155700"/>
                  </a:lnTo>
                  <a:lnTo>
                    <a:pt x="1326807" y="1117600"/>
                  </a:lnTo>
                  <a:lnTo>
                    <a:pt x="1360855" y="1092200"/>
                  </a:lnTo>
                  <a:lnTo>
                    <a:pt x="1395755" y="1054100"/>
                  </a:lnTo>
                  <a:lnTo>
                    <a:pt x="1431391" y="1028700"/>
                  </a:lnTo>
                  <a:lnTo>
                    <a:pt x="1467675" y="1003300"/>
                  </a:lnTo>
                  <a:lnTo>
                    <a:pt x="1504505" y="977900"/>
                  </a:lnTo>
                  <a:lnTo>
                    <a:pt x="1946516" y="977900"/>
                  </a:lnTo>
                  <a:lnTo>
                    <a:pt x="1946516" y="965200"/>
                  </a:lnTo>
                  <a:lnTo>
                    <a:pt x="1942503" y="952500"/>
                  </a:lnTo>
                  <a:lnTo>
                    <a:pt x="1532737" y="952500"/>
                  </a:lnTo>
                  <a:lnTo>
                    <a:pt x="1578635" y="927100"/>
                  </a:lnTo>
                  <a:lnTo>
                    <a:pt x="1624914" y="914400"/>
                  </a:lnTo>
                  <a:lnTo>
                    <a:pt x="1671383" y="889000"/>
                  </a:lnTo>
                  <a:lnTo>
                    <a:pt x="1855774" y="838200"/>
                  </a:lnTo>
                  <a:lnTo>
                    <a:pt x="2048141" y="838200"/>
                  </a:lnTo>
                  <a:lnTo>
                    <a:pt x="2096744" y="850900"/>
                  </a:lnTo>
                  <a:lnTo>
                    <a:pt x="2142833" y="876300"/>
                  </a:lnTo>
                  <a:lnTo>
                    <a:pt x="2186101" y="889000"/>
                  </a:lnTo>
                  <a:lnTo>
                    <a:pt x="2226233" y="914400"/>
                  </a:lnTo>
                  <a:lnTo>
                    <a:pt x="2262949" y="952500"/>
                  </a:lnTo>
                  <a:lnTo>
                    <a:pt x="2277186" y="965200"/>
                  </a:lnTo>
                  <a:lnTo>
                    <a:pt x="2277186" y="939800"/>
                  </a:lnTo>
                  <a:lnTo>
                    <a:pt x="2275471" y="939800"/>
                  </a:lnTo>
                  <a:lnTo>
                    <a:pt x="2237067" y="901700"/>
                  </a:lnTo>
                  <a:lnTo>
                    <a:pt x="2195118" y="876300"/>
                  </a:lnTo>
                  <a:lnTo>
                    <a:pt x="2149983" y="850900"/>
                  </a:lnTo>
                  <a:lnTo>
                    <a:pt x="2102015" y="838200"/>
                  </a:lnTo>
                  <a:lnTo>
                    <a:pt x="2051545" y="825500"/>
                  </a:lnTo>
                  <a:lnTo>
                    <a:pt x="1998954" y="812800"/>
                  </a:lnTo>
                  <a:lnTo>
                    <a:pt x="1896706" y="812800"/>
                  </a:lnTo>
                  <a:lnTo>
                    <a:pt x="1847938" y="825500"/>
                  </a:lnTo>
                  <a:lnTo>
                    <a:pt x="1798485" y="825500"/>
                  </a:lnTo>
                  <a:lnTo>
                    <a:pt x="1748574" y="838200"/>
                  </a:lnTo>
                  <a:lnTo>
                    <a:pt x="1698409" y="863600"/>
                  </a:lnTo>
                  <a:lnTo>
                    <a:pt x="1648180" y="876300"/>
                  </a:lnTo>
                  <a:lnTo>
                    <a:pt x="1499247" y="952500"/>
                  </a:lnTo>
                  <a:lnTo>
                    <a:pt x="1236954" y="952500"/>
                  </a:lnTo>
                  <a:lnTo>
                    <a:pt x="1278674" y="914400"/>
                  </a:lnTo>
                  <a:lnTo>
                    <a:pt x="1321308" y="889000"/>
                  </a:lnTo>
                  <a:lnTo>
                    <a:pt x="1364767" y="850900"/>
                  </a:lnTo>
                  <a:lnTo>
                    <a:pt x="1408912" y="825500"/>
                  </a:lnTo>
                  <a:lnTo>
                    <a:pt x="1590179" y="723900"/>
                  </a:lnTo>
                  <a:lnTo>
                    <a:pt x="1636102" y="711200"/>
                  </a:lnTo>
                  <a:lnTo>
                    <a:pt x="1682051" y="685800"/>
                  </a:lnTo>
                  <a:lnTo>
                    <a:pt x="1773529" y="660400"/>
                  </a:lnTo>
                  <a:lnTo>
                    <a:pt x="1818830" y="660400"/>
                  </a:lnTo>
                  <a:lnTo>
                    <a:pt x="1863712" y="647700"/>
                  </a:lnTo>
                  <a:lnTo>
                    <a:pt x="2053742" y="647700"/>
                  </a:lnTo>
                  <a:lnTo>
                    <a:pt x="2149652" y="673100"/>
                  </a:lnTo>
                  <a:lnTo>
                    <a:pt x="2194852" y="685800"/>
                  </a:lnTo>
                  <a:lnTo>
                    <a:pt x="2237956" y="711200"/>
                  </a:lnTo>
                  <a:lnTo>
                    <a:pt x="2277186" y="736600"/>
                  </a:lnTo>
                  <a:lnTo>
                    <a:pt x="2277186" y="711200"/>
                  </a:lnTo>
                  <a:lnTo>
                    <a:pt x="2246325" y="698500"/>
                  </a:lnTo>
                  <a:lnTo>
                    <a:pt x="2201761" y="673100"/>
                  </a:lnTo>
                  <a:lnTo>
                    <a:pt x="2155101" y="660400"/>
                  </a:lnTo>
                  <a:lnTo>
                    <a:pt x="2056345" y="635000"/>
                  </a:lnTo>
                  <a:lnTo>
                    <a:pt x="2004656" y="635000"/>
                  </a:lnTo>
                  <a:lnTo>
                    <a:pt x="1951697" y="622300"/>
                  </a:lnTo>
                  <a:lnTo>
                    <a:pt x="1908784" y="622300"/>
                  </a:lnTo>
                  <a:lnTo>
                    <a:pt x="1865299" y="635000"/>
                  </a:lnTo>
                  <a:lnTo>
                    <a:pt x="1821332" y="635000"/>
                  </a:lnTo>
                  <a:lnTo>
                    <a:pt x="1776984" y="647700"/>
                  </a:lnTo>
                  <a:lnTo>
                    <a:pt x="1597761" y="698500"/>
                  </a:lnTo>
                  <a:lnTo>
                    <a:pt x="1508455" y="749300"/>
                  </a:lnTo>
                  <a:lnTo>
                    <a:pt x="1464221" y="762000"/>
                  </a:lnTo>
                  <a:lnTo>
                    <a:pt x="1420393" y="800100"/>
                  </a:lnTo>
                  <a:lnTo>
                    <a:pt x="1334401" y="850900"/>
                  </a:lnTo>
                  <a:lnTo>
                    <a:pt x="1292415" y="889000"/>
                  </a:lnTo>
                  <a:lnTo>
                    <a:pt x="1251229" y="927100"/>
                  </a:lnTo>
                  <a:lnTo>
                    <a:pt x="1210970" y="952500"/>
                  </a:lnTo>
                  <a:lnTo>
                    <a:pt x="1189621" y="952500"/>
                  </a:lnTo>
                  <a:lnTo>
                    <a:pt x="1189621" y="977900"/>
                  </a:lnTo>
                  <a:lnTo>
                    <a:pt x="1154645" y="1016000"/>
                  </a:lnTo>
                  <a:lnTo>
                    <a:pt x="1121422" y="1054100"/>
                  </a:lnTo>
                  <a:lnTo>
                    <a:pt x="1089977" y="1092200"/>
                  </a:lnTo>
                  <a:lnTo>
                    <a:pt x="1060323" y="1130300"/>
                  </a:lnTo>
                  <a:lnTo>
                    <a:pt x="1032459" y="1168400"/>
                  </a:lnTo>
                  <a:lnTo>
                    <a:pt x="1006398" y="1206500"/>
                  </a:lnTo>
                  <a:lnTo>
                    <a:pt x="982154" y="1244600"/>
                  </a:lnTo>
                  <a:lnTo>
                    <a:pt x="982154" y="1168400"/>
                  </a:lnTo>
                  <a:lnTo>
                    <a:pt x="990739" y="1117600"/>
                  </a:lnTo>
                  <a:lnTo>
                    <a:pt x="1006779" y="1066800"/>
                  </a:lnTo>
                  <a:lnTo>
                    <a:pt x="1036116" y="1028700"/>
                  </a:lnTo>
                  <a:lnTo>
                    <a:pt x="1076172" y="1003300"/>
                  </a:lnTo>
                  <a:lnTo>
                    <a:pt x="1124356" y="990600"/>
                  </a:lnTo>
                  <a:lnTo>
                    <a:pt x="1176248" y="977900"/>
                  </a:lnTo>
                  <a:lnTo>
                    <a:pt x="1189621" y="977900"/>
                  </a:lnTo>
                  <a:lnTo>
                    <a:pt x="1189621" y="952500"/>
                  </a:lnTo>
                  <a:lnTo>
                    <a:pt x="1116012" y="952500"/>
                  </a:lnTo>
                  <a:lnTo>
                    <a:pt x="1107884" y="939800"/>
                  </a:lnTo>
                  <a:lnTo>
                    <a:pt x="1108735" y="939800"/>
                  </a:lnTo>
                  <a:lnTo>
                    <a:pt x="1113142" y="927100"/>
                  </a:lnTo>
                  <a:lnTo>
                    <a:pt x="1153198" y="889000"/>
                  </a:lnTo>
                  <a:lnTo>
                    <a:pt x="1193990" y="850900"/>
                  </a:lnTo>
                  <a:lnTo>
                    <a:pt x="1235456" y="812800"/>
                  </a:lnTo>
                  <a:lnTo>
                    <a:pt x="1277531" y="787400"/>
                  </a:lnTo>
                  <a:lnTo>
                    <a:pt x="1320139" y="749300"/>
                  </a:lnTo>
                  <a:lnTo>
                    <a:pt x="1363218" y="723900"/>
                  </a:lnTo>
                  <a:lnTo>
                    <a:pt x="1627771" y="571500"/>
                  </a:lnTo>
                  <a:lnTo>
                    <a:pt x="1892236" y="495300"/>
                  </a:lnTo>
                  <a:lnTo>
                    <a:pt x="1935276" y="495300"/>
                  </a:lnTo>
                  <a:lnTo>
                    <a:pt x="1977847" y="482600"/>
                  </a:lnTo>
                  <a:lnTo>
                    <a:pt x="2114867" y="482600"/>
                  </a:lnTo>
                  <a:lnTo>
                    <a:pt x="2167102" y="495300"/>
                  </a:lnTo>
                  <a:lnTo>
                    <a:pt x="2217839" y="495300"/>
                  </a:lnTo>
                  <a:lnTo>
                    <a:pt x="2266950" y="508000"/>
                  </a:lnTo>
                  <a:lnTo>
                    <a:pt x="2277186" y="508000"/>
                  </a:lnTo>
                  <a:lnTo>
                    <a:pt x="2277186" y="495300"/>
                  </a:lnTo>
                  <a:lnTo>
                    <a:pt x="2271877" y="495300"/>
                  </a:lnTo>
                  <a:lnTo>
                    <a:pt x="2169477" y="469900"/>
                  </a:lnTo>
                  <a:lnTo>
                    <a:pt x="1932990" y="469900"/>
                  </a:lnTo>
                  <a:lnTo>
                    <a:pt x="1889226" y="482600"/>
                  </a:lnTo>
                  <a:lnTo>
                    <a:pt x="1845068" y="495300"/>
                  </a:lnTo>
                  <a:lnTo>
                    <a:pt x="1800606" y="495300"/>
                  </a:lnTo>
                  <a:lnTo>
                    <a:pt x="1710994" y="520700"/>
                  </a:lnTo>
                  <a:lnTo>
                    <a:pt x="1665986" y="546100"/>
                  </a:lnTo>
                  <a:lnTo>
                    <a:pt x="1620926" y="558800"/>
                  </a:lnTo>
                  <a:lnTo>
                    <a:pt x="1575879" y="584200"/>
                  </a:lnTo>
                  <a:lnTo>
                    <a:pt x="1530921" y="596900"/>
                  </a:lnTo>
                  <a:lnTo>
                    <a:pt x="1397228" y="673100"/>
                  </a:lnTo>
                  <a:lnTo>
                    <a:pt x="1353273" y="711200"/>
                  </a:lnTo>
                  <a:lnTo>
                    <a:pt x="1309725" y="736600"/>
                  </a:lnTo>
                  <a:lnTo>
                    <a:pt x="1266672" y="774700"/>
                  </a:lnTo>
                  <a:lnTo>
                    <a:pt x="1224165" y="800100"/>
                  </a:lnTo>
                  <a:lnTo>
                    <a:pt x="1182281" y="838200"/>
                  </a:lnTo>
                  <a:lnTo>
                    <a:pt x="1141082" y="876300"/>
                  </a:lnTo>
                  <a:lnTo>
                    <a:pt x="1100620" y="914400"/>
                  </a:lnTo>
                  <a:lnTo>
                    <a:pt x="1096010" y="927100"/>
                  </a:lnTo>
                  <a:lnTo>
                    <a:pt x="1091425" y="927100"/>
                  </a:lnTo>
                  <a:lnTo>
                    <a:pt x="1082294" y="939800"/>
                  </a:lnTo>
                  <a:lnTo>
                    <a:pt x="1074737" y="927100"/>
                  </a:lnTo>
                  <a:lnTo>
                    <a:pt x="1060335" y="927100"/>
                  </a:lnTo>
                  <a:lnTo>
                    <a:pt x="1053528" y="914400"/>
                  </a:lnTo>
                  <a:lnTo>
                    <a:pt x="1059180" y="914400"/>
                  </a:lnTo>
                  <a:lnTo>
                    <a:pt x="1064882" y="901700"/>
                  </a:lnTo>
                  <a:lnTo>
                    <a:pt x="1076413" y="901700"/>
                  </a:lnTo>
                  <a:lnTo>
                    <a:pt x="1113815" y="863600"/>
                  </a:lnTo>
                  <a:lnTo>
                    <a:pt x="1151788" y="825500"/>
                  </a:lnTo>
                  <a:lnTo>
                    <a:pt x="1190320" y="787400"/>
                  </a:lnTo>
                  <a:lnTo>
                    <a:pt x="1229372" y="762000"/>
                  </a:lnTo>
                  <a:lnTo>
                    <a:pt x="1268907" y="723900"/>
                  </a:lnTo>
                  <a:lnTo>
                    <a:pt x="1349286" y="673100"/>
                  </a:lnTo>
                  <a:lnTo>
                    <a:pt x="1390065" y="635000"/>
                  </a:lnTo>
                  <a:lnTo>
                    <a:pt x="1431201" y="609600"/>
                  </a:lnTo>
                  <a:lnTo>
                    <a:pt x="1445272" y="609600"/>
                  </a:lnTo>
                  <a:lnTo>
                    <a:pt x="1459039" y="596900"/>
                  </a:lnTo>
                  <a:lnTo>
                    <a:pt x="1466075" y="596900"/>
                  </a:lnTo>
                  <a:lnTo>
                    <a:pt x="1513624" y="558800"/>
                  </a:lnTo>
                  <a:lnTo>
                    <a:pt x="1561465" y="533400"/>
                  </a:lnTo>
                  <a:lnTo>
                    <a:pt x="1609559" y="520700"/>
                  </a:lnTo>
                  <a:lnTo>
                    <a:pt x="1657845" y="495300"/>
                  </a:lnTo>
                  <a:lnTo>
                    <a:pt x="1709953" y="469900"/>
                  </a:lnTo>
                  <a:lnTo>
                    <a:pt x="1762010" y="457200"/>
                  </a:lnTo>
                  <a:lnTo>
                    <a:pt x="1813915" y="431800"/>
                  </a:lnTo>
                  <a:lnTo>
                    <a:pt x="1967992" y="393700"/>
                  </a:lnTo>
                  <a:lnTo>
                    <a:pt x="2018512" y="393700"/>
                  </a:lnTo>
                  <a:lnTo>
                    <a:pt x="2068487" y="381000"/>
                  </a:lnTo>
                  <a:lnTo>
                    <a:pt x="2277186" y="381000"/>
                  </a:lnTo>
                  <a:lnTo>
                    <a:pt x="2277186" y="368300"/>
                  </a:lnTo>
                  <a:lnTo>
                    <a:pt x="2218969" y="368300"/>
                  </a:lnTo>
                  <a:lnTo>
                    <a:pt x="2166442" y="355600"/>
                  </a:lnTo>
                  <a:lnTo>
                    <a:pt x="2277186" y="355600"/>
                  </a:lnTo>
                  <a:lnTo>
                    <a:pt x="2277186" y="330200"/>
                  </a:lnTo>
                  <a:close/>
                </a:path>
                <a:path w="2277744" h="1752600">
                  <a:moveTo>
                    <a:pt x="2277186" y="146494"/>
                  </a:moveTo>
                  <a:lnTo>
                    <a:pt x="2216099" y="131978"/>
                  </a:lnTo>
                  <a:lnTo>
                    <a:pt x="2177834" y="93713"/>
                  </a:lnTo>
                  <a:lnTo>
                    <a:pt x="2159406" y="8890"/>
                  </a:lnTo>
                  <a:lnTo>
                    <a:pt x="2149818" y="67119"/>
                  </a:lnTo>
                  <a:lnTo>
                    <a:pt x="2124799" y="115798"/>
                  </a:lnTo>
                  <a:lnTo>
                    <a:pt x="2076119" y="140817"/>
                  </a:lnTo>
                  <a:lnTo>
                    <a:pt x="2017890" y="150406"/>
                  </a:lnTo>
                  <a:lnTo>
                    <a:pt x="2076119" y="159994"/>
                  </a:lnTo>
                  <a:lnTo>
                    <a:pt x="2124799" y="185013"/>
                  </a:lnTo>
                  <a:lnTo>
                    <a:pt x="2149818" y="233692"/>
                  </a:lnTo>
                  <a:lnTo>
                    <a:pt x="2159406" y="291922"/>
                  </a:lnTo>
                  <a:lnTo>
                    <a:pt x="2168995" y="233692"/>
                  </a:lnTo>
                  <a:lnTo>
                    <a:pt x="2194014" y="185013"/>
                  </a:lnTo>
                  <a:lnTo>
                    <a:pt x="2242693" y="159994"/>
                  </a:lnTo>
                  <a:lnTo>
                    <a:pt x="2277186" y="154317"/>
                  </a:lnTo>
                  <a:lnTo>
                    <a:pt x="2277186" y="146494"/>
                  </a:lnTo>
                  <a:close/>
                </a:path>
              </a:pathLst>
            </a:custGeom>
            <a:solidFill>
              <a:srgbClr val="FF8F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19384" y="9055426"/>
              <a:ext cx="195332" cy="1953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71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89710" algn="l"/>
                <a:tab pos="11642090" algn="l"/>
              </a:tabLst>
            </a:pPr>
            <a:r>
              <a:rPr dirty="0"/>
              <a:t>	</a:t>
            </a:r>
            <a:r>
              <a:rPr dirty="0" spc="-450"/>
              <a:t>T</a:t>
            </a:r>
            <a:r>
              <a:rPr dirty="0" spc="235"/>
              <a:t>e</a:t>
            </a:r>
            <a:r>
              <a:rPr dirty="0" spc="220"/>
              <a:t>c</a:t>
            </a:r>
            <a:r>
              <a:rPr dirty="0" spc="245"/>
              <a:t>h</a:t>
            </a:r>
            <a:r>
              <a:rPr dirty="0" spc="250"/>
              <a:t>n</a:t>
            </a:r>
            <a:r>
              <a:rPr dirty="0" spc="245"/>
              <a:t>o</a:t>
            </a:r>
            <a:r>
              <a:rPr dirty="0" spc="229"/>
              <a:t>l</a:t>
            </a:r>
            <a:r>
              <a:rPr dirty="0" spc="254"/>
              <a:t>o</a:t>
            </a:r>
            <a:r>
              <a:rPr dirty="0" spc="285"/>
              <a:t>g</a:t>
            </a:r>
            <a:r>
              <a:rPr dirty="0" spc="470"/>
              <a:t>y</a:t>
            </a:r>
            <a:r>
              <a:rPr dirty="0" spc="-690"/>
              <a:t> </a:t>
            </a:r>
            <a:r>
              <a:rPr dirty="0" spc="335"/>
              <a:t>Used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101" y="417257"/>
            <a:ext cx="1352549" cy="1352549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71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40915" algn="l"/>
                <a:tab pos="11642090" algn="l"/>
              </a:tabLst>
            </a:pPr>
            <a:r>
              <a:rPr dirty="0" b="0">
                <a:latin typeface="Times New Roman"/>
                <a:cs typeface="Times New Roman"/>
              </a:rPr>
              <a:t>	</a:t>
            </a:r>
            <a:r>
              <a:rPr dirty="0" spc="-175"/>
              <a:t>F</a:t>
            </a:r>
            <a:r>
              <a:rPr dirty="0" spc="75"/>
              <a:t>e</a:t>
            </a:r>
            <a:r>
              <a:rPr dirty="0" spc="114"/>
              <a:t>a</a:t>
            </a:r>
            <a:r>
              <a:rPr dirty="0" spc="105"/>
              <a:t>t</a:t>
            </a:r>
            <a:r>
              <a:rPr dirty="0" spc="125"/>
              <a:t>u</a:t>
            </a:r>
            <a:r>
              <a:rPr dirty="0" spc="100"/>
              <a:t>r</a:t>
            </a:r>
            <a:r>
              <a:rPr dirty="0" spc="350"/>
              <a:t>e</a:t>
            </a:r>
            <a:r>
              <a:rPr dirty="0" spc="-675"/>
              <a:t> </a:t>
            </a:r>
            <a:r>
              <a:rPr dirty="0" spc="1830"/>
              <a:t>/</a:t>
            </a:r>
            <a:r>
              <a:rPr dirty="0" spc="-675"/>
              <a:t> </a:t>
            </a:r>
            <a:r>
              <a:rPr dirty="0" spc="600"/>
              <a:t>USP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Akshat Kashyap</dc:creator>
  <cp:keywords>DAHW4LfpRXY,BAGvykEVLmI</cp:keywords>
  <dc:title>Problem Statement</dc:title>
  <dcterms:created xsi:type="dcterms:W3CDTF">2026-10-03T06:35:08Z</dcterms:created>
  <dcterms:modified xsi:type="dcterms:W3CDTF">2026-10-03T06:35:08Z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Creator">
    <vt:lpwstr>Canva</vt:lpwstr>
  </property>
  <property fmtid="{D5CDD505-2E9C-101B-9397-08002B2CF9AE}" pid="5" name="LastSaved">
    <vt:filetime>2026-10-03T00:00:00Z</vt:filetime>
  </property>
  <property fmtid="{D5CDD505-2E9C-101B-9397-08002B2CF9AE}" pid="6" name="Producer">
    <vt:lpwstr>Canva</vt:lpwstr>
  </property>
</Properties>
</file>