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79" r:id="rId4"/>
    <p:sldId id="278" r:id="rId5"/>
    <p:sldId id="277" r:id="rId6"/>
    <p:sldId id="267" r:id="rId7"/>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 Ravi" userId="3655ac5c760e6031" providerId="LiveId" clId="{5F93CD78-21ED-4EAE-896E-FEDA38201B27}"/>
    <pc:docChg chg="undo custSel delSld modSld">
      <pc:chgData name="Tanvi Ravi" userId="3655ac5c760e6031" providerId="LiveId" clId="{5F93CD78-21ED-4EAE-896E-FEDA38201B27}" dt="2026-07-17T17:11:03.702" v="115" actId="1076"/>
      <pc:docMkLst>
        <pc:docMk/>
      </pc:docMkLst>
      <pc:sldChg chg="modSp mod">
        <pc:chgData name="Tanvi Ravi" userId="3655ac5c760e6031" providerId="LiveId" clId="{5F93CD78-21ED-4EAE-896E-FEDA38201B27}" dt="2026-07-17T17:10:51.849" v="114" actId="1076"/>
        <pc:sldMkLst>
          <pc:docMk/>
          <pc:sldMk cId="0" sldId="257"/>
        </pc:sldMkLst>
        <pc:spChg chg="mod">
          <ac:chgData name="Tanvi Ravi" userId="3655ac5c760e6031" providerId="LiveId" clId="{5F93CD78-21ED-4EAE-896E-FEDA38201B27}" dt="2026-07-17T17:10:51.849" v="114" actId="1076"/>
          <ac:spMkLst>
            <pc:docMk/>
            <pc:sldMk cId="0" sldId="257"/>
            <ac:spMk id="18" creationId="{00000000-0000-0000-0000-000000000000}"/>
          </ac:spMkLst>
        </pc:spChg>
        <pc:spChg chg="mod">
          <ac:chgData name="Tanvi Ravi" userId="3655ac5c760e6031" providerId="LiveId" clId="{5F93CD78-21ED-4EAE-896E-FEDA38201B27}" dt="2026-07-17T16:50:02.268" v="0" actId="20577"/>
          <ac:spMkLst>
            <pc:docMk/>
            <pc:sldMk cId="0" sldId="257"/>
            <ac:spMk id="19" creationId="{00000000-0000-0000-0000-000000000000}"/>
          </ac:spMkLst>
        </pc:spChg>
      </pc:sldChg>
      <pc:sldChg chg="del">
        <pc:chgData name="Tanvi Ravi" userId="3655ac5c760e6031" providerId="LiveId" clId="{5F93CD78-21ED-4EAE-896E-FEDA38201B27}" dt="2026-07-17T16:59:10.257" v="65" actId="47"/>
        <pc:sldMkLst>
          <pc:docMk/>
          <pc:sldMk cId="0" sldId="258"/>
        </pc:sldMkLst>
      </pc:sldChg>
      <pc:sldChg chg="del">
        <pc:chgData name="Tanvi Ravi" userId="3655ac5c760e6031" providerId="LiveId" clId="{5F93CD78-21ED-4EAE-896E-FEDA38201B27}" dt="2026-07-17T16:53:59.140" v="63" actId="47"/>
        <pc:sldMkLst>
          <pc:docMk/>
          <pc:sldMk cId="3791993336" sldId="276"/>
        </pc:sldMkLst>
      </pc:sldChg>
      <pc:sldChg chg="modSp mod">
        <pc:chgData name="Tanvi Ravi" userId="3655ac5c760e6031" providerId="LiveId" clId="{5F93CD78-21ED-4EAE-896E-FEDA38201B27}" dt="2026-07-17T17:11:03.702" v="115" actId="1076"/>
        <pc:sldMkLst>
          <pc:docMk/>
          <pc:sldMk cId="1999830262" sldId="277"/>
        </pc:sldMkLst>
        <pc:spChg chg="mod">
          <ac:chgData name="Tanvi Ravi" userId="3655ac5c760e6031" providerId="LiveId" clId="{5F93CD78-21ED-4EAE-896E-FEDA38201B27}" dt="2026-07-17T17:11:03.702" v="115" actId="1076"/>
          <ac:spMkLst>
            <pc:docMk/>
            <pc:sldMk cId="1999830262" sldId="277"/>
            <ac:spMk id="18" creationId="{38E95552-AC74-D218-8DFE-E232FAF0A7D6}"/>
          </ac:spMkLst>
        </pc:spChg>
      </pc:sldChg>
      <pc:sldChg chg="modSp mod">
        <pc:chgData name="Tanvi Ravi" userId="3655ac5c760e6031" providerId="LiveId" clId="{5F93CD78-21ED-4EAE-896E-FEDA38201B27}" dt="2026-07-17T17:06:38.776" v="111" actId="255"/>
        <pc:sldMkLst>
          <pc:docMk/>
          <pc:sldMk cId="1018098532" sldId="278"/>
        </pc:sldMkLst>
        <pc:spChg chg="mod">
          <ac:chgData name="Tanvi Ravi" userId="3655ac5c760e6031" providerId="LiveId" clId="{5F93CD78-21ED-4EAE-896E-FEDA38201B27}" dt="2026-07-17T17:06:38.776" v="111" actId="255"/>
          <ac:spMkLst>
            <pc:docMk/>
            <pc:sldMk cId="1018098532" sldId="278"/>
            <ac:spMk id="18" creationId="{B1AE8105-6DB7-D0DB-B762-067291913FAD}"/>
          </ac:spMkLst>
        </pc:spChg>
      </pc:sldChg>
      <pc:sldChg chg="modSp mod">
        <pc:chgData name="Tanvi Ravi" userId="3655ac5c760e6031" providerId="LiveId" clId="{5F93CD78-21ED-4EAE-896E-FEDA38201B27}" dt="2026-07-17T17:03:35.386" v="76" actId="403"/>
        <pc:sldMkLst>
          <pc:docMk/>
          <pc:sldMk cId="566369348" sldId="279"/>
        </pc:sldMkLst>
        <pc:spChg chg="mod">
          <ac:chgData name="Tanvi Ravi" userId="3655ac5c760e6031" providerId="LiveId" clId="{5F93CD78-21ED-4EAE-896E-FEDA38201B27}" dt="2026-07-17T17:03:35.386" v="76" actId="403"/>
          <ac:spMkLst>
            <pc:docMk/>
            <pc:sldMk cId="566369348" sldId="279"/>
            <ac:spMk id="18" creationId="{7289EA3A-0308-D14F-A446-EF96C9580865}"/>
          </ac:spMkLst>
        </pc:spChg>
      </pc:sldChg>
      <pc:sldChg chg="del">
        <pc:chgData name="Tanvi Ravi" userId="3655ac5c760e6031" providerId="LiveId" clId="{5F93CD78-21ED-4EAE-896E-FEDA38201B27}" dt="2026-07-17T16:54:00.183" v="64" actId="47"/>
        <pc:sldMkLst>
          <pc:docMk/>
          <pc:sldMk cId="2268236112" sldId="280"/>
        </pc:sldMkLst>
      </pc:sldChg>
      <pc:sldChg chg="del">
        <pc:chgData name="Tanvi Ravi" userId="3655ac5c760e6031" providerId="LiveId" clId="{5F93CD78-21ED-4EAE-896E-FEDA38201B27}" dt="2026-07-17T16:59:13.112" v="68" actId="47"/>
        <pc:sldMkLst>
          <pc:docMk/>
          <pc:sldMk cId="2886739340" sldId="281"/>
        </pc:sldMkLst>
      </pc:sldChg>
      <pc:sldChg chg="del">
        <pc:chgData name="Tanvi Ravi" userId="3655ac5c760e6031" providerId="LiveId" clId="{5F93CD78-21ED-4EAE-896E-FEDA38201B27}" dt="2026-07-17T16:59:12.055" v="67" actId="47"/>
        <pc:sldMkLst>
          <pc:docMk/>
          <pc:sldMk cId="2687838728" sldId="282"/>
        </pc:sldMkLst>
      </pc:sldChg>
      <pc:sldChg chg="del">
        <pc:chgData name="Tanvi Ravi" userId="3655ac5c760e6031" providerId="LiveId" clId="{5F93CD78-21ED-4EAE-896E-FEDA38201B27}" dt="2026-07-17T16:59:11.146" v="66" actId="47"/>
        <pc:sldMkLst>
          <pc:docMk/>
          <pc:sldMk cId="3302984974"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53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B0DB-88DE-59F8-6255-D1AFAB89A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F184F-D5B8-5481-A36E-85F73BDEB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B3BC1-8FCE-7F2B-0007-EA0EE61AAB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F18B80-876B-BEC5-23E4-C4BDDE725DF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83708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90A7-F575-537F-34FC-4ED2F6442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AD0B5-CDD1-A439-91A7-3BA9A64CA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715A2-202F-0347-9BA0-45B799041E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DC2C9C-4B0C-F55E-3682-176F3182618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527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7A272-41C9-2AB9-F32F-1FCACE001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9D75B-8129-3CA6-6389-0DEB4443B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AB239-912F-60E6-C456-9DC54D985A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5B7F55-C5D3-762A-23C6-568D7CFFD94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84032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eg"/><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jpeg"/><Relationship Id="rId5" Type="http://schemas.microsoft.com/office/2007/relationships/hdphoto" Target="../media/hdphoto1.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jpeg"/><Relationship Id="rId5" Type="http://schemas.microsoft.com/office/2007/relationships/hdphoto" Target="../media/hdphoto1.wdp"/><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1485900"/>
            <a:ext cx="12188952" cy="3977640"/>
          </a:xfrm>
          <a:prstGeom prst="rect">
            <a:avLst/>
          </a:prstGeom>
          <a:solidFill>
            <a:srgbClr val="070709">
              <a:alpha val="72000"/>
            </a:srgbClr>
          </a:solidFill>
          <a:ln/>
        </p:spPr>
      </p:sp>
      <p:sp>
        <p:nvSpPr>
          <p:cNvPr id="5" name="Shape 3"/>
          <p:cNvSpPr/>
          <p:nvPr/>
        </p:nvSpPr>
        <p:spPr>
          <a:xfrm>
            <a:off x="11320272" y="6521501"/>
            <a:ext cx="548640" cy="16459"/>
          </a:xfrm>
          <a:prstGeom prst="rect">
            <a:avLst/>
          </a:prstGeom>
          <a:solidFill>
            <a:srgbClr val="D4AF37"/>
          </a:solidFill>
          <a:ln/>
        </p:spPr>
      </p:sp>
      <p:sp>
        <p:nvSpPr>
          <p:cNvPr id="6" name="Shape 4"/>
          <p:cNvSpPr/>
          <p:nvPr/>
        </p:nvSpPr>
        <p:spPr>
          <a:xfrm>
            <a:off x="11852453" y="5989320"/>
            <a:ext cx="16459" cy="548640"/>
          </a:xfrm>
          <a:prstGeom prst="rect">
            <a:avLst/>
          </a:prstGeom>
          <a:solidFill>
            <a:srgbClr val="D4AF37"/>
          </a:solidFill>
          <a:ln/>
        </p:spPr>
      </p:sp>
      <p:sp>
        <p:nvSpPr>
          <p:cNvPr id="7" name="Text 5"/>
          <p:cNvSpPr/>
          <p:nvPr/>
        </p:nvSpPr>
        <p:spPr>
          <a:xfrm>
            <a:off x="1371600" y="3063240"/>
            <a:ext cx="8220635" cy="365760"/>
          </a:xfrm>
          <a:prstGeom prst="rect">
            <a:avLst/>
          </a:prstGeom>
          <a:noFill/>
          <a:ln/>
        </p:spPr>
        <p:txBody>
          <a:bodyPr wrap="square" rtlCol="0" anchor="ctr"/>
          <a:lstStyle/>
          <a:p>
            <a:pPr marL="0" indent="0" algn="ctr">
              <a:buNone/>
            </a:pPr>
            <a:endParaRPr lang="en-US" sz="1300" dirty="0"/>
          </a:p>
        </p:txBody>
      </p:sp>
      <p:sp>
        <p:nvSpPr>
          <p:cNvPr id="8" name="Text 6"/>
          <p:cNvSpPr/>
          <p:nvPr/>
        </p:nvSpPr>
        <p:spPr>
          <a:xfrm>
            <a:off x="50355" y="2014670"/>
            <a:ext cx="12188825" cy="1143000"/>
          </a:xfrm>
          <a:prstGeom prst="rect">
            <a:avLst/>
          </a:prstGeom>
          <a:noFill/>
          <a:ln/>
          <a:effectLst>
            <a:outerShdw blurRad="101600" dist="38100" dir="5400000" algn="bl" rotWithShape="0">
              <a:srgbClr val="000000">
                <a:alpha val="70000"/>
              </a:srgbClr>
            </a:outerShdw>
          </a:effectLst>
        </p:spPr>
        <p:txBody>
          <a:bodyPr wrap="square" rtlCol="0" anchor="ctr"/>
          <a:lstStyle/>
          <a:p>
            <a:pPr marL="0" indent="0" algn="ctr">
              <a:buNone/>
            </a:pPr>
            <a:r>
              <a:rPr lang="en-US" sz="6000" b="1" kern="0" spc="300" dirty="0">
                <a:solidFill>
                  <a:srgbClr val="F0D78C"/>
                </a:solidFill>
                <a:latin typeface="Palatino Linotype" pitchFamily="34" charset="0"/>
                <a:ea typeface="Palatino Linotype" pitchFamily="34" charset="-122"/>
                <a:cs typeface="Palatino Linotype" pitchFamily="34" charset="-120"/>
              </a:rPr>
              <a:t>THE INNOVATOR'S COURT</a:t>
            </a:r>
            <a:endParaRPr lang="en-US" sz="6000" dirty="0"/>
          </a:p>
        </p:txBody>
      </p:sp>
      <p:sp>
        <p:nvSpPr>
          <p:cNvPr id="9" name="Text 7"/>
          <p:cNvSpPr/>
          <p:nvPr/>
        </p:nvSpPr>
        <p:spPr>
          <a:xfrm>
            <a:off x="2199804" y="3343988"/>
            <a:ext cx="7616952" cy="411480"/>
          </a:xfrm>
          <a:prstGeom prst="rect">
            <a:avLst/>
          </a:prstGeom>
          <a:noFill/>
          <a:ln/>
        </p:spPr>
        <p:txBody>
          <a:bodyPr wrap="square" rtlCol="0" anchor="ctr"/>
          <a:lstStyle/>
          <a:p>
            <a:pPr marL="0" indent="0" algn="ctr">
              <a:buNone/>
            </a:pPr>
            <a:r>
              <a:rPr lang="en-US" sz="2400" i="1" dirty="0">
                <a:solidFill>
                  <a:srgbClr val="F3EBD8"/>
                </a:solidFill>
                <a:latin typeface="Palatino Linotype" pitchFamily="34" charset="0"/>
              </a:rPr>
              <a:t>ENVISION TO EMPOWER</a:t>
            </a:r>
            <a:endParaRPr lang="en-US" sz="2400" i="1" dirty="0"/>
          </a:p>
        </p:txBody>
      </p:sp>
      <p:sp>
        <p:nvSpPr>
          <p:cNvPr id="10" name="Shape 8"/>
          <p:cNvSpPr/>
          <p:nvPr/>
        </p:nvSpPr>
        <p:spPr>
          <a:xfrm>
            <a:off x="4727448" y="3948836"/>
            <a:ext cx="2743200" cy="18288"/>
          </a:xfrm>
          <a:prstGeom prst="rect">
            <a:avLst/>
          </a:prstGeom>
          <a:solidFill>
            <a:srgbClr val="D4AF37"/>
          </a:solidFill>
          <a:ln/>
        </p:spPr>
      </p:sp>
      <p:sp>
        <p:nvSpPr>
          <p:cNvPr id="11" name="Shape 9"/>
          <p:cNvSpPr/>
          <p:nvPr/>
        </p:nvSpPr>
        <p:spPr>
          <a:xfrm>
            <a:off x="6053328" y="3907802"/>
            <a:ext cx="91440" cy="91440"/>
          </a:xfrm>
          <a:prstGeom prst="diamond">
            <a:avLst/>
          </a:prstGeom>
          <a:solidFill>
            <a:srgbClr val="D4AF37"/>
          </a:solidFill>
          <a:ln/>
        </p:spPr>
      </p:sp>
      <p:sp>
        <p:nvSpPr>
          <p:cNvPr id="12" name="Shape 10"/>
          <p:cNvSpPr/>
          <p:nvPr/>
        </p:nvSpPr>
        <p:spPr>
          <a:xfrm>
            <a:off x="3509413" y="4402942"/>
            <a:ext cx="5179269" cy="876839"/>
          </a:xfrm>
          <a:prstGeom prst="roundRect">
            <a:avLst>
              <a:gd name="adj" fmla="val 8065"/>
            </a:avLst>
          </a:prstGeom>
          <a:solidFill>
            <a:srgbClr val="121016">
              <a:alpha val="88000"/>
            </a:srgbClr>
          </a:solidFill>
          <a:ln w="15875">
            <a:solidFill>
              <a:srgbClr val="D4AF37"/>
            </a:solidFill>
            <a:prstDash val="solid"/>
          </a:ln>
        </p:spPr>
      </p:sp>
      <p:sp>
        <p:nvSpPr>
          <p:cNvPr id="13" name="Text 11"/>
          <p:cNvSpPr/>
          <p:nvPr/>
        </p:nvSpPr>
        <p:spPr>
          <a:xfrm>
            <a:off x="3447896" y="4317611"/>
            <a:ext cx="5293031" cy="1008889"/>
          </a:xfrm>
          <a:prstGeom prst="rect">
            <a:avLst/>
          </a:prstGeom>
          <a:noFill/>
          <a:ln/>
        </p:spPr>
        <p:txBody>
          <a:bodyPr wrap="square" rtlCol="0" anchor="ctr"/>
          <a:lstStyle/>
          <a:p>
            <a:pPr marL="0" indent="0" algn="ctr">
              <a:buNone/>
            </a:pPr>
            <a:r>
              <a:rPr lang="en-US" sz="3600" b="1" kern="0" spc="200" dirty="0">
                <a:solidFill>
                  <a:srgbClr val="F0D78C"/>
                </a:solidFill>
                <a:latin typeface="Consolas" pitchFamily="34" charset="0"/>
                <a:ea typeface="Consolas" pitchFamily="34" charset="-122"/>
                <a:cs typeface="Consolas" pitchFamily="34" charset="-120"/>
              </a:rPr>
              <a:t>PROBLEM STATEMENTS</a:t>
            </a:r>
            <a:endParaRPr lang="en-US" sz="3600" dirty="0"/>
          </a:p>
        </p:txBody>
      </p:sp>
      <p:sp>
        <p:nvSpPr>
          <p:cNvPr id="15" name="Shape 4">
            <a:extLst>
              <a:ext uri="{FF2B5EF4-FFF2-40B4-BE49-F238E27FC236}">
                <a16:creationId xmlns:a16="http://schemas.microsoft.com/office/drawing/2014/main" id="{FCF880DE-EF87-AD1A-4A3E-7FA2B888B1E7}"/>
              </a:ext>
            </a:extLst>
          </p:cNvPr>
          <p:cNvSpPr/>
          <p:nvPr/>
        </p:nvSpPr>
        <p:spPr>
          <a:xfrm>
            <a:off x="303095" y="5972861"/>
            <a:ext cx="16459" cy="548640"/>
          </a:xfrm>
          <a:prstGeom prst="rect">
            <a:avLst/>
          </a:prstGeom>
          <a:solidFill>
            <a:srgbClr val="D4AF37"/>
          </a:solidFill>
          <a:ln/>
        </p:spPr>
      </p:sp>
      <p:sp>
        <p:nvSpPr>
          <p:cNvPr id="16" name="Shape 3">
            <a:extLst>
              <a:ext uri="{FF2B5EF4-FFF2-40B4-BE49-F238E27FC236}">
                <a16:creationId xmlns:a16="http://schemas.microsoft.com/office/drawing/2014/main" id="{4F864D60-356D-C07F-8570-9FE409041A2E}"/>
              </a:ext>
            </a:extLst>
          </p:cNvPr>
          <p:cNvSpPr/>
          <p:nvPr/>
        </p:nvSpPr>
        <p:spPr>
          <a:xfrm>
            <a:off x="303095" y="6521501"/>
            <a:ext cx="548640" cy="16459"/>
          </a:xfrm>
          <a:prstGeom prst="rect">
            <a:avLst/>
          </a:prstGeom>
          <a:solidFill>
            <a:srgbClr val="D4AF37"/>
          </a:solidFill>
          <a:ln/>
        </p:spPr>
      </p:sp>
      <p:sp>
        <p:nvSpPr>
          <p:cNvPr id="19" name="Rectangle 1">
            <a:extLst>
              <a:ext uri="{FF2B5EF4-FFF2-40B4-BE49-F238E27FC236}">
                <a16:creationId xmlns:a16="http://schemas.microsoft.com/office/drawing/2014/main" id="{44A9EA7B-C13D-8479-2554-47631B580D3B}"/>
              </a:ext>
            </a:extLst>
          </p:cNvPr>
          <p:cNvSpPr>
            <a:spLocks noChangeArrowheads="1"/>
          </p:cNvSpPr>
          <p:nvPr/>
        </p:nvSpPr>
        <p:spPr bwMode="auto">
          <a:xfrm>
            <a:off x="0" y="0"/>
            <a:ext cx="12188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30" name="Picture 6">
            <a:extLst>
              <a:ext uri="{FF2B5EF4-FFF2-40B4-BE49-F238E27FC236}">
                <a16:creationId xmlns:a16="http://schemas.microsoft.com/office/drawing/2014/main" id="{ED01A58C-1333-2EAC-D9C1-FDB3A2D90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FC8E6B62-3E0D-24E4-A584-15ABFA13C876}"/>
              </a:ext>
            </a:extLst>
          </p:cNvPr>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2290" name="Picture 2" descr="Shattering golden royalty queen crown. Blasting fiery background. Isolated black background with copy space. Fantasy exploding medieval crown. Rise and fall of an empire. Dynasty downfall. Fantasy empire illustrations">
            <a:extLst>
              <a:ext uri="{FF2B5EF4-FFF2-40B4-BE49-F238E27FC236}">
                <a16:creationId xmlns:a16="http://schemas.microsoft.com/office/drawing/2014/main" id="{CBA7F83B-B163-782B-053F-47DF210946D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8000"/>
                    </a14:imgEffect>
                  </a14:imgLayer>
                </a14:imgProps>
              </a:ext>
              <a:ext uri="{28A0092B-C50C-407E-A947-70E740481C1C}">
                <a14:useLocalDpi xmlns:a14="http://schemas.microsoft.com/office/drawing/2010/main" val="0"/>
              </a:ext>
            </a:extLst>
          </a:blip>
          <a:srcRect/>
          <a:stretch>
            <a:fillRect/>
          </a:stretch>
        </p:blipFill>
        <p:spPr bwMode="auto">
          <a:xfrm>
            <a:off x="22860" y="-8965"/>
            <a:ext cx="2780623" cy="6858000"/>
          </a:xfrm>
          <a:prstGeom prst="rect">
            <a:avLst/>
          </a:prstGeom>
          <a:blipFill>
            <a:blip r:embed="rId6"/>
            <a:tile tx="0" ty="0" sx="100000" sy="100000" flip="none" algn="tl"/>
          </a:blipFill>
        </p:spPr>
      </p:pic>
      <p:sp>
        <p:nvSpPr>
          <p:cNvPr id="6" name="Shape 4"/>
          <p:cNvSpPr/>
          <p:nvPr/>
        </p:nvSpPr>
        <p:spPr>
          <a:xfrm>
            <a:off x="22860" y="8965"/>
            <a:ext cx="2834640" cy="6858000"/>
          </a:xfrm>
          <a:prstGeom prst="rect">
            <a:avLst/>
          </a:prstGeom>
          <a:solidFill>
            <a:srgbClr val="070709">
              <a:alpha val="65000"/>
            </a:srgbClr>
          </a:solidFill>
          <a:ln/>
        </p:spPr>
      </p:sp>
      <p:sp>
        <p:nvSpPr>
          <p:cNvPr id="19" name="Shape 17"/>
          <p:cNvSpPr/>
          <p:nvPr/>
        </p:nvSpPr>
        <p:spPr>
          <a:xfrm>
            <a:off x="3182112" y="2392106"/>
            <a:ext cx="8298180" cy="3551494"/>
          </a:xfrm>
          <a:prstGeom prst="roundRect">
            <a:avLst>
              <a:gd name="adj" fmla="val 4444"/>
            </a:avLst>
          </a:prstGeom>
          <a:solidFill>
            <a:srgbClr val="121016">
              <a:alpha val="82000"/>
            </a:srgbClr>
          </a:solidFill>
          <a:ln w="12700">
            <a:solidFill>
              <a:srgbClr val="8A722C"/>
            </a:solidFill>
            <a:prstDash val="solid"/>
          </a:ln>
        </p:spPr>
        <p:txBody>
          <a:bodyPr/>
          <a:lstStyle/>
          <a:p>
            <a:endParaRPr lang="en-US" dirty="0"/>
          </a:p>
        </p:txBody>
      </p:sp>
      <p:sp>
        <p:nvSpPr>
          <p:cNvPr id="4" name="Shape 2"/>
          <p:cNvSpPr/>
          <p:nvPr/>
        </p:nvSpPr>
        <p:spPr>
          <a:xfrm>
            <a:off x="11320272" y="6521501"/>
            <a:ext cx="548640" cy="16459"/>
          </a:xfrm>
          <a:prstGeom prst="rect">
            <a:avLst/>
          </a:prstGeom>
          <a:solidFill>
            <a:srgbClr val="D4AF37"/>
          </a:solidFill>
          <a:ln/>
        </p:spPr>
      </p:sp>
      <p:sp>
        <p:nvSpPr>
          <p:cNvPr id="5" name="Shape 3"/>
          <p:cNvSpPr/>
          <p:nvPr/>
        </p:nvSpPr>
        <p:spPr>
          <a:xfrm>
            <a:off x="11852453" y="5989320"/>
            <a:ext cx="16459" cy="548640"/>
          </a:xfrm>
          <a:prstGeom prst="rect">
            <a:avLst/>
          </a:prstGeom>
          <a:solidFill>
            <a:srgbClr val="D4AF37"/>
          </a:solidFill>
          <a:ln/>
        </p:spPr>
      </p:sp>
      <p:sp>
        <p:nvSpPr>
          <p:cNvPr id="7" name="Shape 5"/>
          <p:cNvSpPr/>
          <p:nvPr/>
        </p:nvSpPr>
        <p:spPr>
          <a:xfrm>
            <a:off x="2834640" y="0"/>
            <a:ext cx="22860" cy="6858000"/>
          </a:xfrm>
          <a:prstGeom prst="rect">
            <a:avLst/>
          </a:prstGeom>
          <a:solidFill>
            <a:srgbClr val="D4AF37"/>
          </a:solidFill>
          <a:ln/>
        </p:spPr>
      </p:sp>
      <p:sp>
        <p:nvSpPr>
          <p:cNvPr id="9" name="Text 7"/>
          <p:cNvSpPr/>
          <p:nvPr/>
        </p:nvSpPr>
        <p:spPr>
          <a:xfrm>
            <a:off x="274320" y="1783080"/>
            <a:ext cx="2286000" cy="365760"/>
          </a:xfrm>
          <a:prstGeom prst="rect">
            <a:avLst/>
          </a:prstGeom>
          <a:noFill/>
          <a:ln/>
        </p:spPr>
        <p:txBody>
          <a:bodyPr wrap="square" rtlCol="0" anchor="ctr"/>
          <a:lstStyle/>
          <a:p>
            <a:pPr marL="0" indent="0" algn="ctr">
              <a:buNone/>
            </a:pPr>
            <a:endParaRPr lang="en-US" sz="1300" dirty="0"/>
          </a:p>
        </p:txBody>
      </p:sp>
      <p:sp>
        <p:nvSpPr>
          <p:cNvPr id="10" name="Text 8"/>
          <p:cNvSpPr/>
          <p:nvPr/>
        </p:nvSpPr>
        <p:spPr>
          <a:xfrm>
            <a:off x="274320" y="2194560"/>
            <a:ext cx="2286000" cy="1737360"/>
          </a:xfrm>
          <a:prstGeom prst="rect">
            <a:avLst/>
          </a:prstGeom>
          <a:noFill/>
          <a:ln/>
          <a:effectLst>
            <a:outerShdw blurRad="76200" dist="25400" dir="5400000" algn="bl" rotWithShape="0">
              <a:srgbClr val="000000">
                <a:alpha val="60000"/>
              </a:srgbClr>
            </a:outerShdw>
          </a:effectLst>
        </p:spPr>
        <p:txBody>
          <a:bodyPr wrap="square" rtlCol="0" anchor="ctr"/>
          <a:lstStyle/>
          <a:p>
            <a:pPr marL="0" indent="0" algn="ctr">
              <a:buNone/>
            </a:pPr>
            <a:r>
              <a:rPr lang="en-US" sz="10500" b="1" dirty="0">
                <a:solidFill>
                  <a:srgbClr val="D4AF37"/>
                </a:solidFill>
                <a:latin typeface="Palatino Linotype" pitchFamily="34" charset="0"/>
                <a:ea typeface="Palatino Linotype" pitchFamily="34" charset="-122"/>
                <a:cs typeface="Palatino Linotype" pitchFamily="34" charset="-120"/>
              </a:rPr>
              <a:t>I</a:t>
            </a:r>
            <a:endParaRPr lang="en-US" sz="10500" dirty="0"/>
          </a:p>
        </p:txBody>
      </p:sp>
      <p:sp>
        <p:nvSpPr>
          <p:cNvPr id="12" name="Shape 10"/>
          <p:cNvSpPr/>
          <p:nvPr/>
        </p:nvSpPr>
        <p:spPr>
          <a:xfrm>
            <a:off x="960120" y="4709160"/>
            <a:ext cx="914400" cy="18288"/>
          </a:xfrm>
          <a:prstGeom prst="rect">
            <a:avLst/>
          </a:prstGeom>
          <a:solidFill>
            <a:srgbClr val="D4AF37"/>
          </a:solidFill>
          <a:ln/>
        </p:spPr>
      </p:sp>
      <p:sp>
        <p:nvSpPr>
          <p:cNvPr id="13" name="Shape 11"/>
          <p:cNvSpPr/>
          <p:nvPr/>
        </p:nvSpPr>
        <p:spPr>
          <a:xfrm>
            <a:off x="1371600" y="4668012"/>
            <a:ext cx="91440" cy="91440"/>
          </a:xfrm>
          <a:prstGeom prst="diamond">
            <a:avLst/>
          </a:prstGeom>
          <a:solidFill>
            <a:srgbClr val="D4AF37"/>
          </a:solidFill>
          <a:ln/>
        </p:spPr>
      </p:sp>
      <p:sp>
        <p:nvSpPr>
          <p:cNvPr id="15" name="Text 13"/>
          <p:cNvSpPr/>
          <p:nvPr/>
        </p:nvSpPr>
        <p:spPr>
          <a:xfrm>
            <a:off x="3383280" y="1170432"/>
            <a:ext cx="8321040" cy="914400"/>
          </a:xfrm>
          <a:prstGeom prst="rect">
            <a:avLst/>
          </a:prstGeom>
          <a:noFill/>
          <a:ln/>
        </p:spPr>
        <p:txBody>
          <a:bodyPr wrap="square" rtlCol="0" anchor="ctr"/>
          <a:lstStyle/>
          <a:p>
            <a:pPr marL="0" indent="0">
              <a:buNone/>
            </a:pPr>
            <a:r>
              <a:rPr lang="en-US" sz="4000" b="1" dirty="0">
                <a:solidFill>
                  <a:srgbClr val="F0D78C"/>
                </a:solidFill>
                <a:latin typeface="Palatino Linotype" pitchFamily="34" charset="0"/>
                <a:ea typeface="Palatino Linotype" pitchFamily="34" charset="-122"/>
                <a:cs typeface="Palatino Linotype" pitchFamily="34" charset="-120"/>
              </a:rPr>
              <a:t>PROBLEM STATEMENT</a:t>
            </a:r>
            <a:endParaRPr lang="en-US" sz="4000" dirty="0"/>
          </a:p>
        </p:txBody>
      </p:sp>
      <p:sp>
        <p:nvSpPr>
          <p:cNvPr id="18" name="Text 16"/>
          <p:cNvSpPr/>
          <p:nvPr/>
        </p:nvSpPr>
        <p:spPr>
          <a:xfrm>
            <a:off x="3201718" y="2599980"/>
            <a:ext cx="8298179" cy="3551492"/>
          </a:xfrm>
          <a:prstGeom prst="rect">
            <a:avLst/>
          </a:prstGeom>
          <a:noFill/>
          <a:ln/>
        </p:spPr>
        <p:txBody>
          <a:bodyPr wrap="square" rtlCol="0" anchor="ctr"/>
          <a:lstStyle/>
          <a:p>
            <a:pPr algn="ctr">
              <a:lnSpc>
                <a:spcPts val="2700"/>
              </a:lnSpc>
            </a:pPr>
            <a:r>
              <a:rPr lang="en-US" sz="2800" b="1" dirty="0">
                <a:solidFill>
                  <a:srgbClr val="F3EBD8"/>
                </a:solidFill>
                <a:latin typeface="Candara" pitchFamily="34" charset="0"/>
              </a:rPr>
              <a:t>As critical infrastructure becomes increasingly interconnected, cyberattacks can disrupt healthcare, transportation, financial services, and public utilities on an unprecedented scale. Traditional security measures often respond only after damage has occurred. How can we design a proactive cybersecurity framework that predicts, detects, contains, and recovers from sophisticated cyber threats before they compromise critical systems?</a:t>
            </a:r>
          </a:p>
          <a:p>
            <a:pPr marL="0" indent="0" algn="ctr">
              <a:lnSpc>
                <a:spcPts val="2700"/>
              </a:lnSpc>
              <a:buNone/>
            </a:pPr>
            <a:endParaRPr lang="en-US" sz="2800" b="1" dirty="0"/>
          </a:p>
        </p:txBody>
      </p:sp>
      <p:pic>
        <p:nvPicPr>
          <p:cNvPr id="24" name="Picture 6">
            <a:extLst>
              <a:ext uri="{FF2B5EF4-FFF2-40B4-BE49-F238E27FC236}">
                <a16:creationId xmlns:a16="http://schemas.microsoft.com/office/drawing/2014/main" id="{C826E3D9-5177-B661-3244-98EF5A6B67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A08F49C4-E107-74E2-67D8-1F22EDC9B2BB}"/>
              </a:ext>
            </a:extLst>
          </p:cNvPr>
          <p:cNvCxnSpPr>
            <a:cxnSpLocks/>
            <a:endCxn id="15" idx="2"/>
          </p:cNvCxnSpPr>
          <p:nvPr/>
        </p:nvCxnSpPr>
        <p:spPr>
          <a:xfrm>
            <a:off x="3383280" y="2084832"/>
            <a:ext cx="4160520" cy="0"/>
          </a:xfrm>
          <a:prstGeom prst="line">
            <a:avLst/>
          </a:prstGeom>
        </p:spPr>
        <p:style>
          <a:lnRef idx="1">
            <a:schemeClr val="accent2"/>
          </a:lnRef>
          <a:fillRef idx="0">
            <a:schemeClr val="accent2"/>
          </a:fillRef>
          <a:effectRef idx="0">
            <a:schemeClr val="accent2"/>
          </a:effectRef>
          <a:fontRef idx="minor">
            <a:schemeClr val="tx1"/>
          </a:fontRef>
        </p:style>
      </p:cxnSp>
      <p:pic>
        <p:nvPicPr>
          <p:cNvPr id="29" name="Picture 4">
            <a:extLst>
              <a:ext uri="{FF2B5EF4-FFF2-40B4-BE49-F238E27FC236}">
                <a16:creationId xmlns:a16="http://schemas.microsoft.com/office/drawing/2014/main" id="{B96CF2C1-2108-2B71-CADE-E2536482469F}"/>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9C92A05-DEDC-1D53-337C-74A14FD8673E}"/>
            </a:ext>
          </a:extLst>
        </p:cNvPr>
        <p:cNvGrpSpPr/>
        <p:nvPr/>
      </p:nvGrpSpPr>
      <p:grpSpPr>
        <a:xfrm>
          <a:off x="0" y="0"/>
          <a:ext cx="0" cy="0"/>
          <a:chOff x="0" y="0"/>
          <a:chExt cx="0" cy="0"/>
        </a:xfrm>
      </p:grpSpPr>
      <p:pic>
        <p:nvPicPr>
          <p:cNvPr id="12290" name="Picture 2" descr="Shattering golden royalty queen crown. Blasting fiery background. Isolated black background with copy space. Fantasy exploding medieval crown. Rise and fall of an empire. Dynasty downfall. Fantasy empire illustrations">
            <a:extLst>
              <a:ext uri="{FF2B5EF4-FFF2-40B4-BE49-F238E27FC236}">
                <a16:creationId xmlns:a16="http://schemas.microsoft.com/office/drawing/2014/main" id="{88D00751-C61A-AFC8-69ED-75637838931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8000"/>
                    </a14:imgEffect>
                  </a14:imgLayer>
                </a14:imgProps>
              </a:ext>
              <a:ext uri="{28A0092B-C50C-407E-A947-70E740481C1C}">
                <a14:useLocalDpi xmlns:a14="http://schemas.microsoft.com/office/drawing/2010/main" val="0"/>
              </a:ext>
            </a:extLst>
          </a:blip>
          <a:srcRect/>
          <a:stretch>
            <a:fillRect/>
          </a:stretch>
        </p:blipFill>
        <p:spPr bwMode="auto">
          <a:xfrm>
            <a:off x="22860" y="-8965"/>
            <a:ext cx="2780623" cy="6858000"/>
          </a:xfrm>
          <a:prstGeom prst="rect">
            <a:avLst/>
          </a:prstGeom>
          <a:blipFill>
            <a:blip r:embed="rId6"/>
            <a:tile tx="0" ty="0" sx="100000" sy="100000" flip="none" algn="tl"/>
          </a:blipFill>
        </p:spPr>
      </p:pic>
      <p:sp>
        <p:nvSpPr>
          <p:cNvPr id="6" name="Shape 4">
            <a:extLst>
              <a:ext uri="{FF2B5EF4-FFF2-40B4-BE49-F238E27FC236}">
                <a16:creationId xmlns:a16="http://schemas.microsoft.com/office/drawing/2014/main" id="{1BAD131C-4F2E-C809-920D-B9D1899592B9}"/>
              </a:ext>
            </a:extLst>
          </p:cNvPr>
          <p:cNvSpPr/>
          <p:nvPr/>
        </p:nvSpPr>
        <p:spPr>
          <a:xfrm>
            <a:off x="22860" y="8965"/>
            <a:ext cx="2834640" cy="6858000"/>
          </a:xfrm>
          <a:prstGeom prst="rect">
            <a:avLst/>
          </a:prstGeom>
          <a:solidFill>
            <a:srgbClr val="070709">
              <a:alpha val="65000"/>
            </a:srgbClr>
          </a:solidFill>
          <a:ln/>
        </p:spPr>
      </p:sp>
      <p:sp>
        <p:nvSpPr>
          <p:cNvPr id="19" name="Shape 17">
            <a:extLst>
              <a:ext uri="{FF2B5EF4-FFF2-40B4-BE49-F238E27FC236}">
                <a16:creationId xmlns:a16="http://schemas.microsoft.com/office/drawing/2014/main" id="{2ECF1D89-0832-F33F-64FB-A75900D01522}"/>
              </a:ext>
            </a:extLst>
          </p:cNvPr>
          <p:cNvSpPr/>
          <p:nvPr/>
        </p:nvSpPr>
        <p:spPr>
          <a:xfrm>
            <a:off x="3182112" y="2392106"/>
            <a:ext cx="8298180" cy="3551494"/>
          </a:xfrm>
          <a:prstGeom prst="roundRect">
            <a:avLst>
              <a:gd name="adj" fmla="val 4444"/>
            </a:avLst>
          </a:prstGeom>
          <a:solidFill>
            <a:srgbClr val="121016">
              <a:alpha val="82000"/>
            </a:srgbClr>
          </a:solidFill>
          <a:ln w="12700">
            <a:solidFill>
              <a:srgbClr val="8A722C"/>
            </a:solidFill>
            <a:prstDash val="solid"/>
          </a:ln>
        </p:spPr>
      </p:sp>
      <p:sp>
        <p:nvSpPr>
          <p:cNvPr id="4" name="Shape 2">
            <a:extLst>
              <a:ext uri="{FF2B5EF4-FFF2-40B4-BE49-F238E27FC236}">
                <a16:creationId xmlns:a16="http://schemas.microsoft.com/office/drawing/2014/main" id="{92B6129B-E8E3-2D2F-0D1B-5806381CEB1F}"/>
              </a:ext>
            </a:extLst>
          </p:cNvPr>
          <p:cNvSpPr/>
          <p:nvPr/>
        </p:nvSpPr>
        <p:spPr>
          <a:xfrm>
            <a:off x="11320272" y="6521501"/>
            <a:ext cx="548640" cy="16459"/>
          </a:xfrm>
          <a:prstGeom prst="rect">
            <a:avLst/>
          </a:prstGeom>
          <a:solidFill>
            <a:srgbClr val="D4AF37"/>
          </a:solidFill>
          <a:ln/>
        </p:spPr>
      </p:sp>
      <p:sp>
        <p:nvSpPr>
          <p:cNvPr id="5" name="Shape 3">
            <a:extLst>
              <a:ext uri="{FF2B5EF4-FFF2-40B4-BE49-F238E27FC236}">
                <a16:creationId xmlns:a16="http://schemas.microsoft.com/office/drawing/2014/main" id="{BF2F03FC-C77F-10AF-1BEC-D5D3456E8BE6}"/>
              </a:ext>
            </a:extLst>
          </p:cNvPr>
          <p:cNvSpPr/>
          <p:nvPr/>
        </p:nvSpPr>
        <p:spPr>
          <a:xfrm>
            <a:off x="11852453" y="5989320"/>
            <a:ext cx="16459" cy="548640"/>
          </a:xfrm>
          <a:prstGeom prst="rect">
            <a:avLst/>
          </a:prstGeom>
          <a:solidFill>
            <a:srgbClr val="D4AF37"/>
          </a:solidFill>
          <a:ln/>
        </p:spPr>
      </p:sp>
      <p:sp>
        <p:nvSpPr>
          <p:cNvPr id="7" name="Shape 5">
            <a:extLst>
              <a:ext uri="{FF2B5EF4-FFF2-40B4-BE49-F238E27FC236}">
                <a16:creationId xmlns:a16="http://schemas.microsoft.com/office/drawing/2014/main" id="{2AE4FAC6-CAB5-3A20-F451-4CBF1D6457A3}"/>
              </a:ext>
            </a:extLst>
          </p:cNvPr>
          <p:cNvSpPr/>
          <p:nvPr/>
        </p:nvSpPr>
        <p:spPr>
          <a:xfrm>
            <a:off x="2834640" y="0"/>
            <a:ext cx="22860" cy="6858000"/>
          </a:xfrm>
          <a:prstGeom prst="rect">
            <a:avLst/>
          </a:prstGeom>
          <a:solidFill>
            <a:srgbClr val="D4AF37"/>
          </a:solidFill>
          <a:ln/>
        </p:spPr>
      </p:sp>
      <p:sp>
        <p:nvSpPr>
          <p:cNvPr id="9" name="Text 7">
            <a:extLst>
              <a:ext uri="{FF2B5EF4-FFF2-40B4-BE49-F238E27FC236}">
                <a16:creationId xmlns:a16="http://schemas.microsoft.com/office/drawing/2014/main" id="{E7387526-D741-A408-387A-2A33D13BE444}"/>
              </a:ext>
            </a:extLst>
          </p:cNvPr>
          <p:cNvSpPr/>
          <p:nvPr/>
        </p:nvSpPr>
        <p:spPr>
          <a:xfrm>
            <a:off x="274320" y="1783080"/>
            <a:ext cx="2286000" cy="365760"/>
          </a:xfrm>
          <a:prstGeom prst="rect">
            <a:avLst/>
          </a:prstGeom>
          <a:noFill/>
          <a:ln/>
        </p:spPr>
        <p:txBody>
          <a:bodyPr wrap="square" rtlCol="0" anchor="ctr"/>
          <a:lstStyle/>
          <a:p>
            <a:pPr marL="0" indent="0" algn="ctr">
              <a:buNone/>
            </a:pPr>
            <a:endParaRPr lang="en-US" sz="1300" dirty="0"/>
          </a:p>
        </p:txBody>
      </p:sp>
      <p:sp>
        <p:nvSpPr>
          <p:cNvPr id="10" name="Text 8">
            <a:extLst>
              <a:ext uri="{FF2B5EF4-FFF2-40B4-BE49-F238E27FC236}">
                <a16:creationId xmlns:a16="http://schemas.microsoft.com/office/drawing/2014/main" id="{97479620-87C1-F19E-461B-31566544518E}"/>
              </a:ext>
            </a:extLst>
          </p:cNvPr>
          <p:cNvSpPr/>
          <p:nvPr/>
        </p:nvSpPr>
        <p:spPr>
          <a:xfrm>
            <a:off x="274320" y="2194560"/>
            <a:ext cx="2286000" cy="1737360"/>
          </a:xfrm>
          <a:prstGeom prst="rect">
            <a:avLst/>
          </a:prstGeom>
          <a:noFill/>
          <a:ln/>
          <a:effectLst>
            <a:outerShdw blurRad="76200" dist="25400" dir="5400000" algn="bl" rotWithShape="0">
              <a:srgbClr val="000000">
                <a:alpha val="60000"/>
              </a:srgbClr>
            </a:outerShdw>
          </a:effectLst>
        </p:spPr>
        <p:txBody>
          <a:bodyPr wrap="square" rtlCol="0" anchor="ctr"/>
          <a:lstStyle/>
          <a:p>
            <a:pPr marL="0" indent="0" algn="ctr">
              <a:buNone/>
            </a:pPr>
            <a:r>
              <a:rPr lang="en-US" sz="10500" b="1" dirty="0">
                <a:solidFill>
                  <a:srgbClr val="D4AF37"/>
                </a:solidFill>
                <a:latin typeface="Palatino Linotype" pitchFamily="34" charset="0"/>
                <a:ea typeface="Palatino Linotype" pitchFamily="34" charset="-122"/>
                <a:cs typeface="Palatino Linotype" pitchFamily="34" charset="-120"/>
              </a:rPr>
              <a:t>II</a:t>
            </a:r>
            <a:endParaRPr lang="en-US" sz="10500" dirty="0"/>
          </a:p>
        </p:txBody>
      </p:sp>
      <p:sp>
        <p:nvSpPr>
          <p:cNvPr id="12" name="Shape 10">
            <a:extLst>
              <a:ext uri="{FF2B5EF4-FFF2-40B4-BE49-F238E27FC236}">
                <a16:creationId xmlns:a16="http://schemas.microsoft.com/office/drawing/2014/main" id="{438E6335-A071-CFDB-6163-7C57F1EB6A69}"/>
              </a:ext>
            </a:extLst>
          </p:cNvPr>
          <p:cNvSpPr/>
          <p:nvPr/>
        </p:nvSpPr>
        <p:spPr>
          <a:xfrm>
            <a:off x="960120" y="4709160"/>
            <a:ext cx="914400" cy="18288"/>
          </a:xfrm>
          <a:prstGeom prst="rect">
            <a:avLst/>
          </a:prstGeom>
          <a:solidFill>
            <a:srgbClr val="D4AF37"/>
          </a:solidFill>
          <a:ln/>
        </p:spPr>
      </p:sp>
      <p:sp>
        <p:nvSpPr>
          <p:cNvPr id="13" name="Shape 11">
            <a:extLst>
              <a:ext uri="{FF2B5EF4-FFF2-40B4-BE49-F238E27FC236}">
                <a16:creationId xmlns:a16="http://schemas.microsoft.com/office/drawing/2014/main" id="{099202B3-100C-D1D7-7008-12F3CBD569CF}"/>
              </a:ext>
            </a:extLst>
          </p:cNvPr>
          <p:cNvSpPr/>
          <p:nvPr/>
        </p:nvSpPr>
        <p:spPr>
          <a:xfrm>
            <a:off x="1371600" y="4668012"/>
            <a:ext cx="91440" cy="91440"/>
          </a:xfrm>
          <a:prstGeom prst="diamond">
            <a:avLst/>
          </a:prstGeom>
          <a:solidFill>
            <a:srgbClr val="D4AF37"/>
          </a:solidFill>
          <a:ln/>
        </p:spPr>
      </p:sp>
      <p:sp>
        <p:nvSpPr>
          <p:cNvPr id="15" name="Text 13">
            <a:extLst>
              <a:ext uri="{FF2B5EF4-FFF2-40B4-BE49-F238E27FC236}">
                <a16:creationId xmlns:a16="http://schemas.microsoft.com/office/drawing/2014/main" id="{6F0AB046-80B6-ED9A-D4E4-DB712D93713D}"/>
              </a:ext>
            </a:extLst>
          </p:cNvPr>
          <p:cNvSpPr/>
          <p:nvPr/>
        </p:nvSpPr>
        <p:spPr>
          <a:xfrm>
            <a:off x="3383280" y="1170432"/>
            <a:ext cx="8321040" cy="914400"/>
          </a:xfrm>
          <a:prstGeom prst="rect">
            <a:avLst/>
          </a:prstGeom>
          <a:noFill/>
          <a:ln/>
        </p:spPr>
        <p:txBody>
          <a:bodyPr wrap="square" rtlCol="0" anchor="ctr"/>
          <a:lstStyle/>
          <a:p>
            <a:pPr marL="0" indent="0">
              <a:buNone/>
            </a:pPr>
            <a:r>
              <a:rPr lang="en-US" sz="4000" b="1" dirty="0">
                <a:solidFill>
                  <a:srgbClr val="F0D78C"/>
                </a:solidFill>
                <a:latin typeface="Palatino Linotype" pitchFamily="34" charset="0"/>
                <a:ea typeface="Palatino Linotype" pitchFamily="34" charset="-122"/>
                <a:cs typeface="Palatino Linotype" pitchFamily="34" charset="-120"/>
              </a:rPr>
              <a:t>PROBLEM STATEMENT</a:t>
            </a:r>
            <a:endParaRPr lang="en-US" sz="4000" dirty="0"/>
          </a:p>
        </p:txBody>
      </p:sp>
      <p:sp>
        <p:nvSpPr>
          <p:cNvPr id="18" name="Text 16">
            <a:extLst>
              <a:ext uri="{FF2B5EF4-FFF2-40B4-BE49-F238E27FC236}">
                <a16:creationId xmlns:a16="http://schemas.microsoft.com/office/drawing/2014/main" id="{7289EA3A-0308-D14F-A446-EF96C9580865}"/>
              </a:ext>
            </a:extLst>
          </p:cNvPr>
          <p:cNvSpPr/>
          <p:nvPr/>
        </p:nvSpPr>
        <p:spPr>
          <a:xfrm>
            <a:off x="3233659" y="2408567"/>
            <a:ext cx="8252460" cy="3518574"/>
          </a:xfrm>
          <a:prstGeom prst="rect">
            <a:avLst/>
          </a:prstGeom>
          <a:noFill/>
          <a:ln/>
        </p:spPr>
        <p:txBody>
          <a:bodyPr wrap="square" rtlCol="0" anchor="ctr"/>
          <a:lstStyle/>
          <a:p>
            <a:pPr algn="ctr">
              <a:lnSpc>
                <a:spcPts val="2700"/>
              </a:lnSpc>
            </a:pPr>
            <a:r>
              <a:rPr lang="en-US" sz="3200" b="1" dirty="0">
                <a:solidFill>
                  <a:srgbClr val="F3EBD8"/>
                </a:solidFill>
                <a:latin typeface="Candara" pitchFamily="34" charset="0"/>
              </a:rPr>
              <a:t>The rapid growth of AI and data-driven technologies depends on access to large volumes of personal information, raising concerns about privacy, consent, and data misuse. How can we enable secure data sharing and collaborative AI development while ensuring individuals retain control over their personal information?</a:t>
            </a:r>
          </a:p>
        </p:txBody>
      </p:sp>
      <p:pic>
        <p:nvPicPr>
          <p:cNvPr id="24" name="Picture 6">
            <a:extLst>
              <a:ext uri="{FF2B5EF4-FFF2-40B4-BE49-F238E27FC236}">
                <a16:creationId xmlns:a16="http://schemas.microsoft.com/office/drawing/2014/main" id="{353E87BC-5E7A-84C7-56FB-6A236563F8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7C52CB76-110F-775F-9D9B-ADB30F1B548A}"/>
              </a:ext>
            </a:extLst>
          </p:cNvPr>
          <p:cNvCxnSpPr>
            <a:cxnSpLocks/>
            <a:endCxn id="15" idx="2"/>
          </p:cNvCxnSpPr>
          <p:nvPr/>
        </p:nvCxnSpPr>
        <p:spPr>
          <a:xfrm>
            <a:off x="3383280" y="2084832"/>
            <a:ext cx="4160520" cy="0"/>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4">
            <a:extLst>
              <a:ext uri="{FF2B5EF4-FFF2-40B4-BE49-F238E27FC236}">
                <a16:creationId xmlns:a16="http://schemas.microsoft.com/office/drawing/2014/main" id="{0F5A2C7F-D141-6B5E-BA4A-601B2A4BC680}"/>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369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1AD4DE-6F65-9E7C-6849-C592B2100031}"/>
            </a:ext>
          </a:extLst>
        </p:cNvPr>
        <p:cNvGrpSpPr/>
        <p:nvPr/>
      </p:nvGrpSpPr>
      <p:grpSpPr>
        <a:xfrm>
          <a:off x="0" y="0"/>
          <a:ext cx="0" cy="0"/>
          <a:chOff x="0" y="0"/>
          <a:chExt cx="0" cy="0"/>
        </a:xfrm>
      </p:grpSpPr>
      <p:pic>
        <p:nvPicPr>
          <p:cNvPr id="12290" name="Picture 2" descr="Shattering golden royalty queen crown. Blasting fiery background. Isolated black background with copy space. Fantasy exploding medieval crown. Rise and fall of an empire. Dynasty downfall. Fantasy empire illustrations">
            <a:extLst>
              <a:ext uri="{FF2B5EF4-FFF2-40B4-BE49-F238E27FC236}">
                <a16:creationId xmlns:a16="http://schemas.microsoft.com/office/drawing/2014/main" id="{7CE527BF-E146-D52B-370C-6544DBAC6A1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8000"/>
                    </a14:imgEffect>
                  </a14:imgLayer>
                </a14:imgProps>
              </a:ext>
              <a:ext uri="{28A0092B-C50C-407E-A947-70E740481C1C}">
                <a14:useLocalDpi xmlns:a14="http://schemas.microsoft.com/office/drawing/2010/main" val="0"/>
              </a:ext>
            </a:extLst>
          </a:blip>
          <a:srcRect/>
          <a:stretch>
            <a:fillRect/>
          </a:stretch>
        </p:blipFill>
        <p:spPr bwMode="auto">
          <a:xfrm>
            <a:off x="22860" y="-8965"/>
            <a:ext cx="2780623" cy="6858000"/>
          </a:xfrm>
          <a:prstGeom prst="rect">
            <a:avLst/>
          </a:prstGeom>
          <a:blipFill>
            <a:blip r:embed="rId6"/>
            <a:tile tx="0" ty="0" sx="100000" sy="100000" flip="none" algn="tl"/>
          </a:blipFill>
        </p:spPr>
      </p:pic>
      <p:sp>
        <p:nvSpPr>
          <p:cNvPr id="6" name="Shape 4">
            <a:extLst>
              <a:ext uri="{FF2B5EF4-FFF2-40B4-BE49-F238E27FC236}">
                <a16:creationId xmlns:a16="http://schemas.microsoft.com/office/drawing/2014/main" id="{4CD97D44-6E90-F623-1590-4202F25D7E68}"/>
              </a:ext>
            </a:extLst>
          </p:cNvPr>
          <p:cNvSpPr/>
          <p:nvPr/>
        </p:nvSpPr>
        <p:spPr>
          <a:xfrm>
            <a:off x="22860" y="8965"/>
            <a:ext cx="2834640" cy="6858000"/>
          </a:xfrm>
          <a:prstGeom prst="rect">
            <a:avLst/>
          </a:prstGeom>
          <a:solidFill>
            <a:srgbClr val="070709">
              <a:alpha val="65000"/>
            </a:srgbClr>
          </a:solidFill>
          <a:ln/>
        </p:spPr>
      </p:sp>
      <p:sp>
        <p:nvSpPr>
          <p:cNvPr id="19" name="Shape 17">
            <a:extLst>
              <a:ext uri="{FF2B5EF4-FFF2-40B4-BE49-F238E27FC236}">
                <a16:creationId xmlns:a16="http://schemas.microsoft.com/office/drawing/2014/main" id="{D2133170-050A-666F-25BD-98CA532BB464}"/>
              </a:ext>
            </a:extLst>
          </p:cNvPr>
          <p:cNvSpPr/>
          <p:nvPr/>
        </p:nvSpPr>
        <p:spPr>
          <a:xfrm>
            <a:off x="3182112" y="2392106"/>
            <a:ext cx="8298180" cy="3551494"/>
          </a:xfrm>
          <a:prstGeom prst="roundRect">
            <a:avLst>
              <a:gd name="adj" fmla="val 4444"/>
            </a:avLst>
          </a:prstGeom>
          <a:solidFill>
            <a:srgbClr val="121016">
              <a:alpha val="82000"/>
            </a:srgbClr>
          </a:solidFill>
          <a:ln w="12700">
            <a:solidFill>
              <a:srgbClr val="8A722C"/>
            </a:solidFill>
            <a:prstDash val="solid"/>
          </a:ln>
        </p:spPr>
      </p:sp>
      <p:sp>
        <p:nvSpPr>
          <p:cNvPr id="4" name="Shape 2">
            <a:extLst>
              <a:ext uri="{FF2B5EF4-FFF2-40B4-BE49-F238E27FC236}">
                <a16:creationId xmlns:a16="http://schemas.microsoft.com/office/drawing/2014/main" id="{7F9F5026-CD76-784E-5AB0-656FCEF60667}"/>
              </a:ext>
            </a:extLst>
          </p:cNvPr>
          <p:cNvSpPr/>
          <p:nvPr/>
        </p:nvSpPr>
        <p:spPr>
          <a:xfrm>
            <a:off x="11320272" y="6521501"/>
            <a:ext cx="548640" cy="16459"/>
          </a:xfrm>
          <a:prstGeom prst="rect">
            <a:avLst/>
          </a:prstGeom>
          <a:solidFill>
            <a:srgbClr val="D4AF37"/>
          </a:solidFill>
          <a:ln/>
        </p:spPr>
      </p:sp>
      <p:sp>
        <p:nvSpPr>
          <p:cNvPr id="5" name="Shape 3">
            <a:extLst>
              <a:ext uri="{FF2B5EF4-FFF2-40B4-BE49-F238E27FC236}">
                <a16:creationId xmlns:a16="http://schemas.microsoft.com/office/drawing/2014/main" id="{DCE615FC-366F-8C91-F860-0DD863890071}"/>
              </a:ext>
            </a:extLst>
          </p:cNvPr>
          <p:cNvSpPr/>
          <p:nvPr/>
        </p:nvSpPr>
        <p:spPr>
          <a:xfrm>
            <a:off x="11852453" y="5989320"/>
            <a:ext cx="16459" cy="548640"/>
          </a:xfrm>
          <a:prstGeom prst="rect">
            <a:avLst/>
          </a:prstGeom>
          <a:solidFill>
            <a:srgbClr val="D4AF37"/>
          </a:solidFill>
          <a:ln/>
        </p:spPr>
      </p:sp>
      <p:sp>
        <p:nvSpPr>
          <p:cNvPr id="7" name="Shape 5">
            <a:extLst>
              <a:ext uri="{FF2B5EF4-FFF2-40B4-BE49-F238E27FC236}">
                <a16:creationId xmlns:a16="http://schemas.microsoft.com/office/drawing/2014/main" id="{5B827F98-0DA2-0D76-D3BC-0C49BB5EF1E4}"/>
              </a:ext>
            </a:extLst>
          </p:cNvPr>
          <p:cNvSpPr/>
          <p:nvPr/>
        </p:nvSpPr>
        <p:spPr>
          <a:xfrm>
            <a:off x="2834640" y="0"/>
            <a:ext cx="22860" cy="6858000"/>
          </a:xfrm>
          <a:prstGeom prst="rect">
            <a:avLst/>
          </a:prstGeom>
          <a:solidFill>
            <a:srgbClr val="D4AF37"/>
          </a:solidFill>
          <a:ln/>
        </p:spPr>
      </p:sp>
      <p:sp>
        <p:nvSpPr>
          <p:cNvPr id="9" name="Text 7">
            <a:extLst>
              <a:ext uri="{FF2B5EF4-FFF2-40B4-BE49-F238E27FC236}">
                <a16:creationId xmlns:a16="http://schemas.microsoft.com/office/drawing/2014/main" id="{0E18260C-7EFD-EF32-2E53-5BC36A2BB977}"/>
              </a:ext>
            </a:extLst>
          </p:cNvPr>
          <p:cNvSpPr/>
          <p:nvPr/>
        </p:nvSpPr>
        <p:spPr>
          <a:xfrm>
            <a:off x="274320" y="1783080"/>
            <a:ext cx="2286000" cy="365760"/>
          </a:xfrm>
          <a:prstGeom prst="rect">
            <a:avLst/>
          </a:prstGeom>
          <a:noFill/>
          <a:ln/>
        </p:spPr>
        <p:txBody>
          <a:bodyPr wrap="square" rtlCol="0" anchor="ctr"/>
          <a:lstStyle/>
          <a:p>
            <a:pPr marL="0" indent="0" algn="ctr">
              <a:buNone/>
            </a:pPr>
            <a:endParaRPr lang="en-US" sz="1300" dirty="0"/>
          </a:p>
        </p:txBody>
      </p:sp>
      <p:sp>
        <p:nvSpPr>
          <p:cNvPr id="10" name="Text 8">
            <a:extLst>
              <a:ext uri="{FF2B5EF4-FFF2-40B4-BE49-F238E27FC236}">
                <a16:creationId xmlns:a16="http://schemas.microsoft.com/office/drawing/2014/main" id="{96E95C88-B894-38FD-0CB1-42F5B0F6B2C0}"/>
              </a:ext>
            </a:extLst>
          </p:cNvPr>
          <p:cNvSpPr/>
          <p:nvPr/>
        </p:nvSpPr>
        <p:spPr>
          <a:xfrm>
            <a:off x="274320" y="2194560"/>
            <a:ext cx="2286000" cy="1737360"/>
          </a:xfrm>
          <a:prstGeom prst="rect">
            <a:avLst/>
          </a:prstGeom>
          <a:noFill/>
          <a:ln/>
          <a:effectLst>
            <a:outerShdw blurRad="76200" dist="25400" dir="5400000" algn="bl" rotWithShape="0">
              <a:srgbClr val="000000">
                <a:alpha val="60000"/>
              </a:srgbClr>
            </a:outerShdw>
          </a:effectLst>
        </p:spPr>
        <p:txBody>
          <a:bodyPr wrap="square" rtlCol="0" anchor="ctr"/>
          <a:lstStyle/>
          <a:p>
            <a:pPr marL="0" indent="0" algn="ctr">
              <a:buNone/>
            </a:pPr>
            <a:r>
              <a:rPr lang="en-US" sz="10500" b="1" dirty="0">
                <a:solidFill>
                  <a:srgbClr val="D4AF37"/>
                </a:solidFill>
                <a:latin typeface="Palatino Linotype" pitchFamily="34" charset="0"/>
                <a:ea typeface="Palatino Linotype" pitchFamily="34" charset="-122"/>
                <a:cs typeface="Palatino Linotype" pitchFamily="34" charset="-120"/>
              </a:rPr>
              <a:t>III</a:t>
            </a:r>
            <a:endParaRPr lang="en-US" sz="10500" dirty="0"/>
          </a:p>
        </p:txBody>
      </p:sp>
      <p:sp>
        <p:nvSpPr>
          <p:cNvPr id="12" name="Shape 10">
            <a:extLst>
              <a:ext uri="{FF2B5EF4-FFF2-40B4-BE49-F238E27FC236}">
                <a16:creationId xmlns:a16="http://schemas.microsoft.com/office/drawing/2014/main" id="{07BB6DA2-F85F-0574-4321-8691F04E8E2F}"/>
              </a:ext>
            </a:extLst>
          </p:cNvPr>
          <p:cNvSpPr/>
          <p:nvPr/>
        </p:nvSpPr>
        <p:spPr>
          <a:xfrm>
            <a:off x="960120" y="4709160"/>
            <a:ext cx="914400" cy="18288"/>
          </a:xfrm>
          <a:prstGeom prst="rect">
            <a:avLst/>
          </a:prstGeom>
          <a:solidFill>
            <a:srgbClr val="D4AF37"/>
          </a:solidFill>
          <a:ln/>
        </p:spPr>
      </p:sp>
      <p:sp>
        <p:nvSpPr>
          <p:cNvPr id="13" name="Shape 11">
            <a:extLst>
              <a:ext uri="{FF2B5EF4-FFF2-40B4-BE49-F238E27FC236}">
                <a16:creationId xmlns:a16="http://schemas.microsoft.com/office/drawing/2014/main" id="{EBFB3517-62F1-1252-396D-A17D2EE452C6}"/>
              </a:ext>
            </a:extLst>
          </p:cNvPr>
          <p:cNvSpPr/>
          <p:nvPr/>
        </p:nvSpPr>
        <p:spPr>
          <a:xfrm>
            <a:off x="1371600" y="4668012"/>
            <a:ext cx="91440" cy="91440"/>
          </a:xfrm>
          <a:prstGeom prst="diamond">
            <a:avLst/>
          </a:prstGeom>
          <a:solidFill>
            <a:srgbClr val="D4AF37"/>
          </a:solidFill>
          <a:ln/>
        </p:spPr>
      </p:sp>
      <p:sp>
        <p:nvSpPr>
          <p:cNvPr id="15" name="Text 13">
            <a:extLst>
              <a:ext uri="{FF2B5EF4-FFF2-40B4-BE49-F238E27FC236}">
                <a16:creationId xmlns:a16="http://schemas.microsoft.com/office/drawing/2014/main" id="{43D8062F-534D-DD49-1D30-88C225AA3436}"/>
              </a:ext>
            </a:extLst>
          </p:cNvPr>
          <p:cNvSpPr/>
          <p:nvPr/>
        </p:nvSpPr>
        <p:spPr>
          <a:xfrm>
            <a:off x="3383280" y="1170432"/>
            <a:ext cx="8321040" cy="914400"/>
          </a:xfrm>
          <a:prstGeom prst="rect">
            <a:avLst/>
          </a:prstGeom>
          <a:noFill/>
          <a:ln/>
        </p:spPr>
        <p:txBody>
          <a:bodyPr wrap="square" rtlCol="0" anchor="ctr"/>
          <a:lstStyle/>
          <a:p>
            <a:pPr marL="0" indent="0">
              <a:buNone/>
            </a:pPr>
            <a:r>
              <a:rPr lang="en-US" sz="4000" b="1" dirty="0">
                <a:solidFill>
                  <a:srgbClr val="F0D78C"/>
                </a:solidFill>
                <a:latin typeface="Palatino Linotype" pitchFamily="34" charset="0"/>
                <a:ea typeface="Palatino Linotype" pitchFamily="34" charset="-122"/>
                <a:cs typeface="Palatino Linotype" pitchFamily="34" charset="-120"/>
              </a:rPr>
              <a:t>PROBLEM STATEMENT</a:t>
            </a:r>
            <a:endParaRPr lang="en-US" sz="4000" dirty="0"/>
          </a:p>
        </p:txBody>
      </p:sp>
      <p:sp>
        <p:nvSpPr>
          <p:cNvPr id="18" name="Text 16">
            <a:extLst>
              <a:ext uri="{FF2B5EF4-FFF2-40B4-BE49-F238E27FC236}">
                <a16:creationId xmlns:a16="http://schemas.microsoft.com/office/drawing/2014/main" id="{B1AE8105-6DB7-D0DB-B762-067291913FAD}"/>
              </a:ext>
            </a:extLst>
          </p:cNvPr>
          <p:cNvSpPr/>
          <p:nvPr/>
        </p:nvSpPr>
        <p:spPr>
          <a:xfrm>
            <a:off x="3108960" y="2392105"/>
            <a:ext cx="8412480" cy="3551494"/>
          </a:xfrm>
          <a:prstGeom prst="rect">
            <a:avLst/>
          </a:prstGeom>
          <a:solidFill>
            <a:srgbClr val="121016">
              <a:alpha val="82000"/>
            </a:srgbClr>
          </a:solidFill>
          <a:ln w="12700">
            <a:solidFill>
              <a:srgbClr val="8A722C"/>
            </a:solidFill>
            <a:prstDash val="solid"/>
          </a:ln>
        </p:spPr>
        <p:txBody>
          <a:bodyPr wrap="square" rtlCol="0" anchor="ctr"/>
          <a:lstStyle/>
          <a:p>
            <a:pPr algn="ctr">
              <a:lnSpc>
                <a:spcPts val="2700"/>
              </a:lnSpc>
            </a:pPr>
            <a:br>
              <a:rPr lang="en-US" sz="2700" b="1" dirty="0">
                <a:solidFill>
                  <a:srgbClr val="F3EBD8"/>
                </a:solidFill>
                <a:latin typeface="Candara" pitchFamily="34" charset="0"/>
              </a:rPr>
            </a:br>
            <a:r>
              <a:rPr lang="en-US" sz="2700" b="1" dirty="0">
                <a:solidFill>
                  <a:srgbClr val="F3EBD8"/>
                </a:solidFill>
                <a:latin typeface="Candara" pitchFamily="34" charset="0"/>
              </a:rPr>
              <a:t>Autonomous drones and robotic systems are increasingly deployed in disaster response, agriculture, logistics, and surveillance. However, communication failures and centralized control often reduce their effectiveness in dynamic environments. How can we create a decentralized coordination system that enables autonomous machines to collaborate efficiently, adapt in real time, and continue operating even when communication is disrupted? </a:t>
            </a:r>
          </a:p>
          <a:p>
            <a:pPr marL="0" indent="0" algn="ctr">
              <a:lnSpc>
                <a:spcPts val="2700"/>
              </a:lnSpc>
              <a:buNone/>
            </a:pPr>
            <a:endParaRPr lang="en-US" sz="2400" dirty="0"/>
          </a:p>
        </p:txBody>
      </p:sp>
      <p:pic>
        <p:nvPicPr>
          <p:cNvPr id="24" name="Picture 6">
            <a:extLst>
              <a:ext uri="{FF2B5EF4-FFF2-40B4-BE49-F238E27FC236}">
                <a16:creationId xmlns:a16="http://schemas.microsoft.com/office/drawing/2014/main" id="{CBF1B1FF-1FB4-825A-0890-07415BD6DF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1B41DB0F-0962-2508-9D43-F985A0701318}"/>
              </a:ext>
            </a:extLst>
          </p:cNvPr>
          <p:cNvCxnSpPr>
            <a:cxnSpLocks/>
            <a:endCxn id="15" idx="2"/>
          </p:cNvCxnSpPr>
          <p:nvPr/>
        </p:nvCxnSpPr>
        <p:spPr>
          <a:xfrm>
            <a:off x="3383280" y="2084832"/>
            <a:ext cx="4160520" cy="0"/>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4">
            <a:extLst>
              <a:ext uri="{FF2B5EF4-FFF2-40B4-BE49-F238E27FC236}">
                <a16:creationId xmlns:a16="http://schemas.microsoft.com/office/drawing/2014/main" id="{08F34D3A-E5D0-A44A-1B51-A9A2FFE38ED4}"/>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09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0FCB301-0C84-F6E2-1503-BE63AEBE8AB6}"/>
            </a:ext>
          </a:extLst>
        </p:cNvPr>
        <p:cNvGrpSpPr/>
        <p:nvPr/>
      </p:nvGrpSpPr>
      <p:grpSpPr>
        <a:xfrm>
          <a:off x="0" y="0"/>
          <a:ext cx="0" cy="0"/>
          <a:chOff x="0" y="0"/>
          <a:chExt cx="0" cy="0"/>
        </a:xfrm>
      </p:grpSpPr>
      <p:pic>
        <p:nvPicPr>
          <p:cNvPr id="12290" name="Picture 2" descr="Shattering golden royalty queen crown. Blasting fiery background. Isolated black background with copy space. Fantasy exploding medieval crown. Rise and fall of an empire. Dynasty downfall. Fantasy empire illustrations">
            <a:extLst>
              <a:ext uri="{FF2B5EF4-FFF2-40B4-BE49-F238E27FC236}">
                <a16:creationId xmlns:a16="http://schemas.microsoft.com/office/drawing/2014/main" id="{F2FF584F-9CDF-D4C4-D414-3EE226627D2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8000"/>
                    </a14:imgEffect>
                  </a14:imgLayer>
                </a14:imgProps>
              </a:ext>
              <a:ext uri="{28A0092B-C50C-407E-A947-70E740481C1C}">
                <a14:useLocalDpi xmlns:a14="http://schemas.microsoft.com/office/drawing/2010/main" val="0"/>
              </a:ext>
            </a:extLst>
          </a:blip>
          <a:srcRect/>
          <a:stretch>
            <a:fillRect/>
          </a:stretch>
        </p:blipFill>
        <p:spPr bwMode="auto">
          <a:xfrm>
            <a:off x="22860" y="-8965"/>
            <a:ext cx="2780623" cy="6858000"/>
          </a:xfrm>
          <a:prstGeom prst="rect">
            <a:avLst/>
          </a:prstGeom>
          <a:blipFill>
            <a:blip r:embed="rId6"/>
            <a:tile tx="0" ty="0" sx="100000" sy="100000" flip="none" algn="tl"/>
          </a:blipFill>
        </p:spPr>
      </p:pic>
      <p:sp>
        <p:nvSpPr>
          <p:cNvPr id="6" name="Shape 4">
            <a:extLst>
              <a:ext uri="{FF2B5EF4-FFF2-40B4-BE49-F238E27FC236}">
                <a16:creationId xmlns:a16="http://schemas.microsoft.com/office/drawing/2014/main" id="{54EC411F-CE24-15C5-40EC-61EB7AAEBFC6}"/>
              </a:ext>
            </a:extLst>
          </p:cNvPr>
          <p:cNvSpPr/>
          <p:nvPr/>
        </p:nvSpPr>
        <p:spPr>
          <a:xfrm>
            <a:off x="22860" y="8965"/>
            <a:ext cx="2834640" cy="6858000"/>
          </a:xfrm>
          <a:prstGeom prst="rect">
            <a:avLst/>
          </a:prstGeom>
          <a:solidFill>
            <a:srgbClr val="070709">
              <a:alpha val="65000"/>
            </a:srgbClr>
          </a:solidFill>
          <a:ln/>
        </p:spPr>
      </p:sp>
      <p:sp>
        <p:nvSpPr>
          <p:cNvPr id="19" name="Shape 17">
            <a:extLst>
              <a:ext uri="{FF2B5EF4-FFF2-40B4-BE49-F238E27FC236}">
                <a16:creationId xmlns:a16="http://schemas.microsoft.com/office/drawing/2014/main" id="{FA508234-E207-06EF-5D15-AA0719E1262A}"/>
              </a:ext>
            </a:extLst>
          </p:cNvPr>
          <p:cNvSpPr/>
          <p:nvPr/>
        </p:nvSpPr>
        <p:spPr>
          <a:xfrm>
            <a:off x="3182112" y="2392106"/>
            <a:ext cx="8298180" cy="3551494"/>
          </a:xfrm>
          <a:prstGeom prst="roundRect">
            <a:avLst>
              <a:gd name="adj" fmla="val 4444"/>
            </a:avLst>
          </a:prstGeom>
          <a:solidFill>
            <a:srgbClr val="121016">
              <a:alpha val="82000"/>
            </a:srgbClr>
          </a:solidFill>
          <a:ln w="12700">
            <a:solidFill>
              <a:srgbClr val="8A722C"/>
            </a:solidFill>
            <a:prstDash val="solid"/>
          </a:ln>
        </p:spPr>
      </p:sp>
      <p:sp>
        <p:nvSpPr>
          <p:cNvPr id="4" name="Shape 2">
            <a:extLst>
              <a:ext uri="{FF2B5EF4-FFF2-40B4-BE49-F238E27FC236}">
                <a16:creationId xmlns:a16="http://schemas.microsoft.com/office/drawing/2014/main" id="{53E7DE26-DB2C-C629-3675-ED002A9D8058}"/>
              </a:ext>
            </a:extLst>
          </p:cNvPr>
          <p:cNvSpPr/>
          <p:nvPr/>
        </p:nvSpPr>
        <p:spPr>
          <a:xfrm>
            <a:off x="11320272" y="6521501"/>
            <a:ext cx="548640" cy="16459"/>
          </a:xfrm>
          <a:prstGeom prst="rect">
            <a:avLst/>
          </a:prstGeom>
          <a:solidFill>
            <a:srgbClr val="D4AF37"/>
          </a:solidFill>
          <a:ln/>
        </p:spPr>
      </p:sp>
      <p:sp>
        <p:nvSpPr>
          <p:cNvPr id="5" name="Shape 3">
            <a:extLst>
              <a:ext uri="{FF2B5EF4-FFF2-40B4-BE49-F238E27FC236}">
                <a16:creationId xmlns:a16="http://schemas.microsoft.com/office/drawing/2014/main" id="{34FFA8C4-EEE3-D6A8-B16B-B9E332BCB666}"/>
              </a:ext>
            </a:extLst>
          </p:cNvPr>
          <p:cNvSpPr/>
          <p:nvPr/>
        </p:nvSpPr>
        <p:spPr>
          <a:xfrm>
            <a:off x="11852453" y="5989320"/>
            <a:ext cx="16459" cy="548640"/>
          </a:xfrm>
          <a:prstGeom prst="rect">
            <a:avLst/>
          </a:prstGeom>
          <a:solidFill>
            <a:srgbClr val="D4AF37"/>
          </a:solidFill>
          <a:ln/>
        </p:spPr>
      </p:sp>
      <p:sp>
        <p:nvSpPr>
          <p:cNvPr id="7" name="Shape 5">
            <a:extLst>
              <a:ext uri="{FF2B5EF4-FFF2-40B4-BE49-F238E27FC236}">
                <a16:creationId xmlns:a16="http://schemas.microsoft.com/office/drawing/2014/main" id="{08FE8E15-7C6C-4302-9226-797A314DC650}"/>
              </a:ext>
            </a:extLst>
          </p:cNvPr>
          <p:cNvSpPr/>
          <p:nvPr/>
        </p:nvSpPr>
        <p:spPr>
          <a:xfrm>
            <a:off x="2834640" y="0"/>
            <a:ext cx="22860" cy="6858000"/>
          </a:xfrm>
          <a:prstGeom prst="rect">
            <a:avLst/>
          </a:prstGeom>
          <a:solidFill>
            <a:srgbClr val="D4AF37"/>
          </a:solidFill>
          <a:ln/>
        </p:spPr>
      </p:sp>
      <p:sp>
        <p:nvSpPr>
          <p:cNvPr id="9" name="Text 7">
            <a:extLst>
              <a:ext uri="{FF2B5EF4-FFF2-40B4-BE49-F238E27FC236}">
                <a16:creationId xmlns:a16="http://schemas.microsoft.com/office/drawing/2014/main" id="{BA778BD2-ABB2-1FDC-4866-C37533B26708}"/>
              </a:ext>
            </a:extLst>
          </p:cNvPr>
          <p:cNvSpPr/>
          <p:nvPr/>
        </p:nvSpPr>
        <p:spPr>
          <a:xfrm>
            <a:off x="274320" y="1783080"/>
            <a:ext cx="2286000" cy="365760"/>
          </a:xfrm>
          <a:prstGeom prst="rect">
            <a:avLst/>
          </a:prstGeom>
          <a:noFill/>
          <a:ln/>
        </p:spPr>
        <p:txBody>
          <a:bodyPr wrap="square" rtlCol="0" anchor="ctr"/>
          <a:lstStyle/>
          <a:p>
            <a:pPr marL="0" indent="0" algn="ctr">
              <a:buNone/>
            </a:pPr>
            <a:endParaRPr lang="en-US" sz="1300" dirty="0"/>
          </a:p>
        </p:txBody>
      </p:sp>
      <p:sp>
        <p:nvSpPr>
          <p:cNvPr id="10" name="Text 8">
            <a:extLst>
              <a:ext uri="{FF2B5EF4-FFF2-40B4-BE49-F238E27FC236}">
                <a16:creationId xmlns:a16="http://schemas.microsoft.com/office/drawing/2014/main" id="{BEC7D4C6-86DD-DA85-F369-E435CECA6D40}"/>
              </a:ext>
            </a:extLst>
          </p:cNvPr>
          <p:cNvSpPr/>
          <p:nvPr/>
        </p:nvSpPr>
        <p:spPr>
          <a:xfrm>
            <a:off x="274320" y="2194560"/>
            <a:ext cx="2286000" cy="1737360"/>
          </a:xfrm>
          <a:prstGeom prst="rect">
            <a:avLst/>
          </a:prstGeom>
          <a:noFill/>
          <a:ln/>
          <a:effectLst>
            <a:outerShdw blurRad="76200" dist="25400" dir="5400000" algn="bl" rotWithShape="0">
              <a:srgbClr val="000000">
                <a:alpha val="60000"/>
              </a:srgbClr>
            </a:outerShdw>
          </a:effectLst>
        </p:spPr>
        <p:txBody>
          <a:bodyPr wrap="square" rtlCol="0" anchor="ctr"/>
          <a:lstStyle/>
          <a:p>
            <a:pPr marL="0" indent="0" algn="ctr">
              <a:buNone/>
            </a:pPr>
            <a:r>
              <a:rPr lang="en-US" sz="10500" b="1" dirty="0">
                <a:solidFill>
                  <a:srgbClr val="D4AF37"/>
                </a:solidFill>
                <a:latin typeface="Palatino Linotype" pitchFamily="34" charset="0"/>
                <a:ea typeface="Palatino Linotype" pitchFamily="34" charset="-122"/>
                <a:cs typeface="Palatino Linotype" pitchFamily="34" charset="-120"/>
              </a:rPr>
              <a:t>IV</a:t>
            </a:r>
            <a:endParaRPr lang="en-US" sz="10500" dirty="0"/>
          </a:p>
        </p:txBody>
      </p:sp>
      <p:sp>
        <p:nvSpPr>
          <p:cNvPr id="12" name="Shape 10">
            <a:extLst>
              <a:ext uri="{FF2B5EF4-FFF2-40B4-BE49-F238E27FC236}">
                <a16:creationId xmlns:a16="http://schemas.microsoft.com/office/drawing/2014/main" id="{6E4A1EE3-ECDE-F4B1-C85B-9F688C251B79}"/>
              </a:ext>
            </a:extLst>
          </p:cNvPr>
          <p:cNvSpPr/>
          <p:nvPr/>
        </p:nvSpPr>
        <p:spPr>
          <a:xfrm>
            <a:off x="960120" y="4709160"/>
            <a:ext cx="914400" cy="18288"/>
          </a:xfrm>
          <a:prstGeom prst="rect">
            <a:avLst/>
          </a:prstGeom>
          <a:solidFill>
            <a:srgbClr val="D4AF37"/>
          </a:solidFill>
          <a:ln/>
        </p:spPr>
      </p:sp>
      <p:sp>
        <p:nvSpPr>
          <p:cNvPr id="13" name="Shape 11">
            <a:extLst>
              <a:ext uri="{FF2B5EF4-FFF2-40B4-BE49-F238E27FC236}">
                <a16:creationId xmlns:a16="http://schemas.microsoft.com/office/drawing/2014/main" id="{756054DE-66F3-6526-27DC-8A9AC5FD6F13}"/>
              </a:ext>
            </a:extLst>
          </p:cNvPr>
          <p:cNvSpPr/>
          <p:nvPr/>
        </p:nvSpPr>
        <p:spPr>
          <a:xfrm>
            <a:off x="1371600" y="4668012"/>
            <a:ext cx="91440" cy="91440"/>
          </a:xfrm>
          <a:prstGeom prst="diamond">
            <a:avLst/>
          </a:prstGeom>
          <a:solidFill>
            <a:srgbClr val="D4AF37"/>
          </a:solidFill>
          <a:ln/>
        </p:spPr>
      </p:sp>
      <p:sp>
        <p:nvSpPr>
          <p:cNvPr id="15" name="Text 13">
            <a:extLst>
              <a:ext uri="{FF2B5EF4-FFF2-40B4-BE49-F238E27FC236}">
                <a16:creationId xmlns:a16="http://schemas.microsoft.com/office/drawing/2014/main" id="{6029720A-5860-F1EB-E3FF-48C0F9E42CBC}"/>
              </a:ext>
            </a:extLst>
          </p:cNvPr>
          <p:cNvSpPr/>
          <p:nvPr/>
        </p:nvSpPr>
        <p:spPr>
          <a:xfrm>
            <a:off x="3383280" y="1170432"/>
            <a:ext cx="8321040" cy="914400"/>
          </a:xfrm>
          <a:prstGeom prst="rect">
            <a:avLst/>
          </a:prstGeom>
          <a:noFill/>
          <a:ln/>
        </p:spPr>
        <p:txBody>
          <a:bodyPr wrap="square" rtlCol="0" anchor="ctr"/>
          <a:lstStyle/>
          <a:p>
            <a:pPr marL="0" indent="0">
              <a:buNone/>
            </a:pPr>
            <a:r>
              <a:rPr lang="en-US" sz="4000" b="1" dirty="0">
                <a:solidFill>
                  <a:srgbClr val="F0D78C"/>
                </a:solidFill>
                <a:latin typeface="Palatino Linotype" pitchFamily="34" charset="0"/>
                <a:ea typeface="Palatino Linotype" pitchFamily="34" charset="-122"/>
                <a:cs typeface="Palatino Linotype" pitchFamily="34" charset="-120"/>
              </a:rPr>
              <a:t>PROBLEM STATEMENT</a:t>
            </a:r>
            <a:endParaRPr lang="en-US" sz="4000" dirty="0"/>
          </a:p>
        </p:txBody>
      </p:sp>
      <p:sp>
        <p:nvSpPr>
          <p:cNvPr id="18" name="Text 16">
            <a:extLst>
              <a:ext uri="{FF2B5EF4-FFF2-40B4-BE49-F238E27FC236}">
                <a16:creationId xmlns:a16="http://schemas.microsoft.com/office/drawing/2014/main" id="{38E95552-AC74-D218-8DFE-E232FAF0A7D6}"/>
              </a:ext>
            </a:extLst>
          </p:cNvPr>
          <p:cNvSpPr/>
          <p:nvPr/>
        </p:nvSpPr>
        <p:spPr>
          <a:xfrm>
            <a:off x="3204972" y="2535541"/>
            <a:ext cx="8252460" cy="3406588"/>
          </a:xfrm>
          <a:prstGeom prst="rect">
            <a:avLst/>
          </a:prstGeom>
          <a:noFill/>
          <a:ln/>
        </p:spPr>
        <p:txBody>
          <a:bodyPr wrap="square" rtlCol="0" anchor="ctr"/>
          <a:lstStyle/>
          <a:p>
            <a:pPr algn="ctr">
              <a:lnSpc>
                <a:spcPts val="2700"/>
              </a:lnSpc>
            </a:pPr>
            <a:r>
              <a:rPr lang="en-US" sz="3000" b="1" dirty="0">
                <a:solidFill>
                  <a:srgbClr val="F3EBD8"/>
                </a:solidFill>
                <a:latin typeface="Candara" pitchFamily="34" charset="0"/>
              </a:rPr>
              <a:t>Governments, banks, healthcare providers, and transportation networks continue to depend on decades-old software that is expensive to maintain and vulnerable to failures. Replacing these systems entirely is often impractical due to cost and operational risks. How can we develop intelligent solutions that modernize legacy software securely, efficiently, and with minimal disruption to critical services? </a:t>
            </a:r>
          </a:p>
        </p:txBody>
      </p:sp>
      <p:pic>
        <p:nvPicPr>
          <p:cNvPr id="24" name="Picture 6">
            <a:extLst>
              <a:ext uri="{FF2B5EF4-FFF2-40B4-BE49-F238E27FC236}">
                <a16:creationId xmlns:a16="http://schemas.microsoft.com/office/drawing/2014/main" id="{629C29A6-9761-4D85-7A8D-B4EA401136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a:extLst>
              <a:ext uri="{FF2B5EF4-FFF2-40B4-BE49-F238E27FC236}">
                <a16:creationId xmlns:a16="http://schemas.microsoft.com/office/drawing/2014/main" id="{D6DFDFAD-E642-4860-77A8-7987B4004A01}"/>
              </a:ext>
            </a:extLst>
          </p:cNvPr>
          <p:cNvCxnSpPr>
            <a:cxnSpLocks/>
            <a:endCxn id="15" idx="2"/>
          </p:cNvCxnSpPr>
          <p:nvPr/>
        </p:nvCxnSpPr>
        <p:spPr>
          <a:xfrm>
            <a:off x="3383280" y="2084832"/>
            <a:ext cx="4160520" cy="0"/>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4">
            <a:extLst>
              <a:ext uri="{FF2B5EF4-FFF2-40B4-BE49-F238E27FC236}">
                <a16:creationId xmlns:a16="http://schemas.microsoft.com/office/drawing/2014/main" id="{E69C5758-610D-C751-E9DC-5A9562781D7B}"/>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830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2194560"/>
            <a:ext cx="12188952" cy="3291840"/>
          </a:xfrm>
          <a:prstGeom prst="rect">
            <a:avLst/>
          </a:prstGeom>
          <a:solidFill>
            <a:srgbClr val="070709">
              <a:alpha val="70000"/>
            </a:srgbClr>
          </a:solidFill>
          <a:ln/>
        </p:spPr>
      </p:sp>
      <p:sp>
        <p:nvSpPr>
          <p:cNvPr id="5" name="Shape 3"/>
          <p:cNvSpPr/>
          <p:nvPr/>
        </p:nvSpPr>
        <p:spPr>
          <a:xfrm>
            <a:off x="11320272" y="6521501"/>
            <a:ext cx="548640" cy="16459"/>
          </a:xfrm>
          <a:prstGeom prst="rect">
            <a:avLst/>
          </a:prstGeom>
          <a:solidFill>
            <a:srgbClr val="D4AF37"/>
          </a:solidFill>
          <a:ln/>
        </p:spPr>
      </p:sp>
      <p:sp>
        <p:nvSpPr>
          <p:cNvPr id="6" name="Shape 4"/>
          <p:cNvSpPr/>
          <p:nvPr/>
        </p:nvSpPr>
        <p:spPr>
          <a:xfrm>
            <a:off x="11852453" y="5989320"/>
            <a:ext cx="16459" cy="548640"/>
          </a:xfrm>
          <a:prstGeom prst="rect">
            <a:avLst/>
          </a:prstGeom>
          <a:solidFill>
            <a:srgbClr val="D4AF37"/>
          </a:solidFill>
          <a:ln/>
        </p:spPr>
      </p:sp>
      <p:sp>
        <p:nvSpPr>
          <p:cNvPr id="8" name="Text 6"/>
          <p:cNvSpPr/>
          <p:nvPr/>
        </p:nvSpPr>
        <p:spPr>
          <a:xfrm>
            <a:off x="1371600" y="2926080"/>
            <a:ext cx="9445752" cy="1143000"/>
          </a:xfrm>
          <a:prstGeom prst="rect">
            <a:avLst/>
          </a:prstGeom>
          <a:noFill/>
          <a:ln/>
          <a:effectLst>
            <a:outerShdw blurRad="101600" dist="38100" dir="5400000" algn="bl" rotWithShape="0">
              <a:srgbClr val="000000">
                <a:alpha val="70000"/>
              </a:srgbClr>
            </a:outerShdw>
          </a:effectLst>
        </p:spPr>
        <p:txBody>
          <a:bodyPr wrap="square" rtlCol="0" anchor="ctr"/>
          <a:lstStyle/>
          <a:p>
            <a:pPr marL="0" indent="0" algn="ctr">
              <a:buNone/>
            </a:pPr>
            <a:r>
              <a:rPr lang="en-US" sz="6600" b="1" dirty="0">
                <a:solidFill>
                  <a:srgbClr val="F0D78C"/>
                </a:solidFill>
                <a:latin typeface="Castellar" panose="020A0402060406010301" pitchFamily="18" charset="0"/>
                <a:ea typeface="Palatino Linotype" pitchFamily="34" charset="-122"/>
                <a:cs typeface="Palatino Linotype" pitchFamily="34" charset="-120"/>
              </a:rPr>
              <a:t>THANK YOU</a:t>
            </a:r>
            <a:endParaRPr lang="en-US" sz="6600" dirty="0">
              <a:latin typeface="Castellar" panose="020A0402060406010301" pitchFamily="18" charset="0"/>
            </a:endParaRPr>
          </a:p>
        </p:txBody>
      </p:sp>
      <p:sp>
        <p:nvSpPr>
          <p:cNvPr id="10" name="Shape 8"/>
          <p:cNvSpPr/>
          <p:nvPr/>
        </p:nvSpPr>
        <p:spPr>
          <a:xfrm>
            <a:off x="4972389" y="4270248"/>
            <a:ext cx="2286000" cy="18288"/>
          </a:xfrm>
          <a:prstGeom prst="rect">
            <a:avLst/>
          </a:prstGeom>
          <a:solidFill>
            <a:srgbClr val="D4AF37"/>
          </a:solidFill>
          <a:ln/>
        </p:spPr>
      </p:sp>
      <p:sp>
        <p:nvSpPr>
          <p:cNvPr id="11" name="Shape 9"/>
          <p:cNvSpPr/>
          <p:nvPr/>
        </p:nvSpPr>
        <p:spPr>
          <a:xfrm>
            <a:off x="6069669" y="4224528"/>
            <a:ext cx="91440" cy="91440"/>
          </a:xfrm>
          <a:prstGeom prst="diamond">
            <a:avLst/>
          </a:prstGeom>
          <a:solidFill>
            <a:srgbClr val="D4AF37"/>
          </a:solidFill>
          <a:ln/>
        </p:spPr>
      </p:sp>
      <p:pic>
        <p:nvPicPr>
          <p:cNvPr id="14" name="Picture 6">
            <a:extLst>
              <a:ext uri="{FF2B5EF4-FFF2-40B4-BE49-F238E27FC236}">
                <a16:creationId xmlns:a16="http://schemas.microsoft.com/office/drawing/2014/main" id="{1958BE91-CB51-E652-9A7F-407F225F37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4837" y="128465"/>
            <a:ext cx="1070187" cy="10689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a:extLst>
              <a:ext uri="{FF2B5EF4-FFF2-40B4-BE49-F238E27FC236}">
                <a16:creationId xmlns:a16="http://schemas.microsoft.com/office/drawing/2014/main" id="{B5869A3D-2428-B8A2-BD60-53620373FC36}"/>
              </a:ext>
            </a:extLst>
          </p:cNvPr>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3095" y="128465"/>
            <a:ext cx="996439" cy="1068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TotalTime>
  <Words>268</Words>
  <Application>Microsoft Office PowerPoint</Application>
  <PresentationFormat>Custom</PresentationFormat>
  <Paragraphs>22</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Candara</vt:lpstr>
      <vt:lpstr>Castellar</vt:lpstr>
      <vt:lpstr>Consolas</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Tanvi Ravi</cp:lastModifiedBy>
  <cp:revision>8</cp:revision>
  <dcterms:created xsi:type="dcterms:W3CDTF">2026-07-11T18:20:32Z</dcterms:created>
  <dcterms:modified xsi:type="dcterms:W3CDTF">2026-07-17T17:11:05Z</dcterms:modified>
</cp:coreProperties>
</file>