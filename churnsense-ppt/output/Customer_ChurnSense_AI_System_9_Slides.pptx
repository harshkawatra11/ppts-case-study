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1e350cc83442df" /><Relationship Type="http://schemas.openxmlformats.org/officeDocument/2006/relationships/extended-properties" Target="/docProps/app.xml" Id="Rfe9abf1db17b4bf9" /><Relationship Type="http://schemas.openxmlformats.org/officeDocument/2006/relationships/officeDocument" Target="/ppt/presentation.xml" Id="R8d92e1b028f94ecb" /></Relationships>
</file>

<file path=ppt/presentation.xml><?xml version="1.0" encoding="utf-8"?>
<p:presentation xmlns:p="http://schemas.openxmlformats.org/presentationml/2006/main">
  <p:sldMasterIdLst>
    <p:sldMasterId xmlns:r="http://schemas.openxmlformats.org/officeDocument/2006/relationships" id="2147483648" r:id="Rc6480f5a3bd8478e"/>
  </p:sldMasterIdLst>
  <p:notesMasterIdLst>
    <p:notesMasterId xmlns:r="http://schemas.openxmlformats.org/officeDocument/2006/relationships" r:id="Ra43b14a639ba4233"/>
  </p:notesMasterIdLst>
  <p:sldIdLst>
    <p:sldId xmlns:r="http://schemas.openxmlformats.org/officeDocument/2006/relationships" id="256" r:id="R6c4bf6e860e14a90"/>
    <p:sldId xmlns:r="http://schemas.openxmlformats.org/officeDocument/2006/relationships" id="257" r:id="Ra93e355ec7334ff1"/>
    <p:sldId xmlns:r="http://schemas.openxmlformats.org/officeDocument/2006/relationships" id="258" r:id="R2b1ce26d95e44b83"/>
    <p:sldId xmlns:r="http://schemas.openxmlformats.org/officeDocument/2006/relationships" id="259" r:id="Rd8881186b26b4ea3"/>
    <p:sldId xmlns:r="http://schemas.openxmlformats.org/officeDocument/2006/relationships" id="260" r:id="R92db4f7682b64e2c"/>
    <p:sldId xmlns:r="http://schemas.openxmlformats.org/officeDocument/2006/relationships" id="261" r:id="R4e65de13e8964f18"/>
    <p:sldId xmlns:r="http://schemas.openxmlformats.org/officeDocument/2006/relationships" id="262" r:id="Rd1ed345db2aa4607"/>
    <p:sldId xmlns:r="http://schemas.openxmlformats.org/officeDocument/2006/relationships" id="263" r:id="Rd1a118591f984665"/>
    <p:sldId xmlns:r="http://schemas.openxmlformats.org/officeDocument/2006/relationships" id="264" r:id="R7be155c4563c43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b2d777b91040f5" /><Relationship Type="http://schemas.openxmlformats.org/officeDocument/2006/relationships/slideMaster" Target="/ppt/slideMasters/slideMaster1.xml" Id="Rc6480f5a3bd8478e" /><Relationship Type="http://schemas.openxmlformats.org/officeDocument/2006/relationships/notesMaster" Target="/ppt/notesMasters/notesMaster1.xml" Id="Ra43b14a639ba4233" /><Relationship Type="http://schemas.openxmlformats.org/officeDocument/2006/relationships/presProps" Target="/ppt/presProps.xml" Id="R18a1e7ce558f48bb" /><Relationship Type="http://schemas.openxmlformats.org/officeDocument/2006/relationships/tableStyles" Target="/ppt/tableStyles.xml" Id="Ra7d149fadb004dc9" /><Relationship Type="http://schemas.openxmlformats.org/officeDocument/2006/relationships/slide" Target="/ppt/slides/slide1.xml" Id="R6c4bf6e860e14a90" /><Relationship Type="http://schemas.openxmlformats.org/officeDocument/2006/relationships/slide" Target="/ppt/slides/slide2.xml" Id="Ra93e355ec7334ff1" /><Relationship Type="http://schemas.openxmlformats.org/officeDocument/2006/relationships/slide" Target="/ppt/slides/slide3.xml" Id="R2b1ce26d95e44b83" /><Relationship Type="http://schemas.openxmlformats.org/officeDocument/2006/relationships/slide" Target="/ppt/slides/slide4.xml" Id="Rd8881186b26b4ea3" /><Relationship Type="http://schemas.openxmlformats.org/officeDocument/2006/relationships/slide" Target="/ppt/slides/slide5.xml" Id="R92db4f7682b64e2c" /><Relationship Type="http://schemas.openxmlformats.org/officeDocument/2006/relationships/slide" Target="/ppt/slides/slide6.xml" Id="R4e65de13e8964f18" /><Relationship Type="http://schemas.openxmlformats.org/officeDocument/2006/relationships/slide" Target="/ppt/slides/slide7.xml" Id="Rd1ed345db2aa4607" /><Relationship Type="http://schemas.openxmlformats.org/officeDocument/2006/relationships/slide" Target="/ppt/slides/slide8.xml" Id="Rd1a118591f984665" /><Relationship Type="http://schemas.openxmlformats.org/officeDocument/2006/relationships/slide" Target="/ppt/slides/slide9.xml" Id="R7be155c4563c43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587520cea248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527b8f16934124" /><Relationship Type="http://schemas.openxmlformats.org/officeDocument/2006/relationships/notesMaster" Target="/ppt/notesMasters/notesMaster1.xml" Id="Rdf77904d0f5143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0a88cd70d64d46" /><Relationship Type="http://schemas.openxmlformats.org/officeDocument/2006/relationships/notesMaster" Target="/ppt/notesMasters/notesMaster1.xml" Id="R04612d037af54d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944197a1414755" /><Relationship Type="http://schemas.openxmlformats.org/officeDocument/2006/relationships/notesMaster" Target="/ppt/notesMasters/notesMaster1.xml" Id="Ra86d6a642a5045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4683550e6745fd" /><Relationship Type="http://schemas.openxmlformats.org/officeDocument/2006/relationships/notesMaster" Target="/ppt/notesMasters/notesMaster1.xml" Id="R4d3175b71fe943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e3b89b3fc948ad" /><Relationship Type="http://schemas.openxmlformats.org/officeDocument/2006/relationships/notesMaster" Target="/ppt/notesMasters/notesMaster1.xml" Id="Ref2edf56a51447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7e7123a4ed4861" /><Relationship Type="http://schemas.openxmlformats.org/officeDocument/2006/relationships/notesMaster" Target="/ppt/notesMasters/notesMaster1.xml" Id="R91e40b6acfd647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fe876086cc45a0" /><Relationship Type="http://schemas.openxmlformats.org/officeDocument/2006/relationships/notesMaster" Target="/ppt/notesMasters/notesMaster1.xml" Id="Rb611e3ab7d874f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3ac22d94984475" /><Relationship Type="http://schemas.openxmlformats.org/officeDocument/2006/relationships/notesMaster" Target="/ppt/notesMasters/notesMaster1.xml" Id="R288b0db58c9246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7161b512934283" /><Relationship Type="http://schemas.openxmlformats.org/officeDocument/2006/relationships/notesMaster" Target="/ppt/notesMasters/notesMaster1.xml" Id="R0ef3d69de0af41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output should begin a review rather than automatically trigger a discount. The business team checks the customer context, chooses an appropriate response and records the outcome. The synopsis does not report retention uplift, so this slide explains the value mechanism without claiming measured impact.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capability matrix pre-empts the prototype's main weaknesses. Model benchmarking can include Decision Tree, Random Forest, SVM and XGBoost. The proposed sequence starts with validation, then packages the prediction experience, and only then connects refreshed company data and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three placeholder areas with screenshots of the project's preprocessing, model training and prediction code. Crop screenshots tightly and preserve readable code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right-hand placeholder with the participant certificate. Preserve the complete certificate inside the frame without cropping names, signatures or seals.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de95be1e104f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fa583fe09846d5" /><Relationship Type="http://schemas.openxmlformats.org/officeDocument/2006/relationships/slideLayout" Target="/ppt/slideLayouts/slideLayout1.xml" Id="R53500fed1bf948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500fed1bf948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c817eacb4440da" /><Relationship Type="http://schemas.openxmlformats.org/officeDocument/2006/relationships/notesSlide" Target="/ppt/notesSlides/notesSlide1.xml" Id="Rbe0b6d3c89c746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fad4e6573c416d" /><Relationship Type="http://schemas.openxmlformats.org/officeDocument/2006/relationships/notesSlide" Target="/ppt/notesSlides/notesSlide2.xml" Id="R20e110065c1d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3b951d1c614343" /><Relationship Type="http://schemas.openxmlformats.org/officeDocument/2006/relationships/notesSlide" Target="/ppt/notesSlides/notesSlide3.xml" Id="Rfa265ef4eaf64b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e415df1cb84504" /><Relationship Type="http://schemas.openxmlformats.org/officeDocument/2006/relationships/notesSlide" Target="/ppt/notesSlides/notesSlide4.xml" Id="R0ead4ac8bd6f46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c1ade2ea514be6" /><Relationship Type="http://schemas.openxmlformats.org/officeDocument/2006/relationships/notesSlide" Target="/ppt/notesSlides/notesSlide5.xml" Id="Rdfc58acd0e3746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a8313e293d4b2c" /><Relationship Type="http://schemas.openxmlformats.org/officeDocument/2006/relationships/notesSlide" Target="/ppt/notesSlides/notesSlide6.xml" Id="R02c22155db3746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a50c43a3be4a22" /><Relationship Type="http://schemas.openxmlformats.org/officeDocument/2006/relationships/notesSlide" Target="/ppt/notesSlides/notesSlide7.xml" Id="R013d0997aa524c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0408af77a24704" /><Relationship Type="http://schemas.openxmlformats.org/officeDocument/2006/relationships/notesSlide" Target="/ppt/notesSlides/notesSlide8.xml" Id="R7ad413cfd5a14a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7c121bfe3d4aad" /><Relationship Type="http://schemas.openxmlformats.org/officeDocument/2006/relationships/notesSlide" Target="/ppt/notesSlides/notesSlide9.xml" Id="R113f3adf770f40b8"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2BC525-48A9-41C3-8C15-92DE01321D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382DDF1E-17DD-4D6F-89EE-24E21DC7791D}"/>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0C02751C-B8B4-4AF1-A58A-9936DA0B52F3}"/>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Customer</a:t>
            </a:r>
          </a:p>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9349D6AF-B78E-4709-8D6E-BE63330AD1B5}"/>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DA72CAA2-32C2-4348-B1C7-C63A01214662}"/>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92378C97-F2DA-4662-9A14-76083ECAFEBD}"/>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DA9F4F0B-3E91-4FFE-A0F7-111C8C5F2667}"/>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35F3117E-97C7-48A1-A6DE-F313E62BCF04}"/>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A25128B3-300A-4DE2-B5DF-715E7F0DAA59}"/>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EE52EA69-CD65-4C87-BE64-CA3678F9AE3A}"/>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F94EF53E-EEF6-4E56-8D80-95568361CAA3}"/>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80CB2CE2-DE55-4F57-8EAC-2FD813718FA9}"/>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7382B45A-A320-4831-A3E0-D39A329B1CDA}"/>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24D1DB74-1185-412D-98B0-E241393C2371}"/>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25FFB462-4971-46B8-B930-263B7F49DC08}"/>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6E0E8246-0512-4D84-A409-26B4C05125AC}"/>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22DD4097-63BE-4ED5-BCBD-375A37E2DC12}"/>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Coordinator: Ms. Nehu Gumber</a:t>
            </a:r>
          </a:p>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HOD (BCA): Dr. Raj Kumar</a:t>
            </a:r>
          </a:p>
        </p:txBody>
      </p:sp>
    </p:spTree>
    <p:extLst>
      <p:ext uri="{BB962C8B-B14F-4D97-AF65-F5344CB8AC3E}">
        <p14:creationId xmlns:p14="http://schemas.microsoft.com/office/powerpoint/2010/main" val="1245011269"/>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19CBC61A-0B42-4696-A704-65ABE491BCE0}"/>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C9D18075-6EF0-42D7-9FB3-9FBC7DA7C172}"/>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48567839-F450-4A87-8855-0D922B364154}"/>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98450CA0-BD55-44A0-9DC6-68DB8ACDCFAB}"/>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9C80F00-A87E-4956-9AFE-77537B820538}"/>
              </a:ext>
            </a:extLst>
          </p:cNvPr>
          <p:cNvSpPr>
            <a:spLocks xmlns:a="http://schemas.openxmlformats.org/drawingml/2006/main" noGrp="1"/>
          </p:cNvSpPr>
          <p:nvPr/>
        </p:nvSpPr>
        <p:spPr>
          <a:xfrm xmlns:a="http://schemas.openxmlformats.org/drawingml/2006/main">
            <a:off x="628650" y="1657350"/>
            <a:ext cx="15906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C1321B57-DCE9-40FD-ABF7-A65184B7564C}"/>
              </a:ext>
            </a:extLst>
          </p:cNvPr>
          <p:cNvSpPr>
            <a:spLocks xmlns:a="http://schemas.openxmlformats.org/drawingml/2006/main" noGrp="1"/>
          </p:cNvSpPr>
          <p:nvPr/>
        </p:nvSpPr>
        <p:spPr>
          <a:xfrm xmlns:a="http://schemas.openxmlformats.org/drawingml/2006/main">
            <a:off x="723900" y="1704975"/>
            <a:ext cx="1400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39D3D368-A581-451B-B782-44E1CDEC6245}"/>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A918D06E-CAC2-4A8A-96DD-B965B9895350}"/>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E06835D-E08F-4FB3-A919-A41429F394BD}"/>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history</a:t>
            </a:r>
          </a:p>
        </p:txBody>
      </p:sp>
      <p:sp>
        <p:nvSpPr>
          <p:cNvPr id="10" name="">
            <a:extLst xmlns:a="http://schemas.openxmlformats.org/drawingml/2006/main">
              <a:ext uri="{FF2B5EF4-FFF2-40B4-BE49-F238E27FC236}">
                <a16:creationId xmlns:a16="http://schemas.microsoft.com/office/drawing/2014/main" id="{202D8AC6-48C4-41D8-B0B7-6DBEA344C89C}"/>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E9290811-8A5C-4008-B051-BF9B33948C0C}"/>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E8AC233D-D586-49FB-A6BD-7825329383B5}"/>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51C5942-62B0-41BB-AF2A-5A6052AF84A9}"/>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309B97F6-EF9F-45C1-962E-28FA94124483}"/>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0260FD1C-FE94-4D03-992A-6221B6901C8D}"/>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D50CD56F-0012-4BCC-B082-A74F01657A55}"/>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0EC117B2-491B-40F9-B551-1A536C5E33BA}"/>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7143E359-F777-4E41-A90A-B2C7BB9F2996}"/>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DFBDE34B-5DB2-4669-B38E-EF5C6344922E}"/>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281D1C71-329E-4B53-A4E4-31A70A4A3CAC}"/>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9A30E56F-63A4-420E-A234-517E6F1746C5}"/>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32B37C15-BA3E-4D0A-8578-6002514CF1F8}"/>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5D03AA92-0EF7-4C82-BA47-A4A593917E8E}"/>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5803B952-C4E5-4ACE-A381-56B592EE6FE1}"/>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E82181A9-EA75-4B13-BF20-E482C964D024}"/>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D821C894-8EA5-4F2A-AC2B-D35ABF085497}"/>
              </a:ext>
            </a:extLst>
          </p:cNvPr>
          <p:cNvSpPr>
            <a:spLocks xmlns:a="http://schemas.openxmlformats.org/drawingml/2006/main" noGrp="1"/>
          </p:cNvSpPr>
          <p:nvPr/>
        </p:nvSpPr>
        <p:spPr>
          <a:xfrm xmlns:a="http://schemas.openxmlformats.org/drawingml/2006/main">
            <a:off x="628650" y="3371850"/>
            <a:ext cx="21336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95517BFB-3AC5-40B4-83F5-8C9A0C98A72B}"/>
              </a:ext>
            </a:extLst>
          </p:cNvPr>
          <p:cNvSpPr>
            <a:spLocks xmlns:a="http://schemas.openxmlformats.org/drawingml/2006/main" noGrp="1"/>
          </p:cNvSpPr>
          <p:nvPr/>
        </p:nvSpPr>
        <p:spPr>
          <a:xfrm xmlns:a="http://schemas.openxmlformats.org/drawingml/2006/main">
            <a:off x="723900" y="34194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7583AE2E-F375-4AB9-AD2B-6F5B4E9FA77A}"/>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B99B3E35-FD84-4EB7-9F7C-BBB1691D2B57}"/>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14D6A535-7B38-4657-A91C-053833E2C0AB}"/>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7F873AB7-A3DF-4132-9041-E6B8D7B3799C}"/>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0B3F4ED0-C465-4E62-8491-7474E042A3D2}"/>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5C408CC5-34DE-456A-BF45-6BB6B1CCE49C}"/>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7CCD3C8B-55B2-4119-9667-6D975E00FEF1}"/>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81B36721-CD7F-43F8-9DC1-AAD8EE8AA2DD}"/>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BF9333B5-AA20-438A-9084-F3B74958CBBB}"/>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A0970DBA-837F-4119-962A-F56FBA769CEB}"/>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04003701-1C9B-4EC6-B9B3-5F13CA413FAE}"/>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74"/>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FACE0514-4530-4872-B284-87912D36F742}"/>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68C084D1-9445-4C47-B9DD-41ED7DD0B257}"/>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5E4FEB5B-3628-445F-8FA9-4BF31A3842CC}"/>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D3F53161-CE9B-4086-BD38-FC296256B5E2}"/>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B47F4826-0A2E-4E76-9CF8-C4F9A0398A6F}"/>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A8B0B763-0FAA-4EA6-97E1-24A8FA35DC0A}"/>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C2CDFCD5-64CA-4B63-9467-5E06130BF2F6}"/>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DD726FAD-8416-40BF-8DC4-9E48CA42D55E}"/>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07F9D33C-5982-4D14-9A72-D59E7C32D8B5}"/>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DD9CB72A-19F0-4C8C-A0BD-82EC233F5051}"/>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068290DB-EEE6-4C19-823C-397DA9550B89}"/>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099E0328-BA42-4383-8848-C149759B5C6F}"/>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703F0787-5AC4-4E76-9E87-122B3520A447}"/>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1D07AC63-3472-4F0D-83F5-2553116AAF5E}"/>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35FA20D6-4F0C-433B-8C5B-8EE98E7A6EF8}"/>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A-D, H-I</a:t>
            </a:r>
          </a:p>
        </p:txBody>
      </p:sp>
    </p:spTree>
    <p:extLst>
      <p:ext uri="{BB962C8B-B14F-4D97-AF65-F5344CB8AC3E}">
        <p14:creationId xmlns:p14="http://schemas.microsoft.com/office/powerpoint/2010/main" val="1599710614"/>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391DA2B4-AB5F-4643-BEC7-6ACC97CDDA21}"/>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005F881A-E917-4993-AC06-D87C1278A768}"/>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ADD19AE8-5058-4D6B-AE6C-E6D16ADD3FC2}"/>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208CB4A2-4CDD-487A-8115-89E397EF4963}"/>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318565B-6FAD-46C1-AF78-85F44214FDA3}"/>
              </a:ext>
            </a:extLst>
          </p:cNvPr>
          <p:cNvSpPr>
            <a:spLocks xmlns:a="http://schemas.openxmlformats.org/drawingml/2006/main" noGrp="1"/>
          </p:cNvSpPr>
          <p:nvPr/>
        </p:nvSpPr>
        <p:spPr>
          <a:xfrm xmlns:a="http://schemas.openxmlformats.org/drawingml/2006/main">
            <a:off x="628650" y="1647825"/>
            <a:ext cx="14097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BE27E66E-D104-405C-82A2-78AC3761023C}"/>
              </a:ext>
            </a:extLst>
          </p:cNvPr>
          <p:cNvSpPr>
            <a:spLocks xmlns:a="http://schemas.openxmlformats.org/drawingml/2006/main" noGrp="1"/>
          </p:cNvSpPr>
          <p:nvPr/>
        </p:nvSpPr>
        <p:spPr>
          <a:xfrm xmlns:a="http://schemas.openxmlformats.org/drawingml/2006/main">
            <a:off x="723900" y="16954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F04B7D6E-AD6C-4FB1-9D91-7107B39DDADA}"/>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A53BD965-AB25-4DDC-BF14-04B01586BE7D}"/>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12C85C93-2F7A-426C-815A-B92B5C1A4F84}"/>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01C8C58F-1BCE-427A-8953-90CB19000141}"/>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95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0F8FE8D1-C0F4-414F-A70A-804C08079621}"/>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C84E9CE0-0D3C-4E1A-9822-EF53210C51E5}"/>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F79F4466-12A4-43B8-A3D6-C6B0BB3BB409}"/>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FDA6C121-EC5A-482B-BEFC-47ED28017762}"/>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B1D2D988-CA56-4488-8E17-6687D305E52E}"/>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987BA21B-72E2-47FA-9A21-6AD2B39C0673}"/>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94A88CD7-2049-4AEB-B7DD-5356A2D1C6D8}"/>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E1DD1476-891E-4EB3-B345-646AA546898B}"/>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FC5DA9AD-0ADF-4066-BFF0-2E09BF31151C}"/>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967EBDD5-FC4C-4C97-891B-C111A2533602}"/>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96E0E340-4993-4103-98A2-FE2DA4A9A5F0}"/>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2A73843C-733B-47B3-84BE-99CF2C959088}"/>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CFD6C441-AE88-4224-B4E9-44C0006436B2}"/>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0D1620E3-0A64-4A35-814C-711B4D401880}"/>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6044CD29-E3A9-4F26-ACAE-1448C848B6A3}"/>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B3E8488C-3037-424B-A11C-CA8908D1EE72}"/>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9E1D9BC7-BD34-4D13-8EAB-F13E51A6EB3B}"/>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13C789D9-B1D2-41FC-B20E-99E116764843}"/>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0CEABDB9-0C9C-4734-8393-8CECFDE1B3C0}"/>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2F7D9F77-C16C-439A-924C-3DD8767721AF}"/>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3BA529D6-EEC4-466A-A747-76DDD536585C}"/>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223563B8-6D6D-4820-8502-EEF0FEA35753}"/>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43133209-4D7E-4EDC-AF0E-03C919FB94DB}"/>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F1FF95D9-C583-414B-9823-916E881ECD4A}"/>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1E24C423-F621-46F8-B5BA-46FA9FDEB282}"/>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1ABF90E4-5693-4384-94F9-4CCDBE25AF57}"/>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BD34CA31-8ECE-451A-A0AB-93C394A55248}"/>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5F785098-5A74-47DD-99E6-590D2AD24741}"/>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5768E3E0-0867-4994-822F-C6948FF8F64C}"/>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0BDBA891-F993-4672-9802-605C1BFBA19E}"/>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6C7257E6-BF8F-43AA-AB83-4D8B4394E0A1}"/>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DE78F98D-B54A-4E7C-93F2-FECC7B3A5E7A}"/>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DDCF0E8D-2839-48C7-A393-C9230B570412}"/>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D4B208F7-5E1B-4F05-9C3E-01F056E607A4}"/>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15A35CA7-EA2C-4500-AAA6-54AD904DC140}"/>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2E9B6BBB-F189-4EBB-AB54-481F0076D835}"/>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C7FCEC62-51D5-4954-8BE3-5C66C7553C99}"/>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7CA8D113-D3D2-4130-88FA-787B91D07505}"/>
              </a:ext>
            </a:extLst>
          </p:cNvPr>
          <p:cNvSpPr>
            <a:spLocks xmlns:a="http://schemas.openxmlformats.org/drawingml/2006/main" noGrp="1"/>
          </p:cNvSpPr>
          <p:nvPr/>
        </p:nvSpPr>
        <p:spPr>
          <a:xfrm xmlns:a="http://schemas.openxmlformats.org/drawingml/2006/main">
            <a:off x="628650" y="3495675"/>
            <a:ext cx="11430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B9307016-8F5D-421C-9290-733A68E80E5E}"/>
              </a:ext>
            </a:extLst>
          </p:cNvPr>
          <p:cNvSpPr>
            <a:spLocks xmlns:a="http://schemas.openxmlformats.org/drawingml/2006/main" noGrp="1"/>
          </p:cNvSpPr>
          <p:nvPr/>
        </p:nvSpPr>
        <p:spPr>
          <a:xfrm xmlns:a="http://schemas.openxmlformats.org/drawingml/2006/main">
            <a:off x="723900" y="35433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D0995311-369B-404B-A2E2-0357EC3EC97B}"/>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709DE647-1867-4F59-9A40-E7DB223A92A4}"/>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89FE5ECF-96BA-4D04-BAF5-6AB72C0A97EB}"/>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5D20300D-6586-4BB5-8262-89559F82F27D}"/>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717531F3-D066-4731-A13B-2EB67A3ADC96}"/>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21E4045C-A9EB-4EF4-971B-A5C1AFE8EA68}"/>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9F6E3A6A-1D11-4547-85AC-268864D69475}"/>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8DB034D2-F447-4487-8309-DDA3A394A276}"/>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F1039DDD-DF09-4948-B1B9-B8AE599A1EFB}"/>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97BCD5D2-5FAE-4B24-A4AE-E229C6DD66F2}"/>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A9E4BF98-41EE-4955-930C-AC2C9FD083BE}"/>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A04C3407-19B5-488D-B78E-187AE4FDDEF9}"/>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F63AA508-5EF9-4D7D-9056-5D03423B92C9}"/>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D734C2C6-F04E-41D4-A061-0970D13447CF}"/>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21E5696F-CE02-4E58-9909-4A6D511AD4EB}"/>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699CD279-B99D-4F14-A996-68BD8B8BB62C}"/>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FDE824C4-F8BD-4A97-B63A-2EB0ED34748E}"/>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6517370F-6072-43BC-BCBE-012A2C79DF92}"/>
              </a:ext>
            </a:extLst>
          </p:cNvPr>
          <p:cNvSpPr>
            <a:spLocks xmlns:a="http://schemas.openxmlformats.org/drawingml/2006/main" noGrp="1"/>
          </p:cNvSpPr>
          <p:nvPr/>
        </p:nvSpPr>
        <p:spPr>
          <a:xfrm xmlns:a="http://schemas.openxmlformats.org/drawingml/2006/main">
            <a:off x="2400300" y="53911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5FDAF3C4-0EE3-41B3-B600-E692CC488AB2}"/>
              </a:ext>
            </a:extLst>
          </p:cNvPr>
          <p:cNvSpPr>
            <a:spLocks xmlns:a="http://schemas.openxmlformats.org/drawingml/2006/main" noGrp="1"/>
          </p:cNvSpPr>
          <p:nvPr/>
        </p:nvSpPr>
        <p:spPr>
          <a:xfrm xmlns:a="http://schemas.openxmlformats.org/drawingml/2006/main">
            <a:off x="2400300" y="5819775"/>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5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A650A42A-1C04-4613-B0AD-ED437BF25B60}"/>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DF5735C6-ABF4-4BF7-9C78-EC635C6E45B4}"/>
              </a:ext>
            </a:extLst>
          </p:cNvPr>
          <p:cNvSpPr>
            <a:spLocks xmlns:a="http://schemas.openxmlformats.org/drawingml/2006/main" noGrp="1"/>
          </p:cNvSpPr>
          <p:nvPr/>
        </p:nvSpPr>
        <p:spPr>
          <a:xfrm xmlns:a="http://schemas.openxmlformats.org/drawingml/2006/main">
            <a:off x="5715000" y="5391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2"/>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8FA32586-B99C-49FB-89C7-8CF25D599F82}"/>
              </a:ext>
            </a:extLst>
          </p:cNvPr>
          <p:cNvSpPr>
            <a:spLocks xmlns:a="http://schemas.openxmlformats.org/drawingml/2006/main" noGrp="1"/>
          </p:cNvSpPr>
          <p:nvPr/>
        </p:nvSpPr>
        <p:spPr>
          <a:xfrm xmlns:a="http://schemas.openxmlformats.org/drawingml/2006/main">
            <a:off x="5715000" y="58197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97"/>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4E383E1C-01AF-4B51-AEC7-96D771032AE3}"/>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EB68F37C-4F28-4980-B73A-319D47896220}"/>
              </a:ext>
            </a:extLst>
          </p:cNvPr>
          <p:cNvSpPr>
            <a:spLocks xmlns:a="http://schemas.openxmlformats.org/drawingml/2006/main" noGrp="1"/>
          </p:cNvSpPr>
          <p:nvPr/>
        </p:nvSpPr>
        <p:spPr>
          <a:xfrm xmlns:a="http://schemas.openxmlformats.org/drawingml/2006/main">
            <a:off x="8724900" y="5391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13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F77C2609-FB3E-4C76-8697-558AC585292C}"/>
              </a:ext>
            </a:extLst>
          </p:cNvPr>
          <p:cNvSpPr>
            <a:spLocks xmlns:a="http://schemas.openxmlformats.org/drawingml/2006/main" noGrp="1"/>
          </p:cNvSpPr>
          <p:nvPr/>
        </p:nvSpPr>
        <p:spPr>
          <a:xfrm xmlns:a="http://schemas.openxmlformats.org/drawingml/2006/main">
            <a:off x="8724900" y="581977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741"/>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037D4F27-B99B-4A02-B436-C0329A4C3816}"/>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D35FFAA7-9C18-4392-B672-178B821C9806}"/>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D-G and J</a:t>
            </a:r>
          </a:p>
        </p:txBody>
      </p:sp>
    </p:spTree>
    <p:extLst>
      <p:ext uri="{BB962C8B-B14F-4D97-AF65-F5344CB8AC3E}">
        <p14:creationId xmlns:p14="http://schemas.microsoft.com/office/powerpoint/2010/main" val="306561038"/>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A88AB248-89C8-4E8C-9A73-88B2550943CE}"/>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61264DC6-190D-4C4A-9028-5451B8ED9B86}"/>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B3235F92-1224-4258-80A5-A2D60044F7A2}"/>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C7201890-F0F9-4809-B41B-7BA8E38082DB}"/>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70BFC9D-C579-4283-B6B6-7552EC23FFA9}"/>
              </a:ext>
            </a:extLst>
          </p:cNvPr>
          <p:cNvSpPr>
            <a:spLocks xmlns:a="http://schemas.openxmlformats.org/drawingml/2006/main" noGrp="1"/>
          </p:cNvSpPr>
          <p:nvPr/>
        </p:nvSpPr>
        <p:spPr>
          <a:xfrm xmlns:a="http://schemas.openxmlformats.org/drawingml/2006/main">
            <a:off x="628650" y="1657350"/>
            <a:ext cx="12287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E782B54D-426E-4CFC-A8F0-6FEFE2B6AC0C}"/>
              </a:ext>
            </a:extLst>
          </p:cNvPr>
          <p:cNvSpPr>
            <a:spLocks xmlns:a="http://schemas.openxmlformats.org/drawingml/2006/main" noGrp="1"/>
          </p:cNvSpPr>
          <p:nvPr/>
        </p:nvSpPr>
        <p:spPr>
          <a:xfrm xmlns:a="http://schemas.openxmlformats.org/drawingml/2006/main">
            <a:off x="723900" y="1704975"/>
            <a:ext cx="1038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B1201767-AC65-4066-88D9-45BF146F5FFD}"/>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83D44C00-0B5B-4E1C-8233-95EE10210516}"/>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48FF72E6-17EF-4D17-909F-3443A1B1E140}"/>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FD2299BF-E442-4D8F-BC3C-36B95F1185AC}"/>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3689C325-EAB7-4FDB-B987-CC9207275579}"/>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C50A67D7-89C2-4B32-B0B8-A4D5ECB1CA9F}"/>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lnSpc>
                <a:spcPct val="100000"/>
              </a:lnSpc>
              <a:buNone/>
              <a:defRPr sz="1725" b="1" i="0">
                <a:solidFill>
                  <a:srgbClr val="202024"/>
                </a:solidFill>
                <a:latin typeface="Arial"/>
                <a:ea typeface="Arial"/>
                <a:cs typeface="Arial"/>
              </a:defRPr>
            </a:pPr>
            <a:r>
              <a:rPr sz="1725" b="1" i="0">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80773201-AA5E-4C7D-BA41-6936B59B27BE}"/>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ED8CFE85-9122-4D2C-947D-3E0D7863215D}"/>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03E70E77-6416-488A-9C0E-2520055C4E37}"/>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3DF98C27-AA90-4400-9513-8DDD60707B35}"/>
              </a:ext>
            </a:extLst>
          </p:cNvPr>
          <p:cNvSpPr>
            <a:spLocks xmlns:a="http://schemas.openxmlformats.org/drawingml/2006/main" noGrp="1"/>
          </p:cNvSpPr>
          <p:nvPr/>
        </p:nvSpPr>
        <p:spPr>
          <a:xfrm xmlns:a="http://schemas.openxmlformats.org/drawingml/2006/main">
            <a:off x="4038600" y="1657350"/>
            <a:ext cx="13335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C29C2DC2-692B-4445-BE84-CF8F6725B48F}"/>
              </a:ext>
            </a:extLst>
          </p:cNvPr>
          <p:cNvSpPr>
            <a:spLocks xmlns:a="http://schemas.openxmlformats.org/drawingml/2006/main" noGrp="1"/>
          </p:cNvSpPr>
          <p:nvPr/>
        </p:nvSpPr>
        <p:spPr>
          <a:xfrm xmlns:a="http://schemas.openxmlformats.org/drawingml/2006/main">
            <a:off x="4133850" y="17049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6FEB8ECF-8C80-4E23-84CE-4A3CB5FA0BE5}"/>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E3437192-A368-4A4C-8F96-3AA5D24187F1}"/>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9E7D7DD5-C3C9-413D-83AB-44288E62762C}"/>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59104003-C949-4A7A-A633-E62BA24A2A0C}"/>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357989D4-DCF0-4E15-9112-0CAD009E2E85}"/>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C0EE995F-4453-4696-81B3-631C65C24C10}"/>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8C2B52AE-2C5E-40A1-955D-AADC52FFFE4E}"/>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3BA7F1CF-1E4D-4813-BEAB-468ACF7B0649}"/>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E1608010-3A5A-4799-9EB7-AC82A6D16283}"/>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3B2FD16A-1818-4BFA-B845-A6B9A8C728AF}"/>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A8D6E8A6-59D3-4143-80CC-182928535E14}"/>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47F67BAD-0D38-438E-901F-34CDCDE46EEE}"/>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670FDC0F-123D-4260-B39D-DE287E38F484}"/>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4619AFFB-F85D-49C0-94D2-11E867D113CB}"/>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AC42FBF1-3EA0-4782-908E-1896BE2790D9}"/>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5B46B701-9B35-455D-93D8-E2EF28F6B700}"/>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6875709B-3DF5-4FB0-AECD-6046232E0C9B}"/>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CF7C1540-6F40-4DA8-B149-063FBA0D9CCD}"/>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C9D93417-F8FB-4F61-9C06-EFF85CE7A600}"/>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3FD69D70-45CA-49C6-AF4D-B79733C79275}"/>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9F8A2561-70E4-4882-9BFA-461AFEE782F0}"/>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2D8F55AA-473B-49D2-A5D0-1EBA853E1AA0}"/>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7F3348F9-CC25-40F6-A564-A2B953185BB5}"/>
              </a:ext>
            </a:extLst>
          </p:cNvPr>
          <p:cNvSpPr>
            <a:spLocks xmlns:a="http://schemas.openxmlformats.org/drawingml/2006/main" noGrp="1"/>
          </p:cNvSpPr>
          <p:nvPr/>
        </p:nvSpPr>
        <p:spPr>
          <a:xfrm xmlns:a="http://schemas.openxmlformats.org/drawingml/2006/main">
            <a:off x="9353550" y="1657350"/>
            <a:ext cx="21336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F2ECCDB5-B3E0-4C61-91B6-0851F082FD84}"/>
              </a:ext>
            </a:extLst>
          </p:cNvPr>
          <p:cNvSpPr>
            <a:spLocks xmlns:a="http://schemas.openxmlformats.org/drawingml/2006/main" noGrp="1"/>
          </p:cNvSpPr>
          <p:nvPr/>
        </p:nvSpPr>
        <p:spPr>
          <a:xfrm xmlns:a="http://schemas.openxmlformats.org/drawingml/2006/main">
            <a:off x="9448800" y="17049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43AE41B5-FDED-4327-B2B3-0E80806C88C4}"/>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D24E48FD-A197-4594-B2F3-4BD4F3B54841}"/>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2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866CFE78-8855-4D3E-8B8A-949594479201}"/>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F6A2862B-CF8F-4CF9-84E0-B39D7E57C2A8}"/>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02ACB18E-A40D-48B6-8736-7010EE453F64}"/>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B4BADE8C-78C7-4624-844C-7C1C0C20771D}"/>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B6FE7E25-FA3B-4CDC-A2C9-8941E65F2444}"/>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48961900-07B2-40BC-B402-C5E1BACEFBA3}"/>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07D9EE6E-E187-4209-ADB0-368874ACABA2}"/>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E7BFE564-CD84-4F1F-A46F-8998A228B92D}"/>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43C00D42-3205-4008-BE94-2AB41E2A6D95}"/>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1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23340990-AED7-412A-88AC-7CAF5B23F35C}"/>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584CFBAC-DD23-426A-B2F7-F4B38ECFCE3D}"/>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118F681D-2EA9-4120-83E0-0F1F7B2BFDBD}"/>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0CC1A38A-5D08-4E94-B249-F0366F3AD604}"/>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805D1330-2137-405C-979F-EBAA9CF79E4B}"/>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738"/>
          </a:bodyPr>
          <a:lstStyle xmlns:a="http://schemas.openxmlformats.org/drawingml/2006/main"/>
          <a:p xmlns:a="http://schemas.openxmlformats.org/drawingml/2006/main">
            <a:pPr algn="l">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611785C3-C853-4B06-AD2F-C88EC6FB6008}"/>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45"/>
          </a:bodyPr>
          <a:lstStyle xmlns:a="http://schemas.openxmlformats.org/drawingml/2006/main"/>
          <a:p xmlns:a="http://schemas.openxmlformats.org/drawingml/2006/main">
            <a:pPr algn="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5CBEC920-85B6-4A30-B435-DAC43E5B6A06}"/>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830F7EB4-8622-4731-8615-A88604E73226}"/>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684408658"/>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019B46E-9DB5-4AB1-8B5F-F87A2E187C0E}"/>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APPLICATION</a:t>
            </a:r>
          </a:p>
        </p:txBody>
      </p:sp>
      <p:sp>
        <p:nvSpPr>
          <p:cNvPr id="2" name="">
            <a:extLst xmlns:a="http://schemas.openxmlformats.org/drawingml/2006/main">
              <a:ext uri="{FF2B5EF4-FFF2-40B4-BE49-F238E27FC236}">
                <a16:creationId xmlns:a16="http://schemas.microsoft.com/office/drawing/2014/main" id="{16023BBF-5F5B-4D6A-8F95-0830E43EBD3E}"/>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A churn prediction becomes useful only when it triggers a disciplined customer review</a:t>
            </a:r>
          </a:p>
        </p:txBody>
      </p:sp>
      <p:sp>
        <p:nvSpPr>
          <p:cNvPr id="3" name="">
            <a:extLst xmlns:a="http://schemas.openxmlformats.org/drawingml/2006/main">
              <a:ext uri="{FF2B5EF4-FFF2-40B4-BE49-F238E27FC236}">
                <a16:creationId xmlns:a16="http://schemas.microsoft.com/office/drawing/2014/main" id="{333BB49E-53C4-4E8E-8094-67E27CFF1C90}"/>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F0897889-2133-4E3E-8771-04A0712C381D}"/>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1BBECB4-ABBF-4169-AD70-90E0D2750B65}"/>
              </a:ext>
            </a:extLst>
          </p:cNvPr>
          <p:cNvSpPr>
            <a:spLocks xmlns:a="http://schemas.openxmlformats.org/drawingml/2006/main" noGrp="1"/>
          </p:cNvSpPr>
          <p:nvPr/>
        </p:nvSpPr>
        <p:spPr>
          <a:xfrm xmlns:a="http://schemas.openxmlformats.org/drawingml/2006/main">
            <a:off x="628650" y="1657350"/>
            <a:ext cx="29432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E1827256-D54C-4F7C-8553-B2EB303CFE53}"/>
              </a:ext>
            </a:extLst>
          </p:cNvPr>
          <p:cNvSpPr>
            <a:spLocks xmlns:a="http://schemas.openxmlformats.org/drawingml/2006/main" noGrp="1"/>
          </p:cNvSpPr>
          <p:nvPr/>
        </p:nvSpPr>
        <p:spPr>
          <a:xfrm xmlns:a="http://schemas.openxmlformats.org/drawingml/2006/main">
            <a:off x="723900" y="1704975"/>
            <a:ext cx="2752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193199B7-09AC-430D-818C-D443ECB8BB59}"/>
              </a:ext>
            </a:extLst>
          </p:cNvPr>
          <p:cNvSpPr>
            <a:spLocks xmlns:a="http://schemas.openxmlformats.org/drawingml/2006/main" noGrp="1"/>
          </p:cNvSpPr>
          <p:nvPr/>
        </p:nvSpPr>
        <p:spPr>
          <a:xfrm xmlns:a="http://schemas.openxmlformats.org/drawingml/2006/main">
            <a:off x="628650" y="2057400"/>
            <a:ext cx="25527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8F8752E4-AC63-40A6-8C55-545E6E0C268E}"/>
              </a:ext>
            </a:extLst>
          </p:cNvPr>
          <p:cNvSpPr>
            <a:spLocks xmlns:a="http://schemas.openxmlformats.org/drawingml/2006/main" noGrp="1"/>
          </p:cNvSpPr>
          <p:nvPr/>
        </p:nvSpPr>
        <p:spPr>
          <a:xfrm xmlns:a="http://schemas.openxmlformats.org/drawingml/2006/main">
            <a:off x="7620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66789C1-A634-4AD3-8022-F097C6CF63DA}"/>
              </a:ext>
            </a:extLst>
          </p:cNvPr>
          <p:cNvSpPr>
            <a:spLocks xmlns:a="http://schemas.openxmlformats.org/drawingml/2006/main" noGrp="1"/>
          </p:cNvSpPr>
          <p:nvPr/>
        </p:nvSpPr>
        <p:spPr>
          <a:xfrm xmlns:a="http://schemas.openxmlformats.org/drawingml/2006/main">
            <a:off x="10858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755D2472-C90D-4AC6-9829-E2131744F4B5}"/>
              </a:ext>
            </a:extLst>
          </p:cNvPr>
          <p:cNvSpPr>
            <a:spLocks xmlns:a="http://schemas.openxmlformats.org/drawingml/2006/main" noGrp="1"/>
          </p:cNvSpPr>
          <p:nvPr/>
        </p:nvSpPr>
        <p:spPr>
          <a:xfrm xmlns:a="http://schemas.openxmlformats.org/drawingml/2006/main">
            <a:off x="10858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7D30B2D9-4F7D-43D4-AC8B-3DDB46309936}"/>
              </a:ext>
            </a:extLst>
          </p:cNvPr>
          <p:cNvSpPr>
            <a:spLocks xmlns:a="http://schemas.openxmlformats.org/drawingml/2006/main" noGrp="1"/>
          </p:cNvSpPr>
          <p:nvPr/>
        </p:nvSpPr>
        <p:spPr>
          <a:xfrm xmlns:a="http://schemas.openxmlformats.org/drawingml/2006/main">
            <a:off x="31813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780B0636-722A-4B4E-BF59-5A9C19274134}"/>
              </a:ext>
            </a:extLst>
          </p:cNvPr>
          <p:cNvSpPr>
            <a:spLocks xmlns:a="http://schemas.openxmlformats.org/drawingml/2006/main" noGrp="1"/>
          </p:cNvSpPr>
          <p:nvPr/>
        </p:nvSpPr>
        <p:spPr>
          <a:xfrm xmlns:a="http://schemas.openxmlformats.org/drawingml/2006/main">
            <a:off x="33718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2B54BA01-53E8-4F46-A3FF-0FDDB859ED80}"/>
              </a:ext>
            </a:extLst>
          </p:cNvPr>
          <p:cNvSpPr>
            <a:spLocks xmlns:a="http://schemas.openxmlformats.org/drawingml/2006/main" noGrp="1"/>
          </p:cNvSpPr>
          <p:nvPr/>
        </p:nvSpPr>
        <p:spPr>
          <a:xfrm xmlns:a="http://schemas.openxmlformats.org/drawingml/2006/main">
            <a:off x="35052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2071D43-DBA8-4213-B065-60B92A20D266}"/>
              </a:ext>
            </a:extLst>
          </p:cNvPr>
          <p:cNvSpPr>
            <a:spLocks xmlns:a="http://schemas.openxmlformats.org/drawingml/2006/main" noGrp="1"/>
          </p:cNvSpPr>
          <p:nvPr/>
        </p:nvSpPr>
        <p:spPr>
          <a:xfrm xmlns:a="http://schemas.openxmlformats.org/drawingml/2006/main">
            <a:off x="38290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BE09650B-AE2D-400D-A416-FCA5B39598FF}"/>
              </a:ext>
            </a:extLst>
          </p:cNvPr>
          <p:cNvSpPr>
            <a:spLocks xmlns:a="http://schemas.openxmlformats.org/drawingml/2006/main" noGrp="1"/>
          </p:cNvSpPr>
          <p:nvPr/>
        </p:nvSpPr>
        <p:spPr>
          <a:xfrm xmlns:a="http://schemas.openxmlformats.org/drawingml/2006/main">
            <a:off x="38290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22D93BB1-F41F-4DF5-BF59-FA6647644C9E}"/>
              </a:ext>
            </a:extLst>
          </p:cNvPr>
          <p:cNvSpPr>
            <a:spLocks xmlns:a="http://schemas.openxmlformats.org/drawingml/2006/main" noGrp="1"/>
          </p:cNvSpPr>
          <p:nvPr/>
        </p:nvSpPr>
        <p:spPr>
          <a:xfrm xmlns:a="http://schemas.openxmlformats.org/drawingml/2006/main">
            <a:off x="59245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7817B126-87D3-4CD6-B560-2FEB1F27EE5C}"/>
              </a:ext>
            </a:extLst>
          </p:cNvPr>
          <p:cNvSpPr>
            <a:spLocks xmlns:a="http://schemas.openxmlformats.org/drawingml/2006/main" noGrp="1"/>
          </p:cNvSpPr>
          <p:nvPr/>
        </p:nvSpPr>
        <p:spPr>
          <a:xfrm xmlns:a="http://schemas.openxmlformats.org/drawingml/2006/main">
            <a:off x="61150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96BEFC3C-D3CB-4A40-B5AE-D66BF7A61C8B}"/>
              </a:ext>
            </a:extLst>
          </p:cNvPr>
          <p:cNvSpPr>
            <a:spLocks xmlns:a="http://schemas.openxmlformats.org/drawingml/2006/main" noGrp="1"/>
          </p:cNvSpPr>
          <p:nvPr/>
        </p:nvSpPr>
        <p:spPr>
          <a:xfrm xmlns:a="http://schemas.openxmlformats.org/drawingml/2006/main">
            <a:off x="62484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5461FAC7-998C-4D17-9AB6-39E09A83C7E9}"/>
              </a:ext>
            </a:extLst>
          </p:cNvPr>
          <p:cNvSpPr>
            <a:spLocks xmlns:a="http://schemas.openxmlformats.org/drawingml/2006/main" noGrp="1"/>
          </p:cNvSpPr>
          <p:nvPr/>
        </p:nvSpPr>
        <p:spPr>
          <a:xfrm xmlns:a="http://schemas.openxmlformats.org/drawingml/2006/main">
            <a:off x="65722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E2CDC5DD-932B-4ECD-A5B6-C2781D6736A6}"/>
              </a:ext>
            </a:extLst>
          </p:cNvPr>
          <p:cNvSpPr>
            <a:spLocks xmlns:a="http://schemas.openxmlformats.org/drawingml/2006/main" noGrp="1"/>
          </p:cNvSpPr>
          <p:nvPr/>
        </p:nvSpPr>
        <p:spPr>
          <a:xfrm xmlns:a="http://schemas.openxmlformats.org/drawingml/2006/main">
            <a:off x="65722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79219BC7-B2D6-4B6E-86D4-26FA2C1BE804}"/>
              </a:ext>
            </a:extLst>
          </p:cNvPr>
          <p:cNvSpPr>
            <a:spLocks xmlns:a="http://schemas.openxmlformats.org/drawingml/2006/main" noGrp="1"/>
          </p:cNvSpPr>
          <p:nvPr/>
        </p:nvSpPr>
        <p:spPr>
          <a:xfrm xmlns:a="http://schemas.openxmlformats.org/drawingml/2006/main">
            <a:off x="86677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56017F48-FD00-49EE-9085-7955E8948FFC}"/>
              </a:ext>
            </a:extLst>
          </p:cNvPr>
          <p:cNvSpPr>
            <a:spLocks xmlns:a="http://schemas.openxmlformats.org/drawingml/2006/main" noGrp="1"/>
          </p:cNvSpPr>
          <p:nvPr/>
        </p:nvSpPr>
        <p:spPr>
          <a:xfrm xmlns:a="http://schemas.openxmlformats.org/drawingml/2006/main">
            <a:off x="88582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CFB89C59-E76A-4EF2-9E6D-DE8477D54A1A}"/>
              </a:ext>
            </a:extLst>
          </p:cNvPr>
          <p:cNvSpPr>
            <a:spLocks xmlns:a="http://schemas.openxmlformats.org/drawingml/2006/main" noGrp="1"/>
          </p:cNvSpPr>
          <p:nvPr/>
        </p:nvSpPr>
        <p:spPr>
          <a:xfrm xmlns:a="http://schemas.openxmlformats.org/drawingml/2006/main">
            <a:off x="89916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9DEFCAAF-A4B3-4019-9329-2A9025FF21F8}"/>
              </a:ext>
            </a:extLst>
          </p:cNvPr>
          <p:cNvSpPr>
            <a:spLocks xmlns:a="http://schemas.openxmlformats.org/drawingml/2006/main" noGrp="1"/>
          </p:cNvSpPr>
          <p:nvPr/>
        </p:nvSpPr>
        <p:spPr>
          <a:xfrm xmlns:a="http://schemas.openxmlformats.org/drawingml/2006/main">
            <a:off x="93154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DCFFBAE0-A2ED-4E87-8888-BF114C849175}"/>
              </a:ext>
            </a:extLst>
          </p:cNvPr>
          <p:cNvSpPr>
            <a:spLocks xmlns:a="http://schemas.openxmlformats.org/drawingml/2006/main" noGrp="1"/>
          </p:cNvSpPr>
          <p:nvPr/>
        </p:nvSpPr>
        <p:spPr>
          <a:xfrm xmlns:a="http://schemas.openxmlformats.org/drawingml/2006/main">
            <a:off x="93154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B0226E11-5477-4A59-A2DF-72B4093AF0DF}"/>
              </a:ext>
            </a:extLst>
          </p:cNvPr>
          <p:cNvSpPr>
            <a:spLocks xmlns:a="http://schemas.openxmlformats.org/drawingml/2006/main" noGrp="1"/>
          </p:cNvSpPr>
          <p:nvPr/>
        </p:nvSpPr>
        <p:spPr>
          <a:xfrm xmlns:a="http://schemas.openxmlformats.org/drawingml/2006/main">
            <a:off x="628650" y="3390900"/>
            <a:ext cx="19526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F1A4BBEE-29D7-4614-9EA5-7F97816F5A61}"/>
              </a:ext>
            </a:extLst>
          </p:cNvPr>
          <p:cNvSpPr>
            <a:spLocks xmlns:a="http://schemas.openxmlformats.org/drawingml/2006/main" noGrp="1"/>
          </p:cNvSpPr>
          <p:nvPr/>
        </p:nvSpPr>
        <p:spPr>
          <a:xfrm xmlns:a="http://schemas.openxmlformats.org/drawingml/2006/main">
            <a:off x="723900" y="3438525"/>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DECISION DISCIPLINE</a:t>
            </a:r>
          </a:p>
        </p:txBody>
      </p:sp>
      <p:sp>
        <p:nvSpPr>
          <p:cNvPr id="28" name="">
            <a:extLst xmlns:a="http://schemas.openxmlformats.org/drawingml/2006/main">
              <a:ext uri="{FF2B5EF4-FFF2-40B4-BE49-F238E27FC236}">
                <a16:creationId xmlns:a16="http://schemas.microsoft.com/office/drawing/2014/main" id="{148734B4-3287-464A-9DD4-212B48E558F1}"/>
              </a:ext>
            </a:extLst>
          </p:cNvPr>
          <p:cNvSpPr>
            <a:spLocks xmlns:a="http://schemas.openxmlformats.org/drawingml/2006/main" noGrp="1"/>
          </p:cNvSpPr>
          <p:nvPr/>
        </p:nvSpPr>
        <p:spPr>
          <a:xfrm xmlns:a="http://schemas.openxmlformats.org/drawingml/2006/main">
            <a:off x="628650" y="3810000"/>
            <a:ext cx="2552700" cy="14668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9" name="">
            <a:extLst xmlns:a="http://schemas.openxmlformats.org/drawingml/2006/main">
              <a:ext uri="{FF2B5EF4-FFF2-40B4-BE49-F238E27FC236}">
                <a16:creationId xmlns:a16="http://schemas.microsoft.com/office/drawing/2014/main" id="{6D16D79B-8D94-46AA-A679-2574FA489B21}"/>
              </a:ext>
            </a:extLst>
          </p:cNvPr>
          <p:cNvSpPr>
            <a:spLocks xmlns:a="http://schemas.openxmlformats.org/drawingml/2006/main" noGrp="1"/>
          </p:cNvSpPr>
          <p:nvPr/>
        </p:nvSpPr>
        <p:spPr>
          <a:xfrm xmlns:a="http://schemas.openxmlformats.org/drawingml/2006/main">
            <a:off x="8001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OUTPUT</a:t>
            </a:r>
          </a:p>
        </p:txBody>
      </p:sp>
      <p:sp>
        <p:nvSpPr>
          <p:cNvPr id="30" name="">
            <a:extLst xmlns:a="http://schemas.openxmlformats.org/drawingml/2006/main">
              <a:ext uri="{FF2B5EF4-FFF2-40B4-BE49-F238E27FC236}">
                <a16:creationId xmlns:a16="http://schemas.microsoft.com/office/drawing/2014/main" id="{D6D834B7-6B36-462E-AEEA-49C9B40021DF}"/>
              </a:ext>
            </a:extLst>
          </p:cNvPr>
          <p:cNvSpPr>
            <a:spLocks xmlns:a="http://schemas.openxmlformats.org/drawingml/2006/main" noGrp="1"/>
          </p:cNvSpPr>
          <p:nvPr/>
        </p:nvSpPr>
        <p:spPr>
          <a:xfrm xmlns:a="http://schemas.openxmlformats.org/drawingml/2006/main">
            <a:off x="8001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 prediction prioritises attention. It does not prescribe an offer.</a:t>
            </a:r>
          </a:p>
        </p:txBody>
      </p:sp>
      <p:sp>
        <p:nvSpPr>
          <p:cNvPr id="31" name="">
            <a:extLst xmlns:a="http://schemas.openxmlformats.org/drawingml/2006/main">
              <a:ext uri="{FF2B5EF4-FFF2-40B4-BE49-F238E27FC236}">
                <a16:creationId xmlns:a16="http://schemas.microsoft.com/office/drawing/2014/main" id="{836E4B5B-58C5-4FB4-ABCB-25F5C9BCE24E}"/>
              </a:ext>
            </a:extLst>
          </p:cNvPr>
          <p:cNvSpPr>
            <a:spLocks xmlns:a="http://schemas.openxmlformats.org/drawingml/2006/main" noGrp="1"/>
          </p:cNvSpPr>
          <p:nvPr/>
        </p:nvSpPr>
        <p:spPr>
          <a:xfrm xmlns:a="http://schemas.openxmlformats.org/drawingml/2006/main">
            <a:off x="3371850" y="3810000"/>
            <a:ext cx="2552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2" name="">
            <a:extLst xmlns:a="http://schemas.openxmlformats.org/drawingml/2006/main">
              <a:ext uri="{FF2B5EF4-FFF2-40B4-BE49-F238E27FC236}">
                <a16:creationId xmlns:a16="http://schemas.microsoft.com/office/drawing/2014/main" id="{76C04836-E721-4876-9F84-F9DDB180B763}"/>
              </a:ext>
            </a:extLst>
          </p:cNvPr>
          <p:cNvSpPr>
            <a:spLocks xmlns:a="http://schemas.openxmlformats.org/drawingml/2006/main" noGrp="1"/>
          </p:cNvSpPr>
          <p:nvPr/>
        </p:nvSpPr>
        <p:spPr>
          <a:xfrm xmlns:a="http://schemas.openxmlformats.org/drawingml/2006/main">
            <a:off x="35433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HUMAN REVIEW</a:t>
            </a:r>
          </a:p>
        </p:txBody>
      </p:sp>
      <p:sp>
        <p:nvSpPr>
          <p:cNvPr id="33" name="">
            <a:extLst xmlns:a="http://schemas.openxmlformats.org/drawingml/2006/main">
              <a:ext uri="{FF2B5EF4-FFF2-40B4-BE49-F238E27FC236}">
                <a16:creationId xmlns:a16="http://schemas.microsoft.com/office/drawing/2014/main" id="{4220AAA3-BE14-44BB-B8BE-EE7D79768522}"/>
              </a:ext>
            </a:extLst>
          </p:cNvPr>
          <p:cNvSpPr>
            <a:spLocks xmlns:a="http://schemas.openxmlformats.org/drawingml/2006/main" noGrp="1"/>
          </p:cNvSpPr>
          <p:nvPr/>
        </p:nvSpPr>
        <p:spPr>
          <a:xfrm xmlns:a="http://schemas.openxmlformats.org/drawingml/2006/main">
            <a:off x="35433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Account context determines whether intervention is appropriate.</a:t>
            </a:r>
          </a:p>
        </p:txBody>
      </p:sp>
      <p:sp>
        <p:nvSpPr>
          <p:cNvPr id="34" name="">
            <a:extLst xmlns:a="http://schemas.openxmlformats.org/drawingml/2006/main">
              <a:ext uri="{FF2B5EF4-FFF2-40B4-BE49-F238E27FC236}">
                <a16:creationId xmlns:a16="http://schemas.microsoft.com/office/drawing/2014/main" id="{A3CEA390-31C2-4A24-9C8E-1E8E62EBDCAF}"/>
              </a:ext>
            </a:extLst>
          </p:cNvPr>
          <p:cNvSpPr>
            <a:spLocks xmlns:a="http://schemas.openxmlformats.org/drawingml/2006/main" noGrp="1"/>
          </p:cNvSpPr>
          <p:nvPr/>
        </p:nvSpPr>
        <p:spPr>
          <a:xfrm xmlns:a="http://schemas.openxmlformats.org/drawingml/2006/main">
            <a:off x="6115050" y="3810000"/>
            <a:ext cx="2552700" cy="14668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3F5633E2-30CA-4F92-A5D8-17D8ABB740DA}"/>
              </a:ext>
            </a:extLst>
          </p:cNvPr>
          <p:cNvSpPr>
            <a:spLocks xmlns:a="http://schemas.openxmlformats.org/drawingml/2006/main" noGrp="1"/>
          </p:cNvSpPr>
          <p:nvPr/>
        </p:nvSpPr>
        <p:spPr>
          <a:xfrm xmlns:a="http://schemas.openxmlformats.org/drawingml/2006/main">
            <a:off x="62865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ACTION</a:t>
            </a:r>
          </a:p>
        </p:txBody>
      </p:sp>
      <p:sp>
        <p:nvSpPr>
          <p:cNvPr id="36" name="">
            <a:extLst xmlns:a="http://schemas.openxmlformats.org/drawingml/2006/main">
              <a:ext uri="{FF2B5EF4-FFF2-40B4-BE49-F238E27FC236}">
                <a16:creationId xmlns:a16="http://schemas.microsoft.com/office/drawing/2014/main" id="{B8753B09-7B89-4022-BD57-0BE032D5D0CD}"/>
              </a:ext>
            </a:extLst>
          </p:cNvPr>
          <p:cNvSpPr>
            <a:spLocks xmlns:a="http://schemas.openxmlformats.org/drawingml/2006/main" noGrp="1"/>
          </p:cNvSpPr>
          <p:nvPr/>
        </p:nvSpPr>
        <p:spPr>
          <a:xfrm xmlns:a="http://schemas.openxmlformats.org/drawingml/2006/main">
            <a:off x="62865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Engagement and service recovery remain illustrative business responses.</a:t>
            </a:r>
          </a:p>
        </p:txBody>
      </p:sp>
      <p:sp>
        <p:nvSpPr>
          <p:cNvPr id="37" name="">
            <a:extLst xmlns:a="http://schemas.openxmlformats.org/drawingml/2006/main">
              <a:ext uri="{FF2B5EF4-FFF2-40B4-BE49-F238E27FC236}">
                <a16:creationId xmlns:a16="http://schemas.microsoft.com/office/drawing/2014/main" id="{A719FB3C-500B-4F97-B92E-42C21E55C9CA}"/>
              </a:ext>
            </a:extLst>
          </p:cNvPr>
          <p:cNvSpPr>
            <a:spLocks xmlns:a="http://schemas.openxmlformats.org/drawingml/2006/main" noGrp="1"/>
          </p:cNvSpPr>
          <p:nvPr/>
        </p:nvSpPr>
        <p:spPr>
          <a:xfrm xmlns:a="http://schemas.openxmlformats.org/drawingml/2006/main">
            <a:off x="8858250" y="3810000"/>
            <a:ext cx="2552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05EEE2B0-B4C0-4025-8D6C-1FB6FD76780B}"/>
              </a:ext>
            </a:extLst>
          </p:cNvPr>
          <p:cNvSpPr>
            <a:spLocks xmlns:a="http://schemas.openxmlformats.org/drawingml/2006/main" noGrp="1"/>
          </p:cNvSpPr>
          <p:nvPr/>
        </p:nvSpPr>
        <p:spPr>
          <a:xfrm xmlns:a="http://schemas.openxmlformats.org/drawingml/2006/main">
            <a:off x="90297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LEARNING LOOP</a:t>
            </a:r>
          </a:p>
        </p:txBody>
      </p:sp>
      <p:sp>
        <p:nvSpPr>
          <p:cNvPr id="39" name="">
            <a:extLst xmlns:a="http://schemas.openxmlformats.org/drawingml/2006/main">
              <a:ext uri="{FF2B5EF4-FFF2-40B4-BE49-F238E27FC236}">
                <a16:creationId xmlns:a16="http://schemas.microsoft.com/office/drawing/2014/main" id="{9270BD41-5B22-4DB0-9364-28B156BCE8D8}"/>
              </a:ext>
            </a:extLst>
          </p:cNvPr>
          <p:cNvSpPr>
            <a:spLocks xmlns:a="http://schemas.openxmlformats.org/drawingml/2006/main" noGrp="1"/>
          </p:cNvSpPr>
          <p:nvPr/>
        </p:nvSpPr>
        <p:spPr>
          <a:xfrm xmlns:a="http://schemas.openxmlformats.org/drawingml/2006/main">
            <a:off x="90297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Recorded outcomes can later support monitoring and retraining.</a:t>
            </a:r>
          </a:p>
        </p:txBody>
      </p:sp>
      <p:sp>
        <p:nvSpPr>
          <p:cNvPr id="40" name="">
            <a:extLst xmlns:a="http://schemas.openxmlformats.org/drawingml/2006/main">
              <a:ext uri="{FF2B5EF4-FFF2-40B4-BE49-F238E27FC236}">
                <a16:creationId xmlns:a16="http://schemas.microsoft.com/office/drawing/2014/main" id="{2D2125EF-61B5-4808-83C5-5BC6DFE5B2CC}"/>
              </a:ext>
            </a:extLst>
          </p:cNvPr>
          <p:cNvSpPr>
            <a:spLocks xmlns:a="http://schemas.openxmlformats.org/drawingml/2006/main" noGrp="1"/>
          </p:cNvSpPr>
          <p:nvPr/>
        </p:nvSpPr>
        <p:spPr>
          <a:xfrm xmlns:a="http://schemas.openxmlformats.org/drawingml/2006/main">
            <a:off x="628650" y="5562600"/>
            <a:ext cx="10934700" cy="5524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41" name="">
            <a:extLst xmlns:a="http://schemas.openxmlformats.org/drawingml/2006/main">
              <a:ext uri="{FF2B5EF4-FFF2-40B4-BE49-F238E27FC236}">
                <a16:creationId xmlns:a16="http://schemas.microsoft.com/office/drawing/2014/main" id="{3DC4CA4C-008A-4274-8082-84AB98058E3C}"/>
              </a:ext>
            </a:extLst>
          </p:cNvPr>
          <p:cNvSpPr>
            <a:spLocks xmlns:a="http://schemas.openxmlformats.org/drawingml/2006/main" noGrp="1"/>
          </p:cNvSpPr>
          <p:nvPr/>
        </p:nvSpPr>
        <p:spPr>
          <a:xfrm xmlns:a="http://schemas.openxmlformats.org/drawingml/2006/main">
            <a:off x="838200" y="570547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506"/>
          </a:bodyPr>
          <a:lstStyle xmlns:a="http://schemas.openxmlformats.org/drawingml/2006/main"/>
          <a:p xmlns:a="http://schemas.openxmlformats.org/drawingml/2006/main">
            <a:pPr algn="ctr">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current project demonstrates prediction logic. Business impact still requires measured outcomes.</a:t>
            </a:r>
          </a:p>
        </p:txBody>
      </p:sp>
      <p:sp>
        <p:nvSpPr>
          <p:cNvPr id="42" name="">
            <a:extLst xmlns:a="http://schemas.openxmlformats.org/drawingml/2006/main">
              <a:ext uri="{FF2B5EF4-FFF2-40B4-BE49-F238E27FC236}">
                <a16:creationId xmlns:a16="http://schemas.microsoft.com/office/drawing/2014/main" id="{64FB27C5-8C49-4BCF-96DD-8F2CC6796007}"/>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3844FA06-1007-4601-A6CA-03CD0D7B935D}"/>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 business workflow shown as an illustrative extension</a:t>
            </a:r>
          </a:p>
        </p:txBody>
      </p:sp>
    </p:spTree>
    <p:extLst>
      <p:ext uri="{BB962C8B-B14F-4D97-AF65-F5344CB8AC3E}">
        <p14:creationId xmlns:p14="http://schemas.microsoft.com/office/powerpoint/2010/main" val="1606770259"/>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E7FD235B-26F6-44D2-8CA2-05C4EA934AC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MATURITY ROADMAP</a:t>
            </a:r>
          </a:p>
        </p:txBody>
      </p:sp>
      <p:sp>
        <p:nvSpPr>
          <p:cNvPr id="2" name="">
            <a:extLst xmlns:a="http://schemas.openxmlformats.org/drawingml/2006/main">
              <a:ext uri="{FF2B5EF4-FFF2-40B4-BE49-F238E27FC236}">
                <a16:creationId xmlns:a16="http://schemas.microsoft.com/office/drawing/2014/main" id="{F25FDD32-99CD-43AA-95AD-8C7CD436248F}"/>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Production readiness depends on stronger data, broader validation and live integration</a:t>
            </a:r>
          </a:p>
        </p:txBody>
      </p:sp>
      <p:sp>
        <p:nvSpPr>
          <p:cNvPr id="3" name="">
            <a:extLst xmlns:a="http://schemas.openxmlformats.org/drawingml/2006/main">
              <a:ext uri="{FF2B5EF4-FFF2-40B4-BE49-F238E27FC236}">
                <a16:creationId xmlns:a16="http://schemas.microsoft.com/office/drawing/2014/main" id="{068E6479-085C-48E7-9AE3-118BD334BA1C}"/>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58F62DFD-3284-4371-B29F-DC432B3FB8B6}"/>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990D2F8-D967-4175-B072-095FC5E257E1}"/>
              </a:ext>
            </a:extLst>
          </p:cNvPr>
          <p:cNvSpPr>
            <a:spLocks xmlns:a="http://schemas.openxmlformats.org/drawingml/2006/main" noGrp="1"/>
          </p:cNvSpPr>
          <p:nvPr/>
        </p:nvSpPr>
        <p:spPr>
          <a:xfrm xmlns:a="http://schemas.openxmlformats.org/drawingml/2006/main">
            <a:off x="628650" y="1657350"/>
            <a:ext cx="14954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6" name="">
            <a:extLst xmlns:a="http://schemas.openxmlformats.org/drawingml/2006/main">
              <a:ext uri="{FF2B5EF4-FFF2-40B4-BE49-F238E27FC236}">
                <a16:creationId xmlns:a16="http://schemas.microsoft.com/office/drawing/2014/main" id="{7C8C8F5C-7613-4454-8DA8-59E5277425E1}"/>
              </a:ext>
            </a:extLst>
          </p:cNvPr>
          <p:cNvSpPr>
            <a:spLocks xmlns:a="http://schemas.openxmlformats.org/drawingml/2006/main" noGrp="1"/>
          </p:cNvSpPr>
          <p:nvPr/>
        </p:nvSpPr>
        <p:spPr>
          <a:xfrm xmlns:a="http://schemas.openxmlformats.org/drawingml/2006/main">
            <a:off x="723900" y="1704975"/>
            <a:ext cx="1304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CAPABILITY GAP</a:t>
            </a:r>
          </a:p>
        </p:txBody>
      </p:sp>
      <p:sp>
        <p:nvSpPr>
          <p:cNvPr id="7" name="">
            <a:extLst xmlns:a="http://schemas.openxmlformats.org/drawingml/2006/main">
              <a:ext uri="{FF2B5EF4-FFF2-40B4-BE49-F238E27FC236}">
                <a16:creationId xmlns:a16="http://schemas.microsoft.com/office/drawing/2014/main" id="{255D6071-A34B-4186-850E-BC0AFE0D935E}"/>
              </a:ext>
            </a:extLst>
          </p:cNvPr>
          <p:cNvSpPr>
            <a:spLocks xmlns:a="http://schemas.openxmlformats.org/drawingml/2006/main" noGrp="1"/>
          </p:cNvSpPr>
          <p:nvPr/>
        </p:nvSpPr>
        <p:spPr>
          <a:xfrm xmlns:a="http://schemas.openxmlformats.org/drawingml/2006/main">
            <a:off x="628650" y="20574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8" name="">
            <a:extLst xmlns:a="http://schemas.openxmlformats.org/drawingml/2006/main">
              <a:ext uri="{FF2B5EF4-FFF2-40B4-BE49-F238E27FC236}">
                <a16:creationId xmlns:a16="http://schemas.microsoft.com/office/drawing/2014/main" id="{A790ECDE-AD1B-4172-9351-4F95C9BE311C}"/>
              </a:ext>
            </a:extLst>
          </p:cNvPr>
          <p:cNvSpPr>
            <a:spLocks xmlns:a="http://schemas.openxmlformats.org/drawingml/2006/main" noGrp="1"/>
          </p:cNvSpPr>
          <p:nvPr/>
        </p:nvSpPr>
        <p:spPr>
          <a:xfrm xmlns:a="http://schemas.openxmlformats.org/drawingml/2006/main">
            <a:off x="723900" y="21812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DIMENSION</a:t>
            </a:r>
          </a:p>
        </p:txBody>
      </p:sp>
      <p:sp>
        <p:nvSpPr>
          <p:cNvPr id="9" name="">
            <a:extLst xmlns:a="http://schemas.openxmlformats.org/drawingml/2006/main">
              <a:ext uri="{FF2B5EF4-FFF2-40B4-BE49-F238E27FC236}">
                <a16:creationId xmlns:a16="http://schemas.microsoft.com/office/drawing/2014/main" id="{6E214DB5-C6B0-441F-AB63-2C90B4E2EE60}"/>
              </a:ext>
            </a:extLst>
          </p:cNvPr>
          <p:cNvSpPr>
            <a:spLocks xmlns:a="http://schemas.openxmlformats.org/drawingml/2006/main" noGrp="1"/>
          </p:cNvSpPr>
          <p:nvPr/>
        </p:nvSpPr>
        <p:spPr>
          <a:xfrm xmlns:a="http://schemas.openxmlformats.org/drawingml/2006/main">
            <a:off x="2057400" y="20574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0" name="">
            <a:extLst xmlns:a="http://schemas.openxmlformats.org/drawingml/2006/main">
              <a:ext uri="{FF2B5EF4-FFF2-40B4-BE49-F238E27FC236}">
                <a16:creationId xmlns:a16="http://schemas.microsoft.com/office/drawing/2014/main" id="{F7BA7643-D843-48C3-A0FA-D80BA7885637}"/>
              </a:ext>
            </a:extLst>
          </p:cNvPr>
          <p:cNvSpPr>
            <a:spLocks xmlns:a="http://schemas.openxmlformats.org/drawingml/2006/main" noGrp="1"/>
          </p:cNvSpPr>
          <p:nvPr/>
        </p:nvSpPr>
        <p:spPr>
          <a:xfrm xmlns:a="http://schemas.openxmlformats.org/drawingml/2006/main">
            <a:off x="2152650" y="21812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DOCUMENTED STATE</a:t>
            </a:r>
          </a:p>
        </p:txBody>
      </p:sp>
      <p:sp>
        <p:nvSpPr>
          <p:cNvPr id="11" name="">
            <a:extLst xmlns:a="http://schemas.openxmlformats.org/drawingml/2006/main">
              <a:ext uri="{FF2B5EF4-FFF2-40B4-BE49-F238E27FC236}">
                <a16:creationId xmlns:a16="http://schemas.microsoft.com/office/drawing/2014/main" id="{334B10BD-3D43-4D7F-993D-44ACA6868E35}"/>
              </a:ext>
            </a:extLst>
          </p:cNvPr>
          <p:cNvSpPr>
            <a:spLocks xmlns:a="http://schemas.openxmlformats.org/drawingml/2006/main" noGrp="1"/>
          </p:cNvSpPr>
          <p:nvPr/>
        </p:nvSpPr>
        <p:spPr>
          <a:xfrm xmlns:a="http://schemas.openxmlformats.org/drawingml/2006/main">
            <a:off x="4962525" y="20574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2" name="">
            <a:extLst xmlns:a="http://schemas.openxmlformats.org/drawingml/2006/main">
              <a:ext uri="{FF2B5EF4-FFF2-40B4-BE49-F238E27FC236}">
                <a16:creationId xmlns:a16="http://schemas.microsoft.com/office/drawing/2014/main" id="{DF161855-4E32-4122-8D12-DA663CE3D2B3}"/>
              </a:ext>
            </a:extLst>
          </p:cNvPr>
          <p:cNvSpPr>
            <a:spLocks xmlns:a="http://schemas.openxmlformats.org/drawingml/2006/main" noGrp="1"/>
          </p:cNvSpPr>
          <p:nvPr/>
        </p:nvSpPr>
        <p:spPr>
          <a:xfrm xmlns:a="http://schemas.openxmlformats.org/drawingml/2006/main">
            <a:off x="5057775" y="21812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13" name="">
            <a:extLst xmlns:a="http://schemas.openxmlformats.org/drawingml/2006/main">
              <a:ext uri="{FF2B5EF4-FFF2-40B4-BE49-F238E27FC236}">
                <a16:creationId xmlns:a16="http://schemas.microsoft.com/office/drawing/2014/main" id="{FE47420E-B972-412F-9D1C-B09EF6238495}"/>
              </a:ext>
            </a:extLst>
          </p:cNvPr>
          <p:cNvSpPr>
            <a:spLocks xmlns:a="http://schemas.openxmlformats.org/drawingml/2006/main" noGrp="1"/>
          </p:cNvSpPr>
          <p:nvPr/>
        </p:nvSpPr>
        <p:spPr>
          <a:xfrm xmlns:a="http://schemas.openxmlformats.org/drawingml/2006/main">
            <a:off x="7867650" y="20574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4" name="">
            <a:extLst xmlns:a="http://schemas.openxmlformats.org/drawingml/2006/main">
              <a:ext uri="{FF2B5EF4-FFF2-40B4-BE49-F238E27FC236}">
                <a16:creationId xmlns:a16="http://schemas.microsoft.com/office/drawing/2014/main" id="{FCB2AA93-B9CE-4929-873C-597F33C756A4}"/>
              </a:ext>
            </a:extLst>
          </p:cNvPr>
          <p:cNvSpPr>
            <a:spLocks xmlns:a="http://schemas.openxmlformats.org/drawingml/2006/main" noGrp="1"/>
          </p:cNvSpPr>
          <p:nvPr/>
        </p:nvSpPr>
        <p:spPr>
          <a:xfrm xmlns:a="http://schemas.openxmlformats.org/drawingml/2006/main">
            <a:off x="7962900" y="21812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IMPROVEMENT PATH</a:t>
            </a:r>
          </a:p>
        </p:txBody>
      </p:sp>
      <p:sp>
        <p:nvSpPr>
          <p:cNvPr id="15" name="">
            <a:extLst xmlns:a="http://schemas.openxmlformats.org/drawingml/2006/main">
              <a:ext uri="{FF2B5EF4-FFF2-40B4-BE49-F238E27FC236}">
                <a16:creationId xmlns:a16="http://schemas.microsoft.com/office/drawing/2014/main" id="{9BC469FD-28B8-4D2E-8122-261C775D37B1}"/>
              </a:ext>
            </a:extLst>
          </p:cNvPr>
          <p:cNvSpPr>
            <a:spLocks xmlns:a="http://schemas.openxmlformats.org/drawingml/2006/main" noGrp="1"/>
          </p:cNvSpPr>
          <p:nvPr/>
        </p:nvSpPr>
        <p:spPr>
          <a:xfrm xmlns:a="http://schemas.openxmlformats.org/drawingml/2006/main">
            <a:off x="628650" y="2457450"/>
            <a:ext cx="142875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7961D0EA-43F3-4DA8-BCAC-B4D86816807D}"/>
              </a:ext>
            </a:extLst>
          </p:cNvPr>
          <p:cNvSpPr>
            <a:spLocks xmlns:a="http://schemas.openxmlformats.org/drawingml/2006/main" noGrp="1"/>
          </p:cNvSpPr>
          <p:nvPr/>
        </p:nvSpPr>
        <p:spPr>
          <a:xfrm xmlns:a="http://schemas.openxmlformats.org/drawingml/2006/main">
            <a:off x="723900" y="25717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Data</a:t>
            </a:r>
          </a:p>
        </p:txBody>
      </p:sp>
      <p:sp>
        <p:nvSpPr>
          <p:cNvPr id="17" name="">
            <a:extLst xmlns:a="http://schemas.openxmlformats.org/drawingml/2006/main">
              <a:ext uri="{FF2B5EF4-FFF2-40B4-BE49-F238E27FC236}">
                <a16:creationId xmlns:a16="http://schemas.microsoft.com/office/drawing/2014/main" id="{E4D14E49-152C-476B-AF48-3FB23581AEC1}"/>
              </a:ext>
            </a:extLst>
          </p:cNvPr>
          <p:cNvSpPr>
            <a:spLocks xmlns:a="http://schemas.openxmlformats.org/drawingml/2006/main" noGrp="1"/>
          </p:cNvSpPr>
          <p:nvPr/>
        </p:nvSpPr>
        <p:spPr>
          <a:xfrm xmlns:a="http://schemas.openxmlformats.org/drawingml/2006/main">
            <a:off x="2057400" y="24574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2DE5A39A-CAE1-477E-BF5C-346FE12F37C4}"/>
              </a:ext>
            </a:extLst>
          </p:cNvPr>
          <p:cNvSpPr>
            <a:spLocks xmlns:a="http://schemas.openxmlformats.org/drawingml/2006/main" noGrp="1"/>
          </p:cNvSpPr>
          <p:nvPr/>
        </p:nvSpPr>
        <p:spPr>
          <a:xfrm xmlns:a="http://schemas.openxmlformats.org/drawingml/2006/main">
            <a:off x="2152650" y="25717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Small, static dataset; limited attributes</a:t>
            </a:r>
          </a:p>
        </p:txBody>
      </p:sp>
      <p:sp>
        <p:nvSpPr>
          <p:cNvPr id="19" name="">
            <a:extLst xmlns:a="http://schemas.openxmlformats.org/drawingml/2006/main">
              <a:ext uri="{FF2B5EF4-FFF2-40B4-BE49-F238E27FC236}">
                <a16:creationId xmlns:a16="http://schemas.microsoft.com/office/drawing/2014/main" id="{BAF8F093-346F-44A3-8E15-64A31700CEF1}"/>
              </a:ext>
            </a:extLst>
          </p:cNvPr>
          <p:cNvSpPr>
            <a:spLocks xmlns:a="http://schemas.openxmlformats.org/drawingml/2006/main" noGrp="1"/>
          </p:cNvSpPr>
          <p:nvPr/>
        </p:nvSpPr>
        <p:spPr>
          <a:xfrm xmlns:a="http://schemas.openxmlformats.org/drawingml/2006/main">
            <a:off x="4962525" y="24574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A3172FF8-F7C1-4E15-A380-6AB30E01152F}"/>
              </a:ext>
            </a:extLst>
          </p:cNvPr>
          <p:cNvSpPr>
            <a:spLocks xmlns:a="http://schemas.openxmlformats.org/drawingml/2006/main" noGrp="1"/>
          </p:cNvSpPr>
          <p:nvPr/>
        </p:nvSpPr>
        <p:spPr>
          <a:xfrm xmlns:a="http://schemas.openxmlformats.org/drawingml/2006/main">
            <a:off x="5057775" y="25717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May not generalise to a different customer base</a:t>
            </a:r>
          </a:p>
        </p:txBody>
      </p:sp>
      <p:sp>
        <p:nvSpPr>
          <p:cNvPr id="21" name="">
            <a:extLst xmlns:a="http://schemas.openxmlformats.org/drawingml/2006/main">
              <a:ext uri="{FF2B5EF4-FFF2-40B4-BE49-F238E27FC236}">
                <a16:creationId xmlns:a16="http://schemas.microsoft.com/office/drawing/2014/main" id="{BE81A27F-BDBE-4DFA-BB4F-A4AF7D765B25}"/>
              </a:ext>
            </a:extLst>
          </p:cNvPr>
          <p:cNvSpPr>
            <a:spLocks xmlns:a="http://schemas.openxmlformats.org/drawingml/2006/main" noGrp="1"/>
          </p:cNvSpPr>
          <p:nvPr/>
        </p:nvSpPr>
        <p:spPr>
          <a:xfrm xmlns:a="http://schemas.openxmlformats.org/drawingml/2006/main">
            <a:off x="7867650" y="2457450"/>
            <a:ext cx="369570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4F0E4BD8-D3D3-4E5F-A36B-A24025CEF8BE}"/>
              </a:ext>
            </a:extLst>
          </p:cNvPr>
          <p:cNvSpPr>
            <a:spLocks xmlns:a="http://schemas.openxmlformats.org/drawingml/2006/main" noGrp="1"/>
          </p:cNvSpPr>
          <p:nvPr/>
        </p:nvSpPr>
        <p:spPr>
          <a:xfrm xmlns:a="http://schemas.openxmlformats.org/drawingml/2006/main">
            <a:off x="7962900" y="257175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Refresh data and add complaints or usage patterns</a:t>
            </a:r>
          </a:p>
        </p:txBody>
      </p:sp>
      <p:sp>
        <p:nvSpPr>
          <p:cNvPr id="23" name="">
            <a:extLst xmlns:a="http://schemas.openxmlformats.org/drawingml/2006/main">
              <a:ext uri="{FF2B5EF4-FFF2-40B4-BE49-F238E27FC236}">
                <a16:creationId xmlns:a16="http://schemas.microsoft.com/office/drawing/2014/main" id="{272F1DB4-8984-414B-8B1A-03B0ADF82C6A}"/>
              </a:ext>
            </a:extLst>
          </p:cNvPr>
          <p:cNvSpPr>
            <a:spLocks xmlns:a="http://schemas.openxmlformats.org/drawingml/2006/main" noGrp="1"/>
          </p:cNvSpPr>
          <p:nvPr/>
        </p:nvSpPr>
        <p:spPr>
          <a:xfrm xmlns:a="http://schemas.openxmlformats.org/drawingml/2006/main">
            <a:off x="628650" y="3086100"/>
            <a:ext cx="1428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4" name="">
            <a:extLst xmlns:a="http://schemas.openxmlformats.org/drawingml/2006/main">
              <a:ext uri="{FF2B5EF4-FFF2-40B4-BE49-F238E27FC236}">
                <a16:creationId xmlns:a16="http://schemas.microsoft.com/office/drawing/2014/main" id="{AE1F1942-3AFD-4FD9-B230-A333962A7E28}"/>
              </a:ext>
            </a:extLst>
          </p:cNvPr>
          <p:cNvSpPr>
            <a:spLocks xmlns:a="http://schemas.openxmlformats.org/drawingml/2006/main" noGrp="1"/>
          </p:cNvSpPr>
          <p:nvPr/>
        </p:nvSpPr>
        <p:spPr>
          <a:xfrm xmlns:a="http://schemas.openxmlformats.org/drawingml/2006/main">
            <a:off x="723900" y="320040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Model</a:t>
            </a:r>
          </a:p>
        </p:txBody>
      </p:sp>
      <p:sp>
        <p:nvSpPr>
          <p:cNvPr id="25" name="">
            <a:extLst xmlns:a="http://schemas.openxmlformats.org/drawingml/2006/main">
              <a:ext uri="{FF2B5EF4-FFF2-40B4-BE49-F238E27FC236}">
                <a16:creationId xmlns:a16="http://schemas.microsoft.com/office/drawing/2014/main" id="{0438D008-66D3-494C-B7D7-C29A0EFBF5A3}"/>
              </a:ext>
            </a:extLst>
          </p:cNvPr>
          <p:cNvSpPr>
            <a:spLocks xmlns:a="http://schemas.openxmlformats.org/drawingml/2006/main" noGrp="1"/>
          </p:cNvSpPr>
          <p:nvPr/>
        </p:nvSpPr>
        <p:spPr>
          <a:xfrm xmlns:a="http://schemas.openxmlformats.org/drawingml/2006/main">
            <a:off x="2057400" y="30861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6" name="">
            <a:extLst xmlns:a="http://schemas.openxmlformats.org/drawingml/2006/main">
              <a:ext uri="{FF2B5EF4-FFF2-40B4-BE49-F238E27FC236}">
                <a16:creationId xmlns:a16="http://schemas.microsoft.com/office/drawing/2014/main" id="{8FBD24B5-9FD5-4AD8-956B-D7B30D4964D6}"/>
              </a:ext>
            </a:extLst>
          </p:cNvPr>
          <p:cNvSpPr>
            <a:spLocks xmlns:a="http://schemas.openxmlformats.org/drawingml/2006/main" noGrp="1"/>
          </p:cNvSpPr>
          <p:nvPr/>
        </p:nvSpPr>
        <p:spPr>
          <a:xfrm xmlns:a="http://schemas.openxmlformats.org/drawingml/2006/main">
            <a:off x="2152650" y="32004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 Label Encoding</a:t>
            </a:r>
          </a:p>
        </p:txBody>
      </p:sp>
      <p:sp>
        <p:nvSpPr>
          <p:cNvPr id="27" name="">
            <a:extLst xmlns:a="http://schemas.openxmlformats.org/drawingml/2006/main">
              <a:ext uri="{FF2B5EF4-FFF2-40B4-BE49-F238E27FC236}">
                <a16:creationId xmlns:a16="http://schemas.microsoft.com/office/drawing/2014/main" id="{E769AA4E-8C4A-4BB8-92E9-72FC564BA4A3}"/>
              </a:ext>
            </a:extLst>
          </p:cNvPr>
          <p:cNvSpPr>
            <a:spLocks xmlns:a="http://schemas.openxmlformats.org/drawingml/2006/main" noGrp="1"/>
          </p:cNvSpPr>
          <p:nvPr/>
        </p:nvSpPr>
        <p:spPr>
          <a:xfrm xmlns:a="http://schemas.openxmlformats.org/drawingml/2006/main">
            <a:off x="4962525" y="30861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82AED8F6-113F-46FF-A294-2BDE8290CDA4}"/>
              </a:ext>
            </a:extLst>
          </p:cNvPr>
          <p:cNvSpPr>
            <a:spLocks xmlns:a="http://schemas.openxmlformats.org/drawingml/2006/main" noGrp="1"/>
          </p:cNvSpPr>
          <p:nvPr/>
        </p:nvSpPr>
        <p:spPr>
          <a:xfrm xmlns:a="http://schemas.openxmlformats.org/drawingml/2006/main">
            <a:off x="5057775" y="32004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baseline cannot establish the best approach</a:t>
            </a:r>
          </a:p>
        </p:txBody>
      </p:sp>
      <p:sp>
        <p:nvSpPr>
          <p:cNvPr id="29" name="">
            <a:extLst xmlns:a="http://schemas.openxmlformats.org/drawingml/2006/main">
              <a:ext uri="{FF2B5EF4-FFF2-40B4-BE49-F238E27FC236}">
                <a16:creationId xmlns:a16="http://schemas.microsoft.com/office/drawing/2014/main" id="{A37F1B61-FD01-4B65-83E5-8477712198D1}"/>
              </a:ext>
            </a:extLst>
          </p:cNvPr>
          <p:cNvSpPr>
            <a:spLocks xmlns:a="http://schemas.openxmlformats.org/drawingml/2006/main" noGrp="1"/>
          </p:cNvSpPr>
          <p:nvPr/>
        </p:nvSpPr>
        <p:spPr>
          <a:xfrm xmlns:a="http://schemas.openxmlformats.org/drawingml/2006/main">
            <a:off x="7867650" y="3086100"/>
            <a:ext cx="3695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ABCDA02B-44ED-4BE6-8505-B85FADE9F72A}"/>
              </a:ext>
            </a:extLst>
          </p:cNvPr>
          <p:cNvSpPr>
            <a:spLocks xmlns:a="http://schemas.openxmlformats.org/drawingml/2006/main" noGrp="1"/>
          </p:cNvSpPr>
          <p:nvPr/>
        </p:nvSpPr>
        <p:spPr>
          <a:xfrm xmlns:a="http://schemas.openxmlformats.org/drawingml/2006/main">
            <a:off x="7962900" y="320040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Compare other classifiers; use One-Hot Encoding where appropriate</a:t>
            </a:r>
          </a:p>
        </p:txBody>
      </p:sp>
      <p:sp>
        <p:nvSpPr>
          <p:cNvPr id="31" name="">
            <a:extLst xmlns:a="http://schemas.openxmlformats.org/drawingml/2006/main">
              <a:ext uri="{FF2B5EF4-FFF2-40B4-BE49-F238E27FC236}">
                <a16:creationId xmlns:a16="http://schemas.microsoft.com/office/drawing/2014/main" id="{94934601-EF4E-44E0-AC14-D7361E44CA82}"/>
              </a:ext>
            </a:extLst>
          </p:cNvPr>
          <p:cNvSpPr>
            <a:spLocks xmlns:a="http://schemas.openxmlformats.org/drawingml/2006/main" noGrp="1"/>
          </p:cNvSpPr>
          <p:nvPr/>
        </p:nvSpPr>
        <p:spPr>
          <a:xfrm xmlns:a="http://schemas.openxmlformats.org/drawingml/2006/main">
            <a:off x="628650" y="3714750"/>
            <a:ext cx="142875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2" name="">
            <a:extLst xmlns:a="http://schemas.openxmlformats.org/drawingml/2006/main">
              <a:ext uri="{FF2B5EF4-FFF2-40B4-BE49-F238E27FC236}">
                <a16:creationId xmlns:a16="http://schemas.microsoft.com/office/drawing/2014/main" id="{BCF2FB2D-353D-46D6-8644-866BA95426A0}"/>
              </a:ext>
            </a:extLst>
          </p:cNvPr>
          <p:cNvSpPr>
            <a:spLocks xmlns:a="http://schemas.openxmlformats.org/drawingml/2006/main" noGrp="1"/>
          </p:cNvSpPr>
          <p:nvPr/>
        </p:nvSpPr>
        <p:spPr>
          <a:xfrm xmlns:a="http://schemas.openxmlformats.org/drawingml/2006/main">
            <a:off x="723900" y="38290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Validation</a:t>
            </a:r>
          </a:p>
        </p:txBody>
      </p:sp>
      <p:sp>
        <p:nvSpPr>
          <p:cNvPr id="33" name="">
            <a:extLst xmlns:a="http://schemas.openxmlformats.org/drawingml/2006/main">
              <a:ext uri="{FF2B5EF4-FFF2-40B4-BE49-F238E27FC236}">
                <a16:creationId xmlns:a16="http://schemas.microsoft.com/office/drawing/2014/main" id="{C67DD42C-C94A-4CD9-A78D-93C3751A37AE}"/>
              </a:ext>
            </a:extLst>
          </p:cNvPr>
          <p:cNvSpPr>
            <a:spLocks xmlns:a="http://schemas.openxmlformats.org/drawingml/2006/main" noGrp="1"/>
          </p:cNvSpPr>
          <p:nvPr/>
        </p:nvSpPr>
        <p:spPr>
          <a:xfrm xmlns:a="http://schemas.openxmlformats.org/drawingml/2006/main">
            <a:off x="2057400" y="37147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9E896009-47E5-4C4D-BB10-D12795588C27}"/>
              </a:ext>
            </a:extLst>
          </p:cNvPr>
          <p:cNvSpPr>
            <a:spLocks xmlns:a="http://schemas.openxmlformats.org/drawingml/2006/main" noGrp="1"/>
          </p:cNvSpPr>
          <p:nvPr/>
        </p:nvSpPr>
        <p:spPr>
          <a:xfrm xmlns:a="http://schemas.openxmlformats.org/drawingml/2006/main">
            <a:off x="2152650" y="38290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80:20 hold-out evaluation</a:t>
            </a:r>
          </a:p>
        </p:txBody>
      </p:sp>
      <p:sp>
        <p:nvSpPr>
          <p:cNvPr id="35" name="">
            <a:extLst xmlns:a="http://schemas.openxmlformats.org/drawingml/2006/main">
              <a:ext uri="{FF2B5EF4-FFF2-40B4-BE49-F238E27FC236}">
                <a16:creationId xmlns:a16="http://schemas.microsoft.com/office/drawing/2014/main" id="{F63E0C76-61BA-4829-931F-66022446F27F}"/>
              </a:ext>
            </a:extLst>
          </p:cNvPr>
          <p:cNvSpPr>
            <a:spLocks xmlns:a="http://schemas.openxmlformats.org/drawingml/2006/main" noGrp="1"/>
          </p:cNvSpPr>
          <p:nvPr/>
        </p:nvSpPr>
        <p:spPr>
          <a:xfrm xmlns:a="http://schemas.openxmlformats.org/drawingml/2006/main">
            <a:off x="4962525" y="37147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6" name="">
            <a:extLst xmlns:a="http://schemas.openxmlformats.org/drawingml/2006/main">
              <a:ext uri="{FF2B5EF4-FFF2-40B4-BE49-F238E27FC236}">
                <a16:creationId xmlns:a16="http://schemas.microsoft.com/office/drawing/2014/main" id="{02501453-FE20-4F20-AA4E-D5EC717A738E}"/>
              </a:ext>
            </a:extLst>
          </p:cNvPr>
          <p:cNvSpPr>
            <a:spLocks xmlns:a="http://schemas.openxmlformats.org/drawingml/2006/main" noGrp="1"/>
          </p:cNvSpPr>
          <p:nvPr/>
        </p:nvSpPr>
        <p:spPr>
          <a:xfrm xmlns:a="http://schemas.openxmlformats.org/drawingml/2006/main">
            <a:off x="5057775" y="38290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split provides limited evidence of stability</a:t>
            </a:r>
          </a:p>
        </p:txBody>
      </p:sp>
      <p:sp>
        <p:nvSpPr>
          <p:cNvPr id="37" name="">
            <a:extLst xmlns:a="http://schemas.openxmlformats.org/drawingml/2006/main">
              <a:ext uri="{FF2B5EF4-FFF2-40B4-BE49-F238E27FC236}">
                <a16:creationId xmlns:a16="http://schemas.microsoft.com/office/drawing/2014/main" id="{57E59F7E-BAE6-43CB-82A9-32780E676DC1}"/>
              </a:ext>
            </a:extLst>
          </p:cNvPr>
          <p:cNvSpPr>
            <a:spLocks xmlns:a="http://schemas.openxmlformats.org/drawingml/2006/main" noGrp="1"/>
          </p:cNvSpPr>
          <p:nvPr/>
        </p:nvSpPr>
        <p:spPr>
          <a:xfrm xmlns:a="http://schemas.openxmlformats.org/drawingml/2006/main">
            <a:off x="7867650" y="3714750"/>
            <a:ext cx="369570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A5DC5F1D-2A78-4BB1-99D3-D13331A67F17}"/>
              </a:ext>
            </a:extLst>
          </p:cNvPr>
          <p:cNvSpPr>
            <a:spLocks xmlns:a="http://schemas.openxmlformats.org/drawingml/2006/main" noGrp="1"/>
          </p:cNvSpPr>
          <p:nvPr/>
        </p:nvSpPr>
        <p:spPr>
          <a:xfrm xmlns:a="http://schemas.openxmlformats.org/drawingml/2006/main">
            <a:off x="7962900" y="382905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Add cross-validation and hyperparameter tuning</a:t>
            </a:r>
          </a:p>
        </p:txBody>
      </p:sp>
      <p:sp>
        <p:nvSpPr>
          <p:cNvPr id="39" name="">
            <a:extLst xmlns:a="http://schemas.openxmlformats.org/drawingml/2006/main">
              <a:ext uri="{FF2B5EF4-FFF2-40B4-BE49-F238E27FC236}">
                <a16:creationId xmlns:a16="http://schemas.microsoft.com/office/drawing/2014/main" id="{17D1804B-0633-41C0-B658-D699A2A7117A}"/>
              </a:ext>
            </a:extLst>
          </p:cNvPr>
          <p:cNvSpPr>
            <a:spLocks xmlns:a="http://schemas.openxmlformats.org/drawingml/2006/main" noGrp="1"/>
          </p:cNvSpPr>
          <p:nvPr/>
        </p:nvSpPr>
        <p:spPr>
          <a:xfrm xmlns:a="http://schemas.openxmlformats.org/drawingml/2006/main">
            <a:off x="628650" y="4343400"/>
            <a:ext cx="1428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A1FB0D4E-3936-46EF-87A2-E0DF74447584}"/>
              </a:ext>
            </a:extLst>
          </p:cNvPr>
          <p:cNvSpPr>
            <a:spLocks xmlns:a="http://schemas.openxmlformats.org/drawingml/2006/main" noGrp="1"/>
          </p:cNvSpPr>
          <p:nvPr/>
        </p:nvSpPr>
        <p:spPr>
          <a:xfrm xmlns:a="http://schemas.openxmlformats.org/drawingml/2006/main">
            <a:off x="723900" y="445770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Delivery</a:t>
            </a:r>
          </a:p>
        </p:txBody>
      </p:sp>
      <p:sp>
        <p:nvSpPr>
          <p:cNvPr id="41" name="">
            <a:extLst xmlns:a="http://schemas.openxmlformats.org/drawingml/2006/main">
              <a:ext uri="{FF2B5EF4-FFF2-40B4-BE49-F238E27FC236}">
                <a16:creationId xmlns:a16="http://schemas.microsoft.com/office/drawing/2014/main" id="{964F1B28-95D3-4149-B024-3E0B6F14E42B}"/>
              </a:ext>
            </a:extLst>
          </p:cNvPr>
          <p:cNvSpPr>
            <a:spLocks xmlns:a="http://schemas.openxmlformats.org/drawingml/2006/main" noGrp="1"/>
          </p:cNvSpPr>
          <p:nvPr/>
        </p:nvSpPr>
        <p:spPr>
          <a:xfrm xmlns:a="http://schemas.openxmlformats.org/drawingml/2006/main">
            <a:off x="2057400" y="43434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2" name="">
            <a:extLst xmlns:a="http://schemas.openxmlformats.org/drawingml/2006/main">
              <a:ext uri="{FF2B5EF4-FFF2-40B4-BE49-F238E27FC236}">
                <a16:creationId xmlns:a16="http://schemas.microsoft.com/office/drawing/2014/main" id="{6DFBD7D4-FE81-4B7A-ADE4-141CA3971175}"/>
              </a:ext>
            </a:extLst>
          </p:cNvPr>
          <p:cNvSpPr>
            <a:spLocks xmlns:a="http://schemas.openxmlformats.org/drawingml/2006/main" noGrp="1"/>
          </p:cNvSpPr>
          <p:nvPr/>
        </p:nvSpPr>
        <p:spPr>
          <a:xfrm xmlns:a="http://schemas.openxmlformats.org/drawingml/2006/main">
            <a:off x="2152650" y="44577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Offline data; no live CRM connection</a:t>
            </a:r>
          </a:p>
        </p:txBody>
      </p:sp>
      <p:sp>
        <p:nvSpPr>
          <p:cNvPr id="43" name="">
            <a:extLst xmlns:a="http://schemas.openxmlformats.org/drawingml/2006/main">
              <a:ext uri="{FF2B5EF4-FFF2-40B4-BE49-F238E27FC236}">
                <a16:creationId xmlns:a16="http://schemas.microsoft.com/office/drawing/2014/main" id="{4442C03B-48A4-4319-9BCC-7414749F5BC8}"/>
              </a:ext>
            </a:extLst>
          </p:cNvPr>
          <p:cNvSpPr>
            <a:spLocks xmlns:a="http://schemas.openxmlformats.org/drawingml/2006/main" noGrp="1"/>
          </p:cNvSpPr>
          <p:nvPr/>
        </p:nvSpPr>
        <p:spPr>
          <a:xfrm xmlns:a="http://schemas.openxmlformats.org/drawingml/2006/main">
            <a:off x="4962525" y="43434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4" name="">
            <a:extLst xmlns:a="http://schemas.openxmlformats.org/drawingml/2006/main">
              <a:ext uri="{FF2B5EF4-FFF2-40B4-BE49-F238E27FC236}">
                <a16:creationId xmlns:a16="http://schemas.microsoft.com/office/drawing/2014/main" id="{F131F9F3-F2DD-413B-881A-C298BB645C00}"/>
              </a:ext>
            </a:extLst>
          </p:cNvPr>
          <p:cNvSpPr>
            <a:spLocks xmlns:a="http://schemas.openxmlformats.org/drawingml/2006/main" noGrp="1"/>
          </p:cNvSpPr>
          <p:nvPr/>
        </p:nvSpPr>
        <p:spPr>
          <a:xfrm xmlns:a="http://schemas.openxmlformats.org/drawingml/2006/main">
            <a:off x="5057775" y="44577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Predictions remain separate from daily operations</a:t>
            </a:r>
          </a:p>
        </p:txBody>
      </p:sp>
      <p:sp>
        <p:nvSpPr>
          <p:cNvPr id="45" name="">
            <a:extLst xmlns:a="http://schemas.openxmlformats.org/drawingml/2006/main">
              <a:ext uri="{FF2B5EF4-FFF2-40B4-BE49-F238E27FC236}">
                <a16:creationId xmlns:a16="http://schemas.microsoft.com/office/drawing/2014/main" id="{28380AB4-40D0-42B6-9321-8F8D75C15310}"/>
              </a:ext>
            </a:extLst>
          </p:cNvPr>
          <p:cNvSpPr>
            <a:spLocks xmlns:a="http://schemas.openxmlformats.org/drawingml/2006/main" noGrp="1"/>
          </p:cNvSpPr>
          <p:nvPr/>
        </p:nvSpPr>
        <p:spPr>
          <a:xfrm xmlns:a="http://schemas.openxmlformats.org/drawingml/2006/main">
            <a:off x="7867650" y="4343400"/>
            <a:ext cx="3695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6" name="">
            <a:extLst xmlns:a="http://schemas.openxmlformats.org/drawingml/2006/main">
              <a:ext uri="{FF2B5EF4-FFF2-40B4-BE49-F238E27FC236}">
                <a16:creationId xmlns:a16="http://schemas.microsoft.com/office/drawing/2014/main" id="{A21A1A35-D1C6-4C67-92AE-14ED6A347ABC}"/>
              </a:ext>
            </a:extLst>
          </p:cNvPr>
          <p:cNvSpPr>
            <a:spLocks xmlns:a="http://schemas.openxmlformats.org/drawingml/2006/main" noGrp="1"/>
          </p:cNvSpPr>
          <p:nvPr/>
        </p:nvSpPr>
        <p:spPr>
          <a:xfrm xmlns:a="http://schemas.openxmlformats.org/drawingml/2006/main">
            <a:off x="7962900" y="445770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Package an application, then integrate refreshed data</a:t>
            </a:r>
          </a:p>
        </p:txBody>
      </p:sp>
      <p:sp>
        <p:nvSpPr>
          <p:cNvPr id="47" name="">
            <a:extLst xmlns:a="http://schemas.openxmlformats.org/drawingml/2006/main">
              <a:ext uri="{FF2B5EF4-FFF2-40B4-BE49-F238E27FC236}">
                <a16:creationId xmlns:a16="http://schemas.microsoft.com/office/drawing/2014/main" id="{928AC7CD-9519-4619-BDEA-3F0B2810089E}"/>
              </a:ext>
            </a:extLst>
          </p:cNvPr>
          <p:cNvSpPr>
            <a:spLocks xmlns:a="http://schemas.openxmlformats.org/drawingml/2006/main" noGrp="1"/>
          </p:cNvSpPr>
          <p:nvPr/>
        </p:nvSpPr>
        <p:spPr>
          <a:xfrm xmlns:a="http://schemas.openxmlformats.org/drawingml/2006/main">
            <a:off x="628650" y="5200650"/>
            <a:ext cx="177165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8" name="">
            <a:extLst xmlns:a="http://schemas.openxmlformats.org/drawingml/2006/main">
              <a:ext uri="{FF2B5EF4-FFF2-40B4-BE49-F238E27FC236}">
                <a16:creationId xmlns:a16="http://schemas.microsoft.com/office/drawing/2014/main" id="{E2E59638-09C7-48CD-9BAD-D2C399F2633E}"/>
              </a:ext>
            </a:extLst>
          </p:cNvPr>
          <p:cNvSpPr>
            <a:spLocks xmlns:a="http://schemas.openxmlformats.org/drawingml/2006/main" noGrp="1"/>
          </p:cNvSpPr>
          <p:nvPr/>
        </p:nvSpPr>
        <p:spPr>
          <a:xfrm xmlns:a="http://schemas.openxmlformats.org/drawingml/2006/main">
            <a:off x="723900" y="5248275"/>
            <a:ext cx="1581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DELIVERY SEQUENCE</a:t>
            </a:r>
          </a:p>
        </p:txBody>
      </p:sp>
      <p:sp>
        <p:nvSpPr>
          <p:cNvPr id="49" name="">
            <a:extLst xmlns:a="http://schemas.openxmlformats.org/drawingml/2006/main">
              <a:ext uri="{FF2B5EF4-FFF2-40B4-BE49-F238E27FC236}">
                <a16:creationId xmlns:a16="http://schemas.microsoft.com/office/drawing/2014/main" id="{0650C7CC-052C-47DE-8365-1D4241015A8D}"/>
              </a:ext>
            </a:extLst>
          </p:cNvPr>
          <p:cNvSpPr>
            <a:spLocks xmlns:a="http://schemas.openxmlformats.org/drawingml/2006/main" noGrp="1"/>
          </p:cNvSpPr>
          <p:nvPr/>
        </p:nvSpPr>
        <p:spPr>
          <a:xfrm xmlns:a="http://schemas.openxmlformats.org/drawingml/2006/main">
            <a:off x="628650" y="5600700"/>
            <a:ext cx="3467100" cy="5143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5547F26B-3F6C-4449-8363-FE3106096C41}"/>
              </a:ext>
            </a:extLst>
          </p:cNvPr>
          <p:cNvSpPr>
            <a:spLocks xmlns:a="http://schemas.openxmlformats.org/drawingml/2006/main" noGrp="1"/>
          </p:cNvSpPr>
          <p:nvPr/>
        </p:nvSpPr>
        <p:spPr>
          <a:xfrm xmlns:a="http://schemas.openxmlformats.org/drawingml/2006/main">
            <a:off x="7620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51" name="">
            <a:extLst xmlns:a="http://schemas.openxmlformats.org/drawingml/2006/main">
              <a:ext uri="{FF2B5EF4-FFF2-40B4-BE49-F238E27FC236}">
                <a16:creationId xmlns:a16="http://schemas.microsoft.com/office/drawing/2014/main" id="{46121DBB-9E54-45F6-91B1-FFE4DE279DA8}"/>
              </a:ext>
            </a:extLst>
          </p:cNvPr>
          <p:cNvSpPr>
            <a:spLocks xmlns:a="http://schemas.openxmlformats.org/drawingml/2006/main" noGrp="1"/>
          </p:cNvSpPr>
          <p:nvPr/>
        </p:nvSpPr>
        <p:spPr>
          <a:xfrm xmlns:a="http://schemas.openxmlformats.org/drawingml/2006/main">
            <a:off x="11239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Strengthen validation</a:t>
            </a:r>
          </a:p>
        </p:txBody>
      </p:sp>
      <p:sp>
        <p:nvSpPr>
          <p:cNvPr id="52" name="">
            <a:extLst xmlns:a="http://schemas.openxmlformats.org/drawingml/2006/main">
              <a:ext uri="{FF2B5EF4-FFF2-40B4-BE49-F238E27FC236}">
                <a16:creationId xmlns:a16="http://schemas.microsoft.com/office/drawing/2014/main" id="{2C86862A-DE27-4AE1-B404-CA2AC5025F3E}"/>
              </a:ext>
            </a:extLst>
          </p:cNvPr>
          <p:cNvSpPr>
            <a:spLocks xmlns:a="http://schemas.openxmlformats.org/drawingml/2006/main" noGrp="1"/>
          </p:cNvSpPr>
          <p:nvPr/>
        </p:nvSpPr>
        <p:spPr>
          <a:xfrm xmlns:a="http://schemas.openxmlformats.org/drawingml/2006/main">
            <a:off x="4095750" y="5857875"/>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3" name="">
            <a:extLst xmlns:a="http://schemas.openxmlformats.org/drawingml/2006/main">
              <a:ext uri="{FF2B5EF4-FFF2-40B4-BE49-F238E27FC236}">
                <a16:creationId xmlns:a16="http://schemas.microsoft.com/office/drawing/2014/main" id="{0AF593DF-3564-443D-B612-A6B8F87462D8}"/>
              </a:ext>
            </a:extLst>
          </p:cNvPr>
          <p:cNvSpPr>
            <a:spLocks xmlns:a="http://schemas.openxmlformats.org/drawingml/2006/main" noGrp="1"/>
          </p:cNvSpPr>
          <p:nvPr/>
        </p:nvSpPr>
        <p:spPr>
          <a:xfrm xmlns:a="http://schemas.openxmlformats.org/drawingml/2006/main">
            <a:off x="4286250" y="5600700"/>
            <a:ext cx="34671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4590A46C-8E94-4CCF-81B0-C127C15CF011}"/>
              </a:ext>
            </a:extLst>
          </p:cNvPr>
          <p:cNvSpPr>
            <a:spLocks xmlns:a="http://schemas.openxmlformats.org/drawingml/2006/main" noGrp="1"/>
          </p:cNvSpPr>
          <p:nvPr/>
        </p:nvSpPr>
        <p:spPr>
          <a:xfrm xmlns:a="http://schemas.openxmlformats.org/drawingml/2006/main">
            <a:off x="44196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55" name="">
            <a:extLst xmlns:a="http://schemas.openxmlformats.org/drawingml/2006/main">
              <a:ext uri="{FF2B5EF4-FFF2-40B4-BE49-F238E27FC236}">
                <a16:creationId xmlns:a16="http://schemas.microsoft.com/office/drawing/2014/main" id="{7965FCDE-8C3B-4974-A298-88091E30DB68}"/>
              </a:ext>
            </a:extLst>
          </p:cNvPr>
          <p:cNvSpPr>
            <a:spLocks xmlns:a="http://schemas.openxmlformats.org/drawingml/2006/main" noGrp="1"/>
          </p:cNvSpPr>
          <p:nvPr/>
        </p:nvSpPr>
        <p:spPr>
          <a:xfrm xmlns:a="http://schemas.openxmlformats.org/drawingml/2006/main">
            <a:off x="47815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Package prediction</a:t>
            </a:r>
          </a:p>
        </p:txBody>
      </p:sp>
      <p:sp>
        <p:nvSpPr>
          <p:cNvPr id="56" name="">
            <a:extLst xmlns:a="http://schemas.openxmlformats.org/drawingml/2006/main">
              <a:ext uri="{FF2B5EF4-FFF2-40B4-BE49-F238E27FC236}">
                <a16:creationId xmlns:a16="http://schemas.microsoft.com/office/drawing/2014/main" id="{BB8AAEA4-D034-4C5E-B0A9-8FB8FE1743B2}"/>
              </a:ext>
            </a:extLst>
          </p:cNvPr>
          <p:cNvSpPr>
            <a:spLocks xmlns:a="http://schemas.openxmlformats.org/drawingml/2006/main" noGrp="1"/>
          </p:cNvSpPr>
          <p:nvPr/>
        </p:nvSpPr>
        <p:spPr>
          <a:xfrm xmlns:a="http://schemas.openxmlformats.org/drawingml/2006/main">
            <a:off x="7753350" y="5857875"/>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7" name="">
            <a:extLst xmlns:a="http://schemas.openxmlformats.org/drawingml/2006/main">
              <a:ext uri="{FF2B5EF4-FFF2-40B4-BE49-F238E27FC236}">
                <a16:creationId xmlns:a16="http://schemas.microsoft.com/office/drawing/2014/main" id="{9A92F38E-D959-4868-8C88-8B6CA636051A}"/>
              </a:ext>
            </a:extLst>
          </p:cNvPr>
          <p:cNvSpPr>
            <a:spLocks xmlns:a="http://schemas.openxmlformats.org/drawingml/2006/main" noGrp="1"/>
          </p:cNvSpPr>
          <p:nvPr/>
        </p:nvSpPr>
        <p:spPr>
          <a:xfrm xmlns:a="http://schemas.openxmlformats.org/drawingml/2006/main">
            <a:off x="7943850" y="5600700"/>
            <a:ext cx="34671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8" name="">
            <a:extLst xmlns:a="http://schemas.openxmlformats.org/drawingml/2006/main">
              <a:ext uri="{FF2B5EF4-FFF2-40B4-BE49-F238E27FC236}">
                <a16:creationId xmlns:a16="http://schemas.microsoft.com/office/drawing/2014/main" id="{59AE4F8D-F36A-4057-9FEF-D85D22881D00}"/>
              </a:ext>
            </a:extLst>
          </p:cNvPr>
          <p:cNvSpPr>
            <a:spLocks xmlns:a="http://schemas.openxmlformats.org/drawingml/2006/main" noGrp="1"/>
          </p:cNvSpPr>
          <p:nvPr/>
        </p:nvSpPr>
        <p:spPr>
          <a:xfrm xmlns:a="http://schemas.openxmlformats.org/drawingml/2006/main">
            <a:off x="80772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59" name="">
            <a:extLst xmlns:a="http://schemas.openxmlformats.org/drawingml/2006/main">
              <a:ext uri="{FF2B5EF4-FFF2-40B4-BE49-F238E27FC236}">
                <a16:creationId xmlns:a16="http://schemas.microsoft.com/office/drawing/2014/main" id="{613CBC4F-5910-4020-86B9-BAB5D4D8AC87}"/>
              </a:ext>
            </a:extLst>
          </p:cNvPr>
          <p:cNvSpPr>
            <a:spLocks xmlns:a="http://schemas.openxmlformats.org/drawingml/2006/main" noGrp="1"/>
          </p:cNvSpPr>
          <p:nvPr/>
        </p:nvSpPr>
        <p:spPr>
          <a:xfrm xmlns:a="http://schemas.openxmlformats.org/drawingml/2006/main">
            <a:off x="84391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Integrate refreshed data</a:t>
            </a:r>
          </a:p>
        </p:txBody>
      </p:sp>
      <p:sp>
        <p:nvSpPr>
          <p:cNvPr id="60" name="">
            <a:extLst xmlns:a="http://schemas.openxmlformats.org/drawingml/2006/main">
              <a:ext uri="{FF2B5EF4-FFF2-40B4-BE49-F238E27FC236}">
                <a16:creationId xmlns:a16="http://schemas.microsoft.com/office/drawing/2014/main" id="{5D8C59BD-3E55-4FE8-AC31-5EDA1B5089D2}"/>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2767E3C1-164F-4CA4-BA9E-94E0C24A4E6F}"/>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a:t>
            </a:r>
          </a:p>
        </p:txBody>
      </p:sp>
    </p:spTree>
    <p:extLst>
      <p:ext uri="{BB962C8B-B14F-4D97-AF65-F5344CB8AC3E}">
        <p14:creationId xmlns:p14="http://schemas.microsoft.com/office/powerpoint/2010/main" val="1938323087"/>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873141-813E-4D18-A3AE-F7216F6C70D3}"/>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PROJECT EVIDENCE</a:t>
            </a:r>
          </a:p>
        </p:txBody>
      </p:sp>
      <p:sp>
        <p:nvSpPr>
          <p:cNvPr id="2" name="">
            <a:extLst xmlns:a="http://schemas.openxmlformats.org/drawingml/2006/main">
              <a:ext uri="{FF2B5EF4-FFF2-40B4-BE49-F238E27FC236}">
                <a16:creationId xmlns:a16="http://schemas.microsoft.com/office/drawing/2014/main" id="{97160CF6-2E77-465A-A2E9-16F0279A391F}"/>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Code</a:t>
            </a:r>
          </a:p>
        </p:txBody>
      </p:sp>
      <p:sp>
        <p:nvSpPr>
          <p:cNvPr id="3" name="">
            <a:extLst xmlns:a="http://schemas.openxmlformats.org/drawingml/2006/main">
              <a:ext uri="{FF2B5EF4-FFF2-40B4-BE49-F238E27FC236}">
                <a16:creationId xmlns:a16="http://schemas.microsoft.com/office/drawing/2014/main" id="{654B9152-CE95-4088-9888-C5A054A236B9}"/>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778E01E9-0D10-4BB1-8833-4C19DAD1E479}"/>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1B61195-8F58-4901-8506-CB7EC4014682}"/>
              </a:ext>
            </a:extLst>
          </p:cNvPr>
          <p:cNvSpPr>
            <a:spLocks xmlns:a="http://schemas.openxmlformats.org/drawingml/2006/main" noGrp="1"/>
          </p:cNvSpPr>
          <p:nvPr/>
        </p:nvSpPr>
        <p:spPr>
          <a:xfrm xmlns:a="http://schemas.openxmlformats.org/drawingml/2006/main">
            <a:off x="628650" y="16002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Paste two or three code screenshots into the editable frames below.</a:t>
            </a:r>
          </a:p>
        </p:txBody>
      </p:sp>
      <p:sp>
        <p:nvSpPr>
          <p:cNvPr id="6" name="">
            <a:extLst xmlns:a="http://schemas.openxmlformats.org/drawingml/2006/main">
              <a:ext uri="{FF2B5EF4-FFF2-40B4-BE49-F238E27FC236}">
                <a16:creationId xmlns:a16="http://schemas.microsoft.com/office/drawing/2014/main" id="{A1E43F7D-7EFC-46D2-A5B4-FB8B73560E69}"/>
              </a:ext>
            </a:extLst>
          </p:cNvPr>
          <p:cNvSpPr>
            <a:spLocks xmlns:a="http://schemas.openxmlformats.org/drawingml/2006/main" noGrp="1"/>
          </p:cNvSpPr>
          <p:nvPr/>
        </p:nvSpPr>
        <p:spPr>
          <a:xfrm xmlns:a="http://schemas.openxmlformats.org/drawingml/2006/main">
            <a:off x="628650" y="2143125"/>
            <a:ext cx="3409950" cy="34290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7" name="">
            <a:extLst xmlns:a="http://schemas.openxmlformats.org/drawingml/2006/main">
              <a:ext uri="{FF2B5EF4-FFF2-40B4-BE49-F238E27FC236}">
                <a16:creationId xmlns:a16="http://schemas.microsoft.com/office/drawing/2014/main" id="{9F9CA2AF-DFF1-4C8C-AE1C-E6CB4A53639A}"/>
              </a:ext>
            </a:extLst>
          </p:cNvPr>
          <p:cNvSpPr>
            <a:spLocks xmlns:a="http://schemas.openxmlformats.org/drawingml/2006/main" noGrp="1"/>
          </p:cNvSpPr>
          <p:nvPr/>
        </p:nvSpPr>
        <p:spPr>
          <a:xfrm xmlns:a="http://schemas.openxmlformats.org/drawingml/2006/main">
            <a:off x="85725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1</a:t>
            </a:r>
          </a:p>
        </p:txBody>
      </p:sp>
      <p:sp>
        <p:nvSpPr>
          <p:cNvPr id="8" name="">
            <a:extLst xmlns:a="http://schemas.openxmlformats.org/drawingml/2006/main">
              <a:ext uri="{FF2B5EF4-FFF2-40B4-BE49-F238E27FC236}">
                <a16:creationId xmlns:a16="http://schemas.microsoft.com/office/drawing/2014/main" id="{34D6FE4B-A134-417D-805D-6C6A8D015895}"/>
              </a:ext>
            </a:extLst>
          </p:cNvPr>
          <p:cNvSpPr>
            <a:spLocks xmlns:a="http://schemas.openxmlformats.org/drawingml/2006/main" noGrp="1"/>
          </p:cNvSpPr>
          <p:nvPr/>
        </p:nvSpPr>
        <p:spPr>
          <a:xfrm xmlns:a="http://schemas.openxmlformats.org/drawingml/2006/main">
            <a:off x="857250"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9" name="">
            <a:extLst xmlns:a="http://schemas.openxmlformats.org/drawingml/2006/main">
              <a:ext uri="{FF2B5EF4-FFF2-40B4-BE49-F238E27FC236}">
                <a16:creationId xmlns:a16="http://schemas.microsoft.com/office/drawing/2014/main" id="{ECBD802A-67CC-4C9A-B8D5-F9AACEC08D45}"/>
              </a:ext>
            </a:extLst>
          </p:cNvPr>
          <p:cNvSpPr>
            <a:spLocks xmlns:a="http://schemas.openxmlformats.org/drawingml/2006/main" noGrp="1"/>
          </p:cNvSpPr>
          <p:nvPr/>
        </p:nvSpPr>
        <p:spPr>
          <a:xfrm xmlns:a="http://schemas.openxmlformats.org/drawingml/2006/main">
            <a:off x="4391025" y="2143125"/>
            <a:ext cx="3409950" cy="34290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10" name="">
            <a:extLst xmlns:a="http://schemas.openxmlformats.org/drawingml/2006/main">
              <a:ext uri="{FF2B5EF4-FFF2-40B4-BE49-F238E27FC236}">
                <a16:creationId xmlns:a16="http://schemas.microsoft.com/office/drawing/2014/main" id="{A80111C6-0543-4FAA-88F3-D476682913DE}"/>
              </a:ext>
            </a:extLst>
          </p:cNvPr>
          <p:cNvSpPr>
            <a:spLocks xmlns:a="http://schemas.openxmlformats.org/drawingml/2006/main" noGrp="1"/>
          </p:cNvSpPr>
          <p:nvPr/>
        </p:nvSpPr>
        <p:spPr>
          <a:xfrm xmlns:a="http://schemas.openxmlformats.org/drawingml/2006/main">
            <a:off x="4619625"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2</a:t>
            </a:r>
          </a:p>
        </p:txBody>
      </p:sp>
      <p:sp>
        <p:nvSpPr>
          <p:cNvPr id="11" name="">
            <a:extLst xmlns:a="http://schemas.openxmlformats.org/drawingml/2006/main">
              <a:ext uri="{FF2B5EF4-FFF2-40B4-BE49-F238E27FC236}">
                <a16:creationId xmlns:a16="http://schemas.microsoft.com/office/drawing/2014/main" id="{90E3CF88-7A8C-4E4A-A73E-5C09F98D41C7}"/>
              </a:ext>
            </a:extLst>
          </p:cNvPr>
          <p:cNvSpPr>
            <a:spLocks xmlns:a="http://schemas.openxmlformats.org/drawingml/2006/main" noGrp="1"/>
          </p:cNvSpPr>
          <p:nvPr/>
        </p:nvSpPr>
        <p:spPr>
          <a:xfrm xmlns:a="http://schemas.openxmlformats.org/drawingml/2006/main">
            <a:off x="4619625"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12" name="">
            <a:extLst xmlns:a="http://schemas.openxmlformats.org/drawingml/2006/main">
              <a:ext uri="{FF2B5EF4-FFF2-40B4-BE49-F238E27FC236}">
                <a16:creationId xmlns:a16="http://schemas.microsoft.com/office/drawing/2014/main" id="{F8A43914-28D0-4D1E-ABA4-F3504E074884}"/>
              </a:ext>
            </a:extLst>
          </p:cNvPr>
          <p:cNvSpPr>
            <a:spLocks xmlns:a="http://schemas.openxmlformats.org/drawingml/2006/main" noGrp="1"/>
          </p:cNvSpPr>
          <p:nvPr/>
        </p:nvSpPr>
        <p:spPr>
          <a:xfrm xmlns:a="http://schemas.openxmlformats.org/drawingml/2006/main">
            <a:off x="8153400" y="2143125"/>
            <a:ext cx="3409950" cy="34290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13" name="">
            <a:extLst xmlns:a="http://schemas.openxmlformats.org/drawingml/2006/main">
              <a:ext uri="{FF2B5EF4-FFF2-40B4-BE49-F238E27FC236}">
                <a16:creationId xmlns:a16="http://schemas.microsoft.com/office/drawing/2014/main" id="{12071CE5-0AAA-47E9-8BCF-BC6FD2AA4AA2}"/>
              </a:ext>
            </a:extLst>
          </p:cNvPr>
          <p:cNvSpPr>
            <a:spLocks xmlns:a="http://schemas.openxmlformats.org/drawingml/2006/main" noGrp="1"/>
          </p:cNvSpPr>
          <p:nvPr/>
        </p:nvSpPr>
        <p:spPr>
          <a:xfrm xmlns:a="http://schemas.openxmlformats.org/drawingml/2006/main">
            <a:off x="838200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3</a:t>
            </a:r>
          </a:p>
        </p:txBody>
      </p:sp>
      <p:sp>
        <p:nvSpPr>
          <p:cNvPr id="14" name="">
            <a:extLst xmlns:a="http://schemas.openxmlformats.org/drawingml/2006/main">
              <a:ext uri="{FF2B5EF4-FFF2-40B4-BE49-F238E27FC236}">
                <a16:creationId xmlns:a16="http://schemas.microsoft.com/office/drawing/2014/main" id="{DB65E0A0-2111-458A-82BF-DDB615BEAD95}"/>
              </a:ext>
            </a:extLst>
          </p:cNvPr>
          <p:cNvSpPr>
            <a:spLocks xmlns:a="http://schemas.openxmlformats.org/drawingml/2006/main" noGrp="1"/>
          </p:cNvSpPr>
          <p:nvPr/>
        </p:nvSpPr>
        <p:spPr>
          <a:xfrm xmlns:a="http://schemas.openxmlformats.org/drawingml/2006/main">
            <a:off x="8382000"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15" name="">
            <a:extLst xmlns:a="http://schemas.openxmlformats.org/drawingml/2006/main">
              <a:ext uri="{FF2B5EF4-FFF2-40B4-BE49-F238E27FC236}">
                <a16:creationId xmlns:a16="http://schemas.microsoft.com/office/drawing/2014/main" id="{160DD61C-ADB9-4E7D-9BAC-CDE0709F9ECA}"/>
              </a:ext>
            </a:extLst>
          </p:cNvPr>
          <p:cNvSpPr>
            <a:spLocks xmlns:a="http://schemas.openxmlformats.org/drawingml/2006/main" noGrp="1"/>
          </p:cNvSpPr>
          <p:nvPr/>
        </p:nvSpPr>
        <p:spPr>
          <a:xfrm xmlns:a="http://schemas.openxmlformats.org/drawingml/2006/main">
            <a:off x="628650" y="5857875"/>
            <a:ext cx="1093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Suggested coverage: preprocessing  |  model training  |  prediction output</a:t>
            </a:r>
          </a:p>
        </p:txBody>
      </p:sp>
      <p:sp>
        <p:nvSpPr>
          <p:cNvPr id="16" name="">
            <a:extLst xmlns:a="http://schemas.openxmlformats.org/drawingml/2006/main">
              <a:ext uri="{FF2B5EF4-FFF2-40B4-BE49-F238E27FC236}">
                <a16:creationId xmlns:a16="http://schemas.microsoft.com/office/drawing/2014/main" id="{AC062149-7795-4FAE-A574-8FD8041CFE71}"/>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7" name="">
            <a:extLst xmlns:a="http://schemas.openxmlformats.org/drawingml/2006/main">
              <a:ext uri="{FF2B5EF4-FFF2-40B4-BE49-F238E27FC236}">
                <a16:creationId xmlns:a16="http://schemas.microsoft.com/office/drawing/2014/main" id="{9276046F-C431-417F-9F54-981F5B225F52}"/>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Editable image placeholders</a:t>
            </a:r>
          </a:p>
        </p:txBody>
      </p:sp>
    </p:spTree>
    <p:extLst>
      <p:ext uri="{BB962C8B-B14F-4D97-AF65-F5344CB8AC3E}">
        <p14:creationId xmlns:p14="http://schemas.microsoft.com/office/powerpoint/2010/main" val="757800450"/>
      </p:ext>
    </p:extLst>
  </p:cSld>
</p:sld>
</file>

<file path=ppt/slides/slide8.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78F20B-7C50-46FA-A139-BB769B29A5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6DB5142B-E32F-40A5-A8C1-2794B7CCE3B5}"/>
              </a:ext>
            </a:extLst>
          </p:cNvPr>
          <p:cNvSpPr>
            <a:spLocks xmlns:a="http://schemas.openxmlformats.org/drawingml/2006/main" noGrp="1"/>
          </p:cNvSpPr>
          <p:nvPr/>
        </p:nvSpPr>
        <p:spPr>
          <a:xfrm xmlns:a="http://schemas.openxmlformats.org/drawingml/2006/main">
            <a:off x="685800" y="819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CERTIFICATE</a:t>
            </a:r>
          </a:p>
        </p:txBody>
      </p:sp>
      <p:sp>
        <p:nvSpPr>
          <p:cNvPr id="3" name="">
            <a:extLst xmlns:a="http://schemas.openxmlformats.org/drawingml/2006/main">
              <a:ext uri="{FF2B5EF4-FFF2-40B4-BE49-F238E27FC236}">
                <a16:creationId xmlns:a16="http://schemas.microsoft.com/office/drawing/2014/main" id="{58C33131-CB38-486F-8FAB-A804333EA02E}"/>
              </a:ext>
            </a:extLst>
          </p:cNvPr>
          <p:cNvSpPr>
            <a:spLocks xmlns:a="http://schemas.openxmlformats.org/drawingml/2006/main" noGrp="1"/>
          </p:cNvSpPr>
          <p:nvPr/>
        </p:nvSpPr>
        <p:spPr>
          <a:xfrm xmlns:a="http://schemas.openxmlformats.org/drawingml/2006/main">
            <a:off x="685800" y="146685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275" b="1" i="0">
                <a:solidFill>
                  <a:srgbClr val="202024"/>
                </a:solidFill>
                <a:latin typeface="Arial"/>
                <a:ea typeface="Arial"/>
                <a:cs typeface="Arial"/>
              </a:defRPr>
            </a:pPr>
            <a:r>
              <a:rPr sz="4275" b="1" i="0">
                <a:solidFill>
                  <a:srgbClr val="202024"/>
                </a:solidFill>
                <a:latin typeface="Arial"/>
                <a:ea typeface="Arial"/>
                <a:cs typeface="Arial"/>
              </a:rPr>
              <a:t>Certificate</a:t>
            </a:r>
          </a:p>
        </p:txBody>
      </p:sp>
      <p:sp>
        <p:nvSpPr>
          <p:cNvPr id="4" name="">
            <a:extLst xmlns:a="http://schemas.openxmlformats.org/drawingml/2006/main">
              <a:ext uri="{FF2B5EF4-FFF2-40B4-BE49-F238E27FC236}">
                <a16:creationId xmlns:a16="http://schemas.microsoft.com/office/drawing/2014/main" id="{FB3E105B-80DF-49B6-9B7F-AF068FF50B94}"/>
              </a:ext>
            </a:extLst>
          </p:cNvPr>
          <p:cNvSpPr>
            <a:spLocks xmlns:a="http://schemas.openxmlformats.org/drawingml/2006/main" noGrp="1"/>
          </p:cNvSpPr>
          <p:nvPr/>
        </p:nvSpPr>
        <p:spPr>
          <a:xfrm xmlns:a="http://schemas.openxmlformats.org/drawingml/2006/main">
            <a:off x="723900" y="26289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Paste the participant certificate in the frame.</a:t>
            </a:r>
          </a:p>
        </p:txBody>
      </p:sp>
      <p:sp>
        <p:nvSpPr>
          <p:cNvPr id="5" name="">
            <a:extLst xmlns:a="http://schemas.openxmlformats.org/drawingml/2006/main">
              <a:ext uri="{FF2B5EF4-FFF2-40B4-BE49-F238E27FC236}">
                <a16:creationId xmlns:a16="http://schemas.microsoft.com/office/drawing/2014/main" id="{FB0B97AF-9724-4BBB-981C-6CA89ECD95FA}"/>
              </a:ext>
            </a:extLst>
          </p:cNvPr>
          <p:cNvSpPr>
            <a:spLocks xmlns:a="http://schemas.openxmlformats.org/drawingml/2006/main" noGrp="1"/>
          </p:cNvSpPr>
          <p:nvPr/>
        </p:nvSpPr>
        <p:spPr>
          <a:xfrm xmlns:a="http://schemas.openxmlformats.org/drawingml/2006/main">
            <a:off x="723900" y="37147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E441D88E-826C-4EB9-9D39-47A4DAA7A5F3}"/>
              </a:ext>
            </a:extLst>
          </p:cNvPr>
          <p:cNvSpPr>
            <a:spLocks xmlns:a="http://schemas.openxmlformats.org/drawingml/2006/main" noGrp="1"/>
          </p:cNvSpPr>
          <p:nvPr/>
        </p:nvSpPr>
        <p:spPr>
          <a:xfrm xmlns:a="http://schemas.openxmlformats.org/drawingml/2006/main">
            <a:off x="723900" y="396240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Keep the full certificate visible.</a:t>
            </a:r>
          </a:p>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Use Fit rather than Crop.</a:t>
            </a:r>
          </a:p>
        </p:txBody>
      </p:sp>
      <p:sp>
        <p:nvSpPr>
          <p:cNvPr id="7" name="">
            <a:extLst xmlns:a="http://schemas.openxmlformats.org/drawingml/2006/main">
              <a:ext uri="{FF2B5EF4-FFF2-40B4-BE49-F238E27FC236}">
                <a16:creationId xmlns:a16="http://schemas.microsoft.com/office/drawing/2014/main" id="{06F67026-7196-4E9E-B21E-72A5409811C8}"/>
              </a:ext>
            </a:extLst>
          </p:cNvPr>
          <p:cNvSpPr>
            <a:spLocks xmlns:a="http://schemas.openxmlformats.org/drawingml/2006/main" noGrp="1"/>
          </p:cNvSpPr>
          <p:nvPr/>
        </p:nvSpPr>
        <p:spPr>
          <a:xfrm xmlns:a="http://schemas.openxmlformats.org/drawingml/2006/main">
            <a:off x="4095750" y="685800"/>
            <a:ext cx="7334250" cy="54864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1CAEB5B2-096F-42AE-A43E-9853C8BB7FFD}"/>
              </a:ext>
            </a:extLst>
          </p:cNvPr>
          <p:cNvSpPr>
            <a:spLocks xmlns:a="http://schemas.openxmlformats.org/drawingml/2006/main" noGrp="1"/>
          </p:cNvSpPr>
          <p:nvPr/>
        </p:nvSpPr>
        <p:spPr>
          <a:xfrm xmlns:a="http://schemas.openxmlformats.org/drawingml/2006/main">
            <a:off x="4476750" y="29622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CERTIFICATE IMAGE</a:t>
            </a:r>
          </a:p>
        </p:txBody>
      </p:sp>
      <p:sp>
        <p:nvSpPr>
          <p:cNvPr id="9" name="">
            <a:extLst xmlns:a="http://schemas.openxmlformats.org/drawingml/2006/main">
              <a:ext uri="{FF2B5EF4-FFF2-40B4-BE49-F238E27FC236}">
                <a16:creationId xmlns:a16="http://schemas.microsoft.com/office/drawing/2014/main" id="{C05949F0-2353-46F0-9751-51C2D94BB340}"/>
              </a:ext>
            </a:extLst>
          </p:cNvPr>
          <p:cNvSpPr>
            <a:spLocks xmlns:a="http://schemas.openxmlformats.org/drawingml/2006/main" noGrp="1"/>
          </p:cNvSpPr>
          <p:nvPr/>
        </p:nvSpPr>
        <p:spPr>
          <a:xfrm xmlns:a="http://schemas.openxmlformats.org/drawingml/2006/main">
            <a:off x="4476750" y="33909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202024"/>
                </a:solidFill>
                <a:latin typeface="Arial"/>
                <a:ea typeface="Arial"/>
                <a:cs typeface="Arial"/>
              </a:defRPr>
            </a:pPr>
            <a:r>
              <a:rPr sz="1575" b="0" i="1">
                <a:solidFill>
                  <a:srgbClr val="202024"/>
                </a:solidFill>
                <a:latin typeface="Arial"/>
                <a:ea typeface="Arial"/>
                <a:cs typeface="Arial"/>
              </a:rPr>
              <a:t>Paste image here</a:t>
            </a:r>
          </a:p>
        </p:txBody>
      </p:sp>
    </p:spTree>
    <p:extLst>
      <p:ext uri="{BB962C8B-B14F-4D97-AF65-F5344CB8AC3E}">
        <p14:creationId xmlns:p14="http://schemas.microsoft.com/office/powerpoint/2010/main" val="48073400"/>
      </p:ext>
    </p:extLst>
  </p:cSld>
</p:sld>
</file>

<file path=ppt/slides/slide9.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7061D5-43B2-41DB-BB01-D76B0A1C7BCE}"/>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575" b="1" i="0">
                <a:solidFill>
                  <a:srgbClr val="202024"/>
                </a:solidFill>
                <a:latin typeface="Arial"/>
                <a:ea typeface="Arial"/>
                <a:cs typeface="Arial"/>
              </a:defRPr>
            </a:pPr>
            <a:r>
              <a:rPr sz="4575" b="1" i="0">
                <a:solidFill>
                  <a:srgbClr val="202024"/>
                </a:solidFill>
                <a:latin typeface="Arial"/>
                <a:ea typeface="Arial"/>
                <a:cs typeface="Arial"/>
              </a:rPr>
              <a:t>Thank you</a:t>
            </a:r>
          </a:p>
        </p:txBody>
      </p:sp>
    </p:spTree>
    <p:extLst>
      <p:ext uri="{BB962C8B-B14F-4D97-AF65-F5344CB8AC3E}">
        <p14:creationId xmlns:p14="http://schemas.microsoft.com/office/powerpoint/2010/main" val="1504423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2026-09-14T18:29:26.9260000Z</dcterms:created>
  <dcterms:modified xsi:type="dcterms:W3CDTF">2026-09-14T18:29:26.9260000Z</dcterms:modified>
</coreProperties>
</file>