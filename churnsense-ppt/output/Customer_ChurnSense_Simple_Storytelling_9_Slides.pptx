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bb560e1b5d04330" /><Relationship Type="http://schemas.openxmlformats.org/officeDocument/2006/relationships/extended-properties" Target="/docProps/app.xml" Id="R88b5650a46b241a6" /><Relationship Type="http://schemas.openxmlformats.org/officeDocument/2006/relationships/officeDocument" Target="/ppt/presentation.xml" Id="R86705aa6cbf8404f" /></Relationships>
</file>

<file path=ppt/presentation.xml><?xml version="1.0" encoding="utf-8"?>
<p:presentation xmlns:p="http://schemas.openxmlformats.org/presentationml/2006/main">
  <p:sldMasterIdLst>
    <p:sldMasterId xmlns:r="http://schemas.openxmlformats.org/officeDocument/2006/relationships" id="2147483648" r:id="R04849fb0a43c4ef0"/>
  </p:sldMasterIdLst>
  <p:notesMasterIdLst>
    <p:notesMasterId xmlns:r="http://schemas.openxmlformats.org/officeDocument/2006/relationships" r:id="R76d1e2dfcfb54920"/>
  </p:notesMasterIdLst>
  <p:sldIdLst>
    <p:sldId xmlns:r="http://schemas.openxmlformats.org/officeDocument/2006/relationships" id="256" r:id="R6299ad1336df4f57"/>
    <p:sldId xmlns:r="http://schemas.openxmlformats.org/officeDocument/2006/relationships" id="257" r:id="R03abee6fc4ec4c93"/>
    <p:sldId xmlns:r="http://schemas.openxmlformats.org/officeDocument/2006/relationships" id="258" r:id="R3b0ed4f90d1a45e2"/>
    <p:sldId xmlns:r="http://schemas.openxmlformats.org/officeDocument/2006/relationships" id="259" r:id="R546916b9c47d4bd7"/>
    <p:sldId xmlns:r="http://schemas.openxmlformats.org/officeDocument/2006/relationships" id="260" r:id="R2704b96c017d4583"/>
    <p:sldId xmlns:r="http://schemas.openxmlformats.org/officeDocument/2006/relationships" id="261" r:id="R21401ed0cb0c4d0a"/>
    <p:sldId xmlns:r="http://schemas.openxmlformats.org/officeDocument/2006/relationships" id="262" r:id="Rb9adf677db9e4dc9"/>
    <p:sldId xmlns:r="http://schemas.openxmlformats.org/officeDocument/2006/relationships" id="263" r:id="R710e46dd5af7453f"/>
    <p:sldId xmlns:r="http://schemas.openxmlformats.org/officeDocument/2006/relationships" id="264" r:id="R52f8148fa956452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e7b9b2683bf4ea1" /><Relationship Type="http://schemas.openxmlformats.org/officeDocument/2006/relationships/slideMaster" Target="/ppt/slideMasters/slideMaster1.xml" Id="R04849fb0a43c4ef0" /><Relationship Type="http://schemas.openxmlformats.org/officeDocument/2006/relationships/notesMaster" Target="/ppt/notesMasters/notesMaster1.xml" Id="R76d1e2dfcfb54920" /><Relationship Type="http://schemas.openxmlformats.org/officeDocument/2006/relationships/presProps" Target="/ppt/presProps.xml" Id="Rf9ccfc7f90434a39" /><Relationship Type="http://schemas.openxmlformats.org/officeDocument/2006/relationships/tableStyles" Target="/ppt/tableStyles.xml" Id="R0c9e30c4b1c941c5" /><Relationship Type="http://schemas.openxmlformats.org/officeDocument/2006/relationships/slide" Target="/ppt/slides/slide1.xml" Id="R6299ad1336df4f57" /><Relationship Type="http://schemas.openxmlformats.org/officeDocument/2006/relationships/slide" Target="/ppt/slides/slide2.xml" Id="R03abee6fc4ec4c93" /><Relationship Type="http://schemas.openxmlformats.org/officeDocument/2006/relationships/slide" Target="/ppt/slides/slide3.xml" Id="R3b0ed4f90d1a45e2" /><Relationship Type="http://schemas.openxmlformats.org/officeDocument/2006/relationships/slide" Target="/ppt/slides/slide4.xml" Id="R546916b9c47d4bd7" /><Relationship Type="http://schemas.openxmlformats.org/officeDocument/2006/relationships/slide" Target="/ppt/slides/slide5.xml" Id="R2704b96c017d4583" /><Relationship Type="http://schemas.openxmlformats.org/officeDocument/2006/relationships/slide" Target="/ppt/slides/slide6.xml" Id="R21401ed0cb0c4d0a" /><Relationship Type="http://schemas.openxmlformats.org/officeDocument/2006/relationships/slide" Target="/ppt/slides/slide7.xml" Id="Rb9adf677db9e4dc9" /><Relationship Type="http://schemas.openxmlformats.org/officeDocument/2006/relationships/slide" Target="/ppt/slides/slide8.xml" Id="R710e46dd5af7453f" /><Relationship Type="http://schemas.openxmlformats.org/officeDocument/2006/relationships/slide" Target="/ppt/slides/slide9.xml" Id="R52f8148fa956452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b01bc1011b84e9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b8ce8732aef4890" /><Relationship Type="http://schemas.openxmlformats.org/officeDocument/2006/relationships/notesMaster" Target="/ppt/notesMasters/notesMaster1.xml" Id="R2e7b47fe0f4a4208" /></Relationships>
</file>

<file path=ppt/notesSlides/_rels/notesSlide2.xml.rels>&#65279;<?xml version="1.0" encoding="utf-8"?><Relationships xmlns="http://schemas.openxmlformats.org/package/2006/relationships"><Relationship Type="http://schemas.openxmlformats.org/officeDocument/2006/relationships/slide" Target="/ppt/slides/slide2.xml" Id="R1b598a6f2e4f4fb2" /><Relationship Type="http://schemas.openxmlformats.org/officeDocument/2006/relationships/notesMaster" Target="/ppt/notesMasters/notesMaster1.xml" Id="R694a4f717f31437d" /></Relationships>
</file>

<file path=ppt/notesSlides/_rels/notesSlide3.xml.rels>&#65279;<?xml version="1.0" encoding="utf-8"?><Relationships xmlns="http://schemas.openxmlformats.org/package/2006/relationships"><Relationship Type="http://schemas.openxmlformats.org/officeDocument/2006/relationships/slide" Target="/ppt/slides/slide3.xml" Id="R6ecc366b27984165" /><Relationship Type="http://schemas.openxmlformats.org/officeDocument/2006/relationships/notesMaster" Target="/ppt/notesMasters/notesMaster1.xml" Id="R74d0ba5700084ea3" /></Relationships>
</file>

<file path=ppt/notesSlides/_rels/notesSlide4.xml.rels>&#65279;<?xml version="1.0" encoding="utf-8"?><Relationships xmlns="http://schemas.openxmlformats.org/package/2006/relationships"><Relationship Type="http://schemas.openxmlformats.org/officeDocument/2006/relationships/slide" Target="/ppt/slides/slide4.xml" Id="Rf5ca5594c0524fa4" /><Relationship Type="http://schemas.openxmlformats.org/officeDocument/2006/relationships/notesMaster" Target="/ppt/notesMasters/notesMaster1.xml" Id="R813521175b5e4221" /></Relationships>
</file>

<file path=ppt/notesSlides/_rels/notesSlide5.xml.rels>&#65279;<?xml version="1.0" encoding="utf-8"?><Relationships xmlns="http://schemas.openxmlformats.org/package/2006/relationships"><Relationship Type="http://schemas.openxmlformats.org/officeDocument/2006/relationships/slide" Target="/ppt/slides/slide5.xml" Id="R29490b7430614912" /><Relationship Type="http://schemas.openxmlformats.org/officeDocument/2006/relationships/notesMaster" Target="/ppt/notesMasters/notesMaster1.xml" Id="R054e2d74977e41a1" /></Relationships>
</file>

<file path=ppt/notesSlides/_rels/notesSlide6.xml.rels>&#65279;<?xml version="1.0" encoding="utf-8"?><Relationships xmlns="http://schemas.openxmlformats.org/package/2006/relationships"><Relationship Type="http://schemas.openxmlformats.org/officeDocument/2006/relationships/slide" Target="/ppt/slides/slide6.xml" Id="R03d9cc0296344485" /><Relationship Type="http://schemas.openxmlformats.org/officeDocument/2006/relationships/notesMaster" Target="/ppt/notesMasters/notesMaster1.xml" Id="R5e69c6a1ceb74e29" /></Relationships>
</file>

<file path=ppt/notesSlides/_rels/notesSlide7.xml.rels>&#65279;<?xml version="1.0" encoding="utf-8"?><Relationships xmlns="http://schemas.openxmlformats.org/package/2006/relationships"><Relationship Type="http://schemas.openxmlformats.org/officeDocument/2006/relationships/slide" Target="/ppt/slides/slide7.xml" Id="R42fc2ceac39d4cd6" /><Relationship Type="http://schemas.openxmlformats.org/officeDocument/2006/relationships/notesMaster" Target="/ppt/notesMasters/notesMaster1.xml" Id="Rf6eed057b1c44c98" /></Relationships>
</file>

<file path=ppt/notesSlides/_rels/notesSlide8.xml.rels>&#65279;<?xml version="1.0" encoding="utf-8"?><Relationships xmlns="http://schemas.openxmlformats.org/package/2006/relationships"><Relationship Type="http://schemas.openxmlformats.org/officeDocument/2006/relationships/slide" Target="/ppt/slides/slide8.xml" Id="Rb3e238cb36c24d24" /><Relationship Type="http://schemas.openxmlformats.org/officeDocument/2006/relationships/notesMaster" Target="/ppt/notesMasters/notesMaster1.xml" Id="R5b274269a57a4b92" /></Relationships>
</file>

<file path=ppt/notesSlides/_rels/notesSlide9.xml.rels>&#65279;<?xml version="1.0" encoding="utf-8"?><Relationships xmlns="http://schemas.openxmlformats.org/package/2006/relationships"><Relationship Type="http://schemas.openxmlformats.org/officeDocument/2006/relationships/slide" Target="/ppt/slides/slide9.xml" Id="R21d70bd4c7a041ab" /><Relationship Type="http://schemas.openxmlformats.org/officeDocument/2006/relationships/notesMaster" Target="/ppt/notesMasters/notesMaster1.xml" Id="R256bcb2d0dba4f9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everyday business problem: companies often discover a customer has left only after cancellation. This project explores whether historical customer information can provide an earlier signal.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Tell the story as a timing gap. The system does not promise to stop churn by itself. It gives the business a chance to look at a customer account earlier.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this non-technical. Each detail says something small about the customer relationship. The model considers them together and returns one of two possible labels: likely to stay or likely to churn.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workflow as a five-step journey. Avoid code details during the main explanation. Mention only that the data is split so the model can be checked on records it did not learn from.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result is a likely class, not a reason for churn and not a guaranteed outcome. A business team should review the customer context before deciding whether any response is appropriate.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the main story with balance. The prototype demonstrates the full learning process, while the synopsis itself lists the limitations and future steps. The next version should be validated on broader data before live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the frames with two or three code screenshots. Suggested coverage: preparing the data, training the Logistic Regression model, and showing the prediction module or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the large placeholder with the participant certificate. Use Fit so the full certificate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Plain closing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f7ef76fb7aa4bd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2512128f6b64db9" /><Relationship Type="http://schemas.openxmlformats.org/officeDocument/2006/relationships/slideLayout" Target="/ppt/slideLayouts/slideLayout1.xml" Id="R16191c6e908146c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6191c6e908146c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f7d3a38800c4d6f" /><Relationship Type="http://schemas.openxmlformats.org/officeDocument/2006/relationships/notesSlide" Target="/ppt/notesSlides/notesSlide1.xml" Id="R9ac4e41dabce42a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e3b3d9fe11f4c3c" /><Relationship Type="http://schemas.openxmlformats.org/officeDocument/2006/relationships/notesSlide" Target="/ppt/notesSlides/notesSlide2.xml" Id="R8ddb7f27c8844ce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5108e994df14438" /><Relationship Type="http://schemas.openxmlformats.org/officeDocument/2006/relationships/notesSlide" Target="/ppt/notesSlides/notesSlide3.xml" Id="R95d98c1affa740f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283810cfad84f46" /><Relationship Type="http://schemas.openxmlformats.org/officeDocument/2006/relationships/notesSlide" Target="/ppt/notesSlides/notesSlide4.xml" Id="R13483f0a78614a7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e85e82f90ef4a60" /><Relationship Type="http://schemas.openxmlformats.org/officeDocument/2006/relationships/notesSlide" Target="/ppt/notesSlides/notesSlide5.xml" Id="Rd189c88f39d5484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8592e982aff4130" /><Relationship Type="http://schemas.openxmlformats.org/officeDocument/2006/relationships/notesSlide" Target="/ppt/notesSlides/notesSlide6.xml" Id="Rbc8722f621694d7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b3214b0828542cc" /><Relationship Type="http://schemas.openxmlformats.org/officeDocument/2006/relationships/notesSlide" Target="/ppt/notesSlides/notesSlide7.xml" Id="R3672c8fa0eea4d6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e697003477844db" /><Relationship Type="http://schemas.openxmlformats.org/officeDocument/2006/relationships/notesSlide" Target="/ppt/notesSlides/notesSlide8.xml" Id="R2bcfa8c7f4a649c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8cb1a2ad2824dee" /><Relationship Type="http://schemas.openxmlformats.org/officeDocument/2006/relationships/notesSlide" Target="/ppt/notesSlides/notesSlide9.xml" Id="Rb1503fb62b144f9b" /></Relationships>
</file>

<file path=ppt/slides/slide1.xml><?xml version="1.0" encoding="utf-8"?>
<p:sld xmlns:p="http://schemas.openxmlformats.org/presentationml/2006/main">
  <p:cSld>
    <p:bg>
      <p:bgPr>
        <a:solidFill xmlns:a="http://schemas.openxmlformats.org/drawingml/2006/main">
          <a:srgbClr val="202B5B"/>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0F01BF4-0B83-4A65-AA32-F961C0262217}"/>
              </a:ext>
            </a:extLst>
          </p:cNvPr>
          <p:cNvSpPr>
            <a:spLocks xmlns:a="http://schemas.openxmlformats.org/drawingml/2006/main" noGrp="1"/>
          </p:cNvSpPr>
          <p:nvPr/>
        </p:nvSpPr>
        <p:spPr>
          <a:xfrm xmlns:a="http://schemas.openxmlformats.org/drawingml/2006/main">
            <a:off x="8858250" y="-1476375"/>
            <a:ext cx="4476750" cy="4476750"/>
          </a:xfrm>
          <a:prstGeom xmlns:a="http://schemas.openxmlformats.org/drawingml/2006/main" prst="ellipse">
            <a:avLst/>
          </a:prstGeom>
          <a:solidFill xmlns:a="http://schemas.openxmlformats.org/drawingml/2006/main">
            <a:srgbClr val="007A9E"/>
          </a:solidFill>
          <a:ln xmlns:a="http://schemas.openxmlformats.org/drawingml/2006/main" w="0">
            <a:solidFill>
              <a:srgbClr val="007A9E"/>
            </a:solidFill>
            <a:prstDash val="solid"/>
          </a:ln>
        </p:spPr>
      </p:sp>
      <p:sp>
        <p:nvSpPr>
          <p:cNvPr id="2" name="">
            <a:extLst xmlns:a="http://schemas.openxmlformats.org/drawingml/2006/main">
              <a:ext uri="{FF2B5EF4-FFF2-40B4-BE49-F238E27FC236}">
                <a16:creationId xmlns:a16="http://schemas.microsoft.com/office/drawing/2014/main" id="{6EA14587-5CAE-40BF-A75A-0D2E19FAA5C0}"/>
              </a:ext>
            </a:extLst>
          </p:cNvPr>
          <p:cNvSpPr>
            <a:spLocks xmlns:a="http://schemas.openxmlformats.org/drawingml/2006/main" noGrp="1"/>
          </p:cNvSpPr>
          <p:nvPr/>
        </p:nvSpPr>
        <p:spPr>
          <a:xfrm xmlns:a="http://schemas.openxmlformats.org/drawingml/2006/main">
            <a:off x="-1524000" y="5191125"/>
            <a:ext cx="3333750" cy="3333750"/>
          </a:xfrm>
          <a:prstGeom xmlns:a="http://schemas.openxmlformats.org/drawingml/2006/main" prst="ellipse">
            <a:avLst/>
          </a:prstGeom>
          <a:solidFill xmlns:a="http://schemas.openxmlformats.org/drawingml/2006/main">
            <a:srgbClr val="174C75"/>
          </a:solidFill>
          <a:ln xmlns:a="http://schemas.openxmlformats.org/drawingml/2006/main" w="0">
            <a:solidFill>
              <a:srgbClr val="174C75"/>
            </a:solidFill>
            <a:prstDash val="solid"/>
          </a:ln>
        </p:spPr>
      </p:sp>
      <p:sp>
        <p:nvSpPr>
          <p:cNvPr id="3" name="">
            <a:extLst xmlns:a="http://schemas.openxmlformats.org/drawingml/2006/main">
              <a:ext uri="{FF2B5EF4-FFF2-40B4-BE49-F238E27FC236}">
                <a16:creationId xmlns:a16="http://schemas.microsoft.com/office/drawing/2014/main" id="{95D4D9D2-B693-488C-A088-7D2566FFDF7C}"/>
              </a:ext>
            </a:extLst>
          </p:cNvPr>
          <p:cNvSpPr>
            <a:spLocks xmlns:a="http://schemas.openxmlformats.org/drawingml/2006/main" noGrp="1"/>
          </p:cNvSpPr>
          <p:nvPr/>
        </p:nvSpPr>
        <p:spPr>
          <a:xfrm xmlns:a="http://schemas.openxmlformats.org/drawingml/2006/main">
            <a:off x="685800" y="552450"/>
            <a:ext cx="514350" cy="514350"/>
          </a:xfrm>
          <a:prstGeom xmlns:a="http://schemas.openxmlformats.org/drawingml/2006/main" prst="ellipse">
            <a:avLst/>
          </a:prstGeom>
          <a:solidFill xmlns:a="http://schemas.openxmlformats.org/drawingml/2006/main">
            <a:srgbClr val="007A9E"/>
          </a:solidFill>
          <a:ln xmlns:a="http://schemas.openxmlformats.org/drawingml/2006/main" w="0">
            <a:solidFill>
              <a:srgbClr val="007A9E"/>
            </a:solidFill>
            <a:prstDash val="solid"/>
          </a:ln>
        </p:spPr>
      </p:sp>
      <p:sp>
        <p:nvSpPr>
          <p:cNvPr id="4" name="">
            <a:extLst xmlns:a="http://schemas.openxmlformats.org/drawingml/2006/main">
              <a:ext uri="{FF2B5EF4-FFF2-40B4-BE49-F238E27FC236}">
                <a16:creationId xmlns:a16="http://schemas.microsoft.com/office/drawing/2014/main" id="{61537075-A87F-415F-8D8D-0CFCD84169F7}"/>
              </a:ext>
            </a:extLst>
          </p:cNvPr>
          <p:cNvSpPr>
            <a:spLocks xmlns:a="http://schemas.openxmlformats.org/drawingml/2006/main" noGrp="1"/>
          </p:cNvSpPr>
          <p:nvPr/>
        </p:nvSpPr>
        <p:spPr>
          <a:xfrm xmlns:a="http://schemas.openxmlformats.org/drawingml/2006/main">
            <a:off x="685800" y="600075"/>
            <a:ext cx="514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FFFFFF"/>
                </a:solidFill>
                <a:latin typeface="Arial"/>
                <a:ea typeface="Arial"/>
                <a:cs typeface="Arial"/>
              </a:defRPr>
            </a:pPr>
            <a:r>
              <a:rPr sz="1500" b="1" i="0">
                <a:solidFill>
                  <a:srgbClr val="FFFFFF"/>
                </a:solidFill>
                <a:latin typeface="Arial"/>
                <a:ea typeface="Arial"/>
                <a:cs typeface="Arial"/>
              </a:rPr>
              <a:t>↗</a:t>
            </a:r>
          </a:p>
        </p:txBody>
      </p:sp>
      <p:sp>
        <p:nvSpPr>
          <p:cNvPr id="5" name="">
            <a:extLst xmlns:a="http://schemas.openxmlformats.org/drawingml/2006/main">
              <a:ext uri="{FF2B5EF4-FFF2-40B4-BE49-F238E27FC236}">
                <a16:creationId xmlns:a16="http://schemas.microsoft.com/office/drawing/2014/main" id="{BC864F63-89EA-437B-9ED5-7E89B1BEAB86}"/>
              </a:ext>
            </a:extLst>
          </p:cNvPr>
          <p:cNvSpPr>
            <a:spLocks xmlns:a="http://schemas.openxmlformats.org/drawingml/2006/main" noGrp="1"/>
          </p:cNvSpPr>
          <p:nvPr/>
        </p:nvSpPr>
        <p:spPr>
          <a:xfrm xmlns:a="http://schemas.openxmlformats.org/drawingml/2006/main">
            <a:off x="685800" y="12858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FFFFFF"/>
                </a:solidFill>
                <a:latin typeface="Arial"/>
                <a:ea typeface="Arial"/>
                <a:cs typeface="Arial"/>
              </a:defRPr>
            </a:pPr>
            <a:r>
              <a:rPr sz="900" b="1" i="0">
                <a:solidFill>
                  <a:srgbClr val="FFFFFF"/>
                </a:solidFill>
                <a:latin typeface="Arial"/>
                <a:ea typeface="Arial"/>
                <a:cs typeface="Arial"/>
              </a:rPr>
              <a:t>SOFTWARE TRAINING REPORT · VIVA PRESENTATION</a:t>
            </a:r>
          </a:p>
        </p:txBody>
      </p:sp>
      <p:sp>
        <p:nvSpPr>
          <p:cNvPr id="6" name="">
            <a:extLst xmlns:a="http://schemas.openxmlformats.org/drawingml/2006/main">
              <a:ext uri="{FF2B5EF4-FFF2-40B4-BE49-F238E27FC236}">
                <a16:creationId xmlns:a16="http://schemas.microsoft.com/office/drawing/2014/main" id="{960B8C81-9FA0-445C-9EE6-8EE6B97D67C9}"/>
              </a:ext>
            </a:extLst>
          </p:cNvPr>
          <p:cNvSpPr>
            <a:spLocks xmlns:a="http://schemas.openxmlformats.org/drawingml/2006/main" noGrp="1"/>
          </p:cNvSpPr>
          <p:nvPr/>
        </p:nvSpPr>
        <p:spPr>
          <a:xfrm xmlns:a="http://schemas.openxmlformats.org/drawingml/2006/main">
            <a:off x="685800" y="1714500"/>
            <a:ext cx="8096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600" b="1" i="0">
                <a:solidFill>
                  <a:srgbClr val="FFFFFF"/>
                </a:solidFill>
                <a:latin typeface="Arial"/>
                <a:ea typeface="Arial"/>
                <a:cs typeface="Arial"/>
              </a:defRPr>
            </a:pPr>
            <a:r>
              <a:rPr sz="3600" b="1" i="0">
                <a:solidFill>
                  <a:srgbClr val="FFFFFF"/>
                </a:solidFill>
                <a:latin typeface="Arial"/>
                <a:ea typeface="Arial"/>
                <a:cs typeface="Arial"/>
              </a:rPr>
              <a:t>Customer ChurnSense</a:t>
            </a:r>
          </a:p>
          <a:p xmlns:a="http://schemas.openxmlformats.org/drawingml/2006/main">
            <a:pPr algn="l">
              <a:lnSpc>
                <a:spcPct val="100000"/>
              </a:lnSpc>
              <a:buNone/>
              <a:defRPr sz="3600" b="1" i="0">
                <a:solidFill>
                  <a:srgbClr val="FFFFFF"/>
                </a:solidFill>
                <a:latin typeface="Arial"/>
                <a:ea typeface="Arial"/>
                <a:cs typeface="Arial"/>
              </a:defRPr>
            </a:pPr>
            <a:r>
              <a:rPr sz="3600" b="1" i="0">
                <a:solidFill>
                  <a:srgbClr val="FFFFFF"/>
                </a:solidFill>
                <a:latin typeface="Arial"/>
                <a:ea typeface="Arial"/>
                <a:cs typeface="Arial"/>
              </a:rPr>
              <a:t>AI System</a:t>
            </a:r>
          </a:p>
        </p:txBody>
      </p:sp>
      <p:sp>
        <p:nvSpPr>
          <p:cNvPr id="7" name="">
            <a:extLst xmlns:a="http://schemas.openxmlformats.org/drawingml/2006/main">
              <a:ext uri="{FF2B5EF4-FFF2-40B4-BE49-F238E27FC236}">
                <a16:creationId xmlns:a16="http://schemas.microsoft.com/office/drawing/2014/main" id="{1909FE9E-4ECF-4224-B82B-5EB4467B3748}"/>
              </a:ext>
            </a:extLst>
          </p:cNvPr>
          <p:cNvSpPr>
            <a:spLocks xmlns:a="http://schemas.openxmlformats.org/drawingml/2006/main" noGrp="1"/>
          </p:cNvSpPr>
          <p:nvPr/>
        </p:nvSpPr>
        <p:spPr>
          <a:xfrm xmlns:a="http://schemas.openxmlformats.org/drawingml/2006/main">
            <a:off x="723900" y="3286125"/>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i="1">
                <a:solidFill>
                  <a:srgbClr val="FFFFFF"/>
                </a:solidFill>
                <a:latin typeface="Arial"/>
                <a:ea typeface="Arial"/>
                <a:cs typeface="Arial"/>
              </a:defRPr>
            </a:pPr>
            <a:r>
              <a:rPr sz="1500" b="0" i="1">
                <a:solidFill>
                  <a:srgbClr val="FFFFFF"/>
                </a:solidFill>
                <a:latin typeface="Arial"/>
                <a:ea typeface="Arial"/>
                <a:cs typeface="Arial"/>
              </a:rPr>
              <a:t>Using customer history to spot a possible exit before it happens</a:t>
            </a:r>
          </a:p>
        </p:txBody>
      </p:sp>
      <p:sp>
        <p:nvSpPr>
          <p:cNvPr id="8" name="">
            <a:extLst xmlns:a="http://schemas.openxmlformats.org/drawingml/2006/main">
              <a:ext uri="{FF2B5EF4-FFF2-40B4-BE49-F238E27FC236}">
                <a16:creationId xmlns:a16="http://schemas.microsoft.com/office/drawing/2014/main" id="{2C575A06-9C7B-49B2-815F-CBD59A7036C4}"/>
              </a:ext>
            </a:extLst>
          </p:cNvPr>
          <p:cNvSpPr>
            <a:spLocks xmlns:a="http://schemas.openxmlformats.org/drawingml/2006/main" noGrp="1"/>
          </p:cNvSpPr>
          <p:nvPr/>
        </p:nvSpPr>
        <p:spPr>
          <a:xfrm xmlns:a="http://schemas.openxmlformats.org/drawingml/2006/main">
            <a:off x="685800" y="4210050"/>
            <a:ext cx="10810875" cy="876300"/>
          </a:xfrm>
          <a:prstGeom xmlns:a="http://schemas.openxmlformats.org/drawingml/2006/main" prst="roundRect">
            <a:avLst>
              <a:gd name="adj" fmla="val 7609"/>
            </a:avLst>
          </a:prstGeom>
          <a:solidFill xmlns:a="http://schemas.openxmlformats.org/drawingml/2006/main">
            <a:srgbClr val="263768"/>
          </a:solidFill>
          <a:ln xmlns:a="http://schemas.openxmlformats.org/drawingml/2006/main" w="9525">
            <a:solidFill>
              <a:srgbClr val="3D4D7D"/>
            </a:solidFill>
            <a:prstDash val="solid"/>
          </a:ln>
        </p:spPr>
      </p:sp>
      <p:sp>
        <p:nvSpPr>
          <p:cNvPr id="9" name="">
            <a:extLst xmlns:a="http://schemas.openxmlformats.org/drawingml/2006/main">
              <a:ext uri="{FF2B5EF4-FFF2-40B4-BE49-F238E27FC236}">
                <a16:creationId xmlns:a16="http://schemas.microsoft.com/office/drawing/2014/main" id="{3447E5CF-387B-46A4-B752-D577D3181EC9}"/>
              </a:ext>
            </a:extLst>
          </p:cNvPr>
          <p:cNvSpPr>
            <a:spLocks xmlns:a="http://schemas.openxmlformats.org/drawingml/2006/main" noGrp="1"/>
          </p:cNvSpPr>
          <p:nvPr/>
        </p:nvSpPr>
        <p:spPr>
          <a:xfrm xmlns:a="http://schemas.openxmlformats.org/drawingml/2006/main">
            <a:off x="895350" y="4381500"/>
            <a:ext cx="1809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FFFFFF"/>
                </a:solidFill>
                <a:latin typeface="Arial"/>
                <a:ea typeface="Arial"/>
                <a:cs typeface="Arial"/>
              </a:defRPr>
            </a:pPr>
            <a:r>
              <a:rPr sz="750" b="1" i="0">
                <a:solidFill>
                  <a:srgbClr val="FFFFFF"/>
                </a:solidFill>
                <a:latin typeface="Arial"/>
                <a:ea typeface="Arial"/>
                <a:cs typeface="Arial"/>
              </a:rPr>
              <a:t>PRESENTED BY</a:t>
            </a:r>
          </a:p>
        </p:txBody>
      </p:sp>
      <p:sp>
        <p:nvSpPr>
          <p:cNvPr id="10" name="">
            <a:extLst xmlns:a="http://schemas.openxmlformats.org/drawingml/2006/main">
              <a:ext uri="{FF2B5EF4-FFF2-40B4-BE49-F238E27FC236}">
                <a16:creationId xmlns:a16="http://schemas.microsoft.com/office/drawing/2014/main" id="{1CCE5FEA-E8ED-4663-93AB-82E45F071522}"/>
              </a:ext>
            </a:extLst>
          </p:cNvPr>
          <p:cNvSpPr>
            <a:spLocks xmlns:a="http://schemas.openxmlformats.org/drawingml/2006/main" noGrp="1"/>
          </p:cNvSpPr>
          <p:nvPr/>
        </p:nvSpPr>
        <p:spPr>
          <a:xfrm xmlns:a="http://schemas.openxmlformats.org/drawingml/2006/main">
            <a:off x="895350" y="462915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FFFFFF"/>
                </a:solidFill>
                <a:latin typeface="Arial"/>
                <a:ea typeface="Arial"/>
                <a:cs typeface="Arial"/>
              </a:defRPr>
            </a:pPr>
            <a:r>
              <a:rPr sz="1200" b="1" i="0">
                <a:solidFill>
                  <a:srgbClr val="FFFFFF"/>
                </a:solidFill>
                <a:latin typeface="Arial"/>
                <a:ea typeface="Arial"/>
                <a:cs typeface="Arial"/>
              </a:rPr>
              <a:t>Gursimran Kaur</a:t>
            </a:r>
          </a:p>
        </p:txBody>
      </p:sp>
      <p:sp>
        <p:nvSpPr>
          <p:cNvPr id="11" name="">
            <a:extLst xmlns:a="http://schemas.openxmlformats.org/drawingml/2006/main">
              <a:ext uri="{FF2B5EF4-FFF2-40B4-BE49-F238E27FC236}">
                <a16:creationId xmlns:a16="http://schemas.microsoft.com/office/drawing/2014/main" id="{FCC33AB4-5C8C-4AC9-B0DD-E07376AFD121}"/>
              </a:ext>
            </a:extLst>
          </p:cNvPr>
          <p:cNvSpPr>
            <a:spLocks xmlns:a="http://schemas.openxmlformats.org/drawingml/2006/main" noGrp="1"/>
          </p:cNvSpPr>
          <p:nvPr/>
        </p:nvSpPr>
        <p:spPr>
          <a:xfrm xmlns:a="http://schemas.openxmlformats.org/drawingml/2006/main">
            <a:off x="4067175" y="4381500"/>
            <a:ext cx="1809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FFFFFF"/>
                </a:solidFill>
                <a:latin typeface="Arial"/>
                <a:ea typeface="Arial"/>
                <a:cs typeface="Arial"/>
              </a:defRPr>
            </a:pPr>
            <a:r>
              <a:rPr sz="750" b="1" i="0">
                <a:solidFill>
                  <a:srgbClr val="FFFFFF"/>
                </a:solidFill>
                <a:latin typeface="Arial"/>
                <a:ea typeface="Arial"/>
                <a:cs typeface="Arial"/>
              </a:rPr>
              <a:t>CLASS / SECTION</a:t>
            </a:r>
          </a:p>
        </p:txBody>
      </p:sp>
      <p:sp>
        <p:nvSpPr>
          <p:cNvPr id="12" name="">
            <a:extLst xmlns:a="http://schemas.openxmlformats.org/drawingml/2006/main">
              <a:ext uri="{FF2B5EF4-FFF2-40B4-BE49-F238E27FC236}">
                <a16:creationId xmlns:a16="http://schemas.microsoft.com/office/drawing/2014/main" id="{A648B919-9696-4EF9-8D54-1631545C5E80}"/>
              </a:ext>
            </a:extLst>
          </p:cNvPr>
          <p:cNvSpPr>
            <a:spLocks xmlns:a="http://schemas.openxmlformats.org/drawingml/2006/main" noGrp="1"/>
          </p:cNvSpPr>
          <p:nvPr/>
        </p:nvSpPr>
        <p:spPr>
          <a:xfrm xmlns:a="http://schemas.openxmlformats.org/drawingml/2006/main">
            <a:off x="4067175" y="462915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FFFFFF"/>
                </a:solidFill>
                <a:latin typeface="Arial"/>
                <a:ea typeface="Arial"/>
                <a:cs typeface="Arial"/>
              </a:defRPr>
            </a:pPr>
            <a:r>
              <a:rPr sz="1200" b="1" i="0">
                <a:solidFill>
                  <a:srgbClr val="FFFFFF"/>
                </a:solidFill>
                <a:latin typeface="Arial"/>
                <a:ea typeface="Arial"/>
                <a:cs typeface="Arial"/>
              </a:rPr>
              <a:t>BCA 5A</a:t>
            </a:r>
          </a:p>
        </p:txBody>
      </p:sp>
      <p:sp>
        <p:nvSpPr>
          <p:cNvPr id="13" name="">
            <a:extLst xmlns:a="http://schemas.openxmlformats.org/drawingml/2006/main">
              <a:ext uri="{FF2B5EF4-FFF2-40B4-BE49-F238E27FC236}">
                <a16:creationId xmlns:a16="http://schemas.microsoft.com/office/drawing/2014/main" id="{8CFB3B1D-EB6A-49AD-AC73-399F15740156}"/>
              </a:ext>
            </a:extLst>
          </p:cNvPr>
          <p:cNvSpPr>
            <a:spLocks xmlns:a="http://schemas.openxmlformats.org/drawingml/2006/main" noGrp="1"/>
          </p:cNvSpPr>
          <p:nvPr/>
        </p:nvSpPr>
        <p:spPr>
          <a:xfrm xmlns:a="http://schemas.openxmlformats.org/drawingml/2006/main">
            <a:off x="6953250" y="4381500"/>
            <a:ext cx="1809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FFFFFF"/>
                </a:solidFill>
                <a:latin typeface="Arial"/>
                <a:ea typeface="Arial"/>
                <a:cs typeface="Arial"/>
              </a:defRPr>
            </a:pPr>
            <a:r>
              <a:rPr sz="750" b="1" i="0">
                <a:solidFill>
                  <a:srgbClr val="FFFFFF"/>
                </a:solidFill>
                <a:latin typeface="Arial"/>
                <a:ea typeface="Arial"/>
                <a:cs typeface="Arial"/>
              </a:rPr>
              <a:t>ROLL NUMBER</a:t>
            </a:r>
          </a:p>
        </p:txBody>
      </p:sp>
      <p:sp>
        <p:nvSpPr>
          <p:cNvPr id="14" name="">
            <a:extLst xmlns:a="http://schemas.openxmlformats.org/drawingml/2006/main">
              <a:ext uri="{FF2B5EF4-FFF2-40B4-BE49-F238E27FC236}">
                <a16:creationId xmlns:a16="http://schemas.microsoft.com/office/drawing/2014/main" id="{2FF02DAA-CB1E-41BD-9A1E-8A6D5102514B}"/>
              </a:ext>
            </a:extLst>
          </p:cNvPr>
          <p:cNvSpPr>
            <a:spLocks xmlns:a="http://schemas.openxmlformats.org/drawingml/2006/main" noGrp="1"/>
          </p:cNvSpPr>
          <p:nvPr/>
        </p:nvSpPr>
        <p:spPr>
          <a:xfrm xmlns:a="http://schemas.openxmlformats.org/drawingml/2006/main">
            <a:off x="6953250" y="462915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FFFFFF"/>
                </a:solidFill>
                <a:latin typeface="Arial"/>
                <a:ea typeface="Arial"/>
                <a:cs typeface="Arial"/>
              </a:defRPr>
            </a:pPr>
            <a:r>
              <a:rPr sz="1200" b="1" i="0">
                <a:solidFill>
                  <a:srgbClr val="FFFFFF"/>
                </a:solidFill>
                <a:latin typeface="Arial"/>
                <a:ea typeface="Arial"/>
                <a:cs typeface="Arial"/>
              </a:rPr>
              <a:t>02490202024</a:t>
            </a:r>
          </a:p>
        </p:txBody>
      </p:sp>
      <p:sp>
        <p:nvSpPr>
          <p:cNvPr id="15" name="">
            <a:extLst xmlns:a="http://schemas.openxmlformats.org/drawingml/2006/main">
              <a:ext uri="{FF2B5EF4-FFF2-40B4-BE49-F238E27FC236}">
                <a16:creationId xmlns:a16="http://schemas.microsoft.com/office/drawing/2014/main" id="{1B24B879-C5B6-406B-8B9F-07A003F7E49B}"/>
              </a:ext>
            </a:extLst>
          </p:cNvPr>
          <p:cNvSpPr>
            <a:spLocks xmlns:a="http://schemas.openxmlformats.org/drawingml/2006/main" noGrp="1"/>
          </p:cNvSpPr>
          <p:nvPr/>
        </p:nvSpPr>
        <p:spPr>
          <a:xfrm xmlns:a="http://schemas.openxmlformats.org/drawingml/2006/main">
            <a:off x="9525000" y="4381500"/>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FFFFFF"/>
                </a:solidFill>
                <a:latin typeface="Arial"/>
                <a:ea typeface="Arial"/>
                <a:cs typeface="Arial"/>
              </a:defRPr>
            </a:pPr>
            <a:r>
              <a:rPr sz="750" b="1" i="0">
                <a:solidFill>
                  <a:srgbClr val="FFFFFF"/>
                </a:solidFill>
                <a:latin typeface="Arial"/>
                <a:ea typeface="Arial"/>
                <a:cs typeface="Arial"/>
              </a:rPr>
              <a:t>GUIDANCE</a:t>
            </a:r>
          </a:p>
        </p:txBody>
      </p:sp>
      <p:sp>
        <p:nvSpPr>
          <p:cNvPr id="16" name="">
            <a:extLst xmlns:a="http://schemas.openxmlformats.org/drawingml/2006/main">
              <a:ext uri="{FF2B5EF4-FFF2-40B4-BE49-F238E27FC236}">
                <a16:creationId xmlns:a16="http://schemas.microsoft.com/office/drawing/2014/main" id="{529F25D8-36E8-47E8-AA0A-0DE00FDD40AB}"/>
              </a:ext>
            </a:extLst>
          </p:cNvPr>
          <p:cNvSpPr>
            <a:spLocks xmlns:a="http://schemas.openxmlformats.org/drawingml/2006/main" noGrp="1"/>
          </p:cNvSpPr>
          <p:nvPr/>
        </p:nvSpPr>
        <p:spPr>
          <a:xfrm xmlns:a="http://schemas.openxmlformats.org/drawingml/2006/main">
            <a:off x="9525000" y="462915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FFFFFF"/>
                </a:solidFill>
                <a:latin typeface="Arial"/>
                <a:ea typeface="Arial"/>
                <a:cs typeface="Arial"/>
              </a:defRPr>
            </a:pPr>
            <a:r>
              <a:rPr sz="1200" b="1" i="0">
                <a:solidFill>
                  <a:srgbClr val="FFFFFF"/>
                </a:solidFill>
                <a:latin typeface="Arial"/>
                <a:ea typeface="Arial"/>
                <a:cs typeface="Arial"/>
              </a:rPr>
              <a:t>Ms. Nehu Gumber</a:t>
            </a:r>
          </a:p>
        </p:txBody>
      </p:sp>
      <p:sp>
        <p:nvSpPr>
          <p:cNvPr id="17" name="">
            <a:extLst xmlns:a="http://schemas.openxmlformats.org/drawingml/2006/main">
              <a:ext uri="{FF2B5EF4-FFF2-40B4-BE49-F238E27FC236}">
                <a16:creationId xmlns:a16="http://schemas.microsoft.com/office/drawing/2014/main" id="{3E35C3DC-78DB-4B01-B94F-84BEBCF3D09E}"/>
              </a:ext>
            </a:extLst>
          </p:cNvPr>
          <p:cNvSpPr>
            <a:spLocks xmlns:a="http://schemas.openxmlformats.org/drawingml/2006/main" noGrp="1"/>
          </p:cNvSpPr>
          <p:nvPr/>
        </p:nvSpPr>
        <p:spPr>
          <a:xfrm xmlns:a="http://schemas.openxmlformats.org/drawingml/2006/main">
            <a:off x="685800" y="62484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i="0">
                <a:solidFill>
                  <a:srgbClr val="FFFFFF"/>
                </a:solidFill>
                <a:latin typeface="Arial"/>
                <a:ea typeface="Arial"/>
                <a:cs typeface="Arial"/>
              </a:defRPr>
            </a:pPr>
            <a:r>
              <a:rPr sz="825" b="0" i="0">
                <a:solidFill>
                  <a:srgbClr val="FFFFFF"/>
                </a:solidFill>
                <a:latin typeface="Arial"/>
                <a:ea typeface="Arial"/>
                <a:cs typeface="Arial"/>
              </a:rPr>
              <a:t>Sri Guru Teg Bahadur Institute of Management and Information Technology</a:t>
            </a:r>
          </a:p>
        </p:txBody>
      </p:sp>
      <p:sp>
        <p:nvSpPr>
          <p:cNvPr id="18" name="">
            <a:extLst xmlns:a="http://schemas.openxmlformats.org/drawingml/2006/main">
              <a:ext uri="{FF2B5EF4-FFF2-40B4-BE49-F238E27FC236}">
                <a16:creationId xmlns:a16="http://schemas.microsoft.com/office/drawing/2014/main" id="{75C346F2-4A6D-4426-867D-AB715560E562}"/>
              </a:ext>
            </a:extLst>
          </p:cNvPr>
          <p:cNvSpPr>
            <a:spLocks xmlns:a="http://schemas.openxmlformats.org/drawingml/2006/main" noGrp="1"/>
          </p:cNvSpPr>
          <p:nvPr/>
        </p:nvSpPr>
        <p:spPr>
          <a:xfrm xmlns:a="http://schemas.openxmlformats.org/drawingml/2006/main">
            <a:off x="9715500" y="6248400"/>
            <a:ext cx="1809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0" i="0">
                <a:solidFill>
                  <a:srgbClr val="FFFFFF"/>
                </a:solidFill>
                <a:latin typeface="Arial"/>
                <a:ea typeface="Arial"/>
                <a:cs typeface="Arial"/>
              </a:defRPr>
            </a:pPr>
            <a:r>
              <a:rPr sz="825" b="0" i="0">
                <a:solidFill>
                  <a:srgbClr val="FFFFFF"/>
                </a:solidFill>
                <a:latin typeface="Arial"/>
                <a:ea typeface="Arial"/>
                <a:cs typeface="Arial"/>
              </a:rPr>
              <a:t>BCA · Vth Semester</a:t>
            </a:r>
          </a:p>
        </p:txBody>
      </p:sp>
    </p:spTree>
    <p:extLst>
      <p:ext uri="{BB962C8B-B14F-4D97-AF65-F5344CB8AC3E}">
        <p14:creationId xmlns:p14="http://schemas.microsoft.com/office/powerpoint/2010/main" val="14820470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0588406D-F282-4095-BD80-33050C09FBFB}"/>
              </a:ext>
            </a:extLst>
          </p:cNvPr>
          <p:cNvSpPr>
            <a:spLocks xmlns:a="http://schemas.openxmlformats.org/drawingml/2006/main" noGrp="1"/>
          </p:cNvSpPr>
          <p:nvPr/>
        </p:nvSpPr>
        <p:spPr>
          <a:xfrm xmlns:a="http://schemas.openxmlformats.org/drawingml/2006/main">
            <a:off x="609600" y="30480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111318"/>
                </a:solidFill>
                <a:latin typeface="Arial"/>
                <a:ea typeface="Arial"/>
                <a:cs typeface="Arial"/>
              </a:defRPr>
            </a:pPr>
            <a:r>
              <a:rPr sz="975" b="1" i="0">
                <a:solidFill>
                  <a:srgbClr val="111318"/>
                </a:solidFill>
                <a:latin typeface="Arial"/>
                <a:ea typeface="Arial"/>
                <a:cs typeface="Arial"/>
              </a:rPr>
              <a:t>WHY THIS PROJECT MATTERS</a:t>
            </a:r>
          </a:p>
        </p:txBody>
      </p:sp>
      <p:sp>
        <p:nvSpPr>
          <p:cNvPr id="2" name="">
            <a:extLst xmlns:a="http://schemas.openxmlformats.org/drawingml/2006/main">
              <a:ext uri="{FF2B5EF4-FFF2-40B4-BE49-F238E27FC236}">
                <a16:creationId xmlns:a16="http://schemas.microsoft.com/office/drawing/2014/main" id="{8C813B13-7B1A-4ADA-A837-153A941AA1AC}"/>
              </a:ext>
            </a:extLst>
          </p:cNvPr>
          <p:cNvSpPr>
            <a:spLocks xmlns:a="http://schemas.openxmlformats.org/drawingml/2006/main" noGrp="1"/>
          </p:cNvSpPr>
          <p:nvPr/>
        </p:nvSpPr>
        <p:spPr>
          <a:xfrm xmlns:a="http://schemas.openxmlformats.org/drawingml/2006/main">
            <a:off x="609600" y="628650"/>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111318"/>
                </a:solidFill>
                <a:latin typeface="Arial"/>
                <a:ea typeface="Arial"/>
                <a:cs typeface="Arial"/>
              </a:defRPr>
            </a:pPr>
            <a:r>
              <a:rPr sz="2550" b="1" i="0">
                <a:solidFill>
                  <a:srgbClr val="111318"/>
                </a:solidFill>
                <a:latin typeface="Arial"/>
                <a:ea typeface="Arial"/>
                <a:cs typeface="Arial"/>
              </a:rPr>
              <a:t>The problem begins when a business learns too late</a:t>
            </a:r>
          </a:p>
        </p:txBody>
      </p:sp>
      <p:sp>
        <p:nvSpPr>
          <p:cNvPr id="3" name="">
            <a:extLst xmlns:a="http://schemas.openxmlformats.org/drawingml/2006/main">
              <a:ext uri="{FF2B5EF4-FFF2-40B4-BE49-F238E27FC236}">
                <a16:creationId xmlns:a16="http://schemas.microsoft.com/office/drawing/2014/main" id="{7FF185A7-0C59-4C02-8B64-81FFDCAA21C7}"/>
              </a:ext>
            </a:extLst>
          </p:cNvPr>
          <p:cNvSpPr>
            <a:spLocks xmlns:a="http://schemas.openxmlformats.org/drawingml/2006/main" noGrp="1"/>
          </p:cNvSpPr>
          <p:nvPr/>
        </p:nvSpPr>
        <p:spPr>
          <a:xfrm xmlns:a="http://schemas.openxmlformats.org/drawingml/2006/main">
            <a:off x="11125200" y="3429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i="0">
                <a:solidFill>
                  <a:srgbClr val="111318"/>
                </a:solidFill>
                <a:latin typeface="Arial"/>
                <a:ea typeface="Arial"/>
                <a:cs typeface="Arial"/>
              </a:defRPr>
            </a:pPr>
            <a:r>
              <a:rPr sz="1050" b="1" i="0">
                <a:solidFill>
                  <a:srgbClr val="111318"/>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F11A3AFF-E83A-4CDE-9D0C-2222B701449D}"/>
              </a:ext>
            </a:extLst>
          </p:cNvPr>
          <p:cNvSpPr>
            <a:spLocks xmlns:a="http://schemas.openxmlformats.org/drawingml/2006/main" noGrp="1"/>
          </p:cNvSpPr>
          <p:nvPr/>
        </p:nvSpPr>
        <p:spPr>
          <a:xfrm xmlns:a="http://schemas.openxmlformats.org/drawingml/2006/main">
            <a:off x="609600" y="1381125"/>
            <a:ext cx="10953750" cy="0"/>
          </a:xfrm>
          <a:prstGeom xmlns:a="http://schemas.openxmlformats.org/drawingml/2006/main" prst="line">
            <a:avLst/>
          </a:prstGeom>
          <a:noFill xmlns:a="http://schemas.openxmlformats.org/drawingml/2006/main"/>
          <a:ln xmlns:a="http://schemas.openxmlformats.org/drawingml/2006/main" w="13335">
            <a:solidFill>
              <a:srgbClr val="B7D8E0"/>
            </a:solidFill>
            <a:prstDash val="solid"/>
          </a:ln>
        </p:spPr>
      </p:sp>
      <p:sp>
        <p:nvSpPr>
          <p:cNvPr id="5" name="">
            <a:extLst xmlns:a="http://schemas.openxmlformats.org/drawingml/2006/main">
              <a:ext uri="{FF2B5EF4-FFF2-40B4-BE49-F238E27FC236}">
                <a16:creationId xmlns:a16="http://schemas.microsoft.com/office/drawing/2014/main" id="{B49D6FB8-DAE9-4EC1-BA12-4953AC5691EA}"/>
              </a:ext>
            </a:extLst>
          </p:cNvPr>
          <p:cNvSpPr>
            <a:spLocks xmlns:a="http://schemas.openxmlformats.org/drawingml/2006/main" noGrp="1"/>
          </p:cNvSpPr>
          <p:nvPr/>
        </p:nvSpPr>
        <p:spPr>
          <a:xfrm xmlns:a="http://schemas.openxmlformats.org/drawingml/2006/main">
            <a:off x="609600" y="1790700"/>
            <a:ext cx="2952750" cy="3000375"/>
          </a:xfrm>
          <a:prstGeom xmlns:a="http://schemas.openxmlformats.org/drawingml/2006/main" prst="roundRect">
            <a:avLst>
              <a:gd name="adj" fmla="val 2258"/>
            </a:avLst>
          </a:prstGeom>
          <a:solidFill xmlns:a="http://schemas.openxmlformats.org/drawingml/2006/main">
            <a:srgbClr val="EAF5F8"/>
          </a:solidFill>
          <a:ln xmlns:a="http://schemas.openxmlformats.org/drawingml/2006/main" w="0">
            <a:solidFill>
              <a:srgbClr val="EAF5F8"/>
            </a:solidFill>
            <a:prstDash val="solid"/>
          </a:ln>
        </p:spPr>
      </p:sp>
      <p:sp>
        <p:nvSpPr>
          <p:cNvPr id="6" name="">
            <a:extLst xmlns:a="http://schemas.openxmlformats.org/drawingml/2006/main">
              <a:ext uri="{FF2B5EF4-FFF2-40B4-BE49-F238E27FC236}">
                <a16:creationId xmlns:a16="http://schemas.microsoft.com/office/drawing/2014/main" id="{93532D17-90F1-4949-8BE0-95E5EFC1F443}"/>
              </a:ext>
            </a:extLst>
          </p:cNvPr>
          <p:cNvSpPr>
            <a:spLocks xmlns:a="http://schemas.openxmlformats.org/drawingml/2006/main" noGrp="1"/>
          </p:cNvSpPr>
          <p:nvPr/>
        </p:nvSpPr>
        <p:spPr>
          <a:xfrm xmlns:a="http://schemas.openxmlformats.org/drawingml/2006/main">
            <a:off x="781050" y="1962150"/>
            <a:ext cx="2609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111318"/>
                </a:solidFill>
                <a:latin typeface="Arial"/>
                <a:ea typeface="Arial"/>
                <a:cs typeface="Arial"/>
              </a:defRPr>
            </a:pPr>
            <a:r>
              <a:rPr sz="1425" b="1" i="0">
                <a:solidFill>
                  <a:srgbClr val="111318"/>
                </a:solidFill>
                <a:latin typeface="Arial"/>
                <a:ea typeface="Arial"/>
                <a:cs typeface="Arial"/>
              </a:rPr>
              <a:t>Today</a:t>
            </a:r>
          </a:p>
        </p:txBody>
      </p:sp>
      <p:sp>
        <p:nvSpPr>
          <p:cNvPr id="7" name="">
            <a:extLst xmlns:a="http://schemas.openxmlformats.org/drawingml/2006/main">
              <a:ext uri="{FF2B5EF4-FFF2-40B4-BE49-F238E27FC236}">
                <a16:creationId xmlns:a16="http://schemas.microsoft.com/office/drawing/2014/main" id="{DB937230-53F5-4869-B5AC-B920D8D1CF71}"/>
              </a:ext>
            </a:extLst>
          </p:cNvPr>
          <p:cNvSpPr>
            <a:spLocks xmlns:a="http://schemas.openxmlformats.org/drawingml/2006/main" noGrp="1"/>
          </p:cNvSpPr>
          <p:nvPr/>
        </p:nvSpPr>
        <p:spPr>
          <a:xfrm xmlns:a="http://schemas.openxmlformats.org/drawingml/2006/main">
            <a:off x="781050" y="2343150"/>
            <a:ext cx="2609850" cy="2295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111318"/>
                </a:solidFill>
                <a:latin typeface="Arial"/>
                <a:ea typeface="Arial"/>
                <a:cs typeface="Arial"/>
              </a:defRPr>
            </a:pPr>
            <a:r>
              <a:rPr sz="1125" b="0" i="0">
                <a:solidFill>
                  <a:srgbClr val="111318"/>
                </a:solidFill>
                <a:latin typeface="Arial"/>
                <a:ea typeface="Arial"/>
                <a:cs typeface="Arial"/>
              </a:rPr>
              <a:t>A customer cancels or moves away.</a:t>
            </a:r>
          </a:p>
          <a:p xmlns:a="http://schemas.openxmlformats.org/drawingml/2006/main">
            <a:r>
              <a:t/>
            </a:r>
          </a:p>
          <a:p xmlns:a="http://schemas.openxmlformats.org/drawingml/2006/main">
            <a:pPr algn="l">
              <a:lnSpc>
                <a:spcPct val="100000"/>
              </a:lnSpc>
              <a:buNone/>
              <a:defRPr sz="1125" b="0" i="0">
                <a:solidFill>
                  <a:srgbClr val="111318"/>
                </a:solidFill>
                <a:latin typeface="Arial"/>
                <a:ea typeface="Arial"/>
                <a:cs typeface="Arial"/>
              </a:defRPr>
            </a:pPr>
            <a:r>
              <a:rPr sz="1125" b="0" i="0">
                <a:solidFill>
                  <a:srgbClr val="111318"/>
                </a:solidFill>
                <a:latin typeface="Arial"/>
                <a:ea typeface="Arial"/>
                <a:cs typeface="Arial"/>
              </a:rPr>
              <a:t>The business notices after the relationship has already ended.</a:t>
            </a:r>
          </a:p>
        </p:txBody>
      </p:sp>
      <p:sp>
        <p:nvSpPr>
          <p:cNvPr id="8" name="">
            <a:extLst xmlns:a="http://schemas.openxmlformats.org/drawingml/2006/main">
              <a:ext uri="{FF2B5EF4-FFF2-40B4-BE49-F238E27FC236}">
                <a16:creationId xmlns:a16="http://schemas.microsoft.com/office/drawing/2014/main" id="{4CE1220E-498F-4816-9F47-141CE97AAB79}"/>
              </a:ext>
            </a:extLst>
          </p:cNvPr>
          <p:cNvSpPr>
            <a:spLocks xmlns:a="http://schemas.openxmlformats.org/drawingml/2006/main" noGrp="1"/>
          </p:cNvSpPr>
          <p:nvPr/>
        </p:nvSpPr>
        <p:spPr>
          <a:xfrm xmlns:a="http://schemas.openxmlformats.org/drawingml/2006/main">
            <a:off x="3571875" y="3305175"/>
            <a:ext cx="1295400" cy="0"/>
          </a:xfrm>
          <a:prstGeom xmlns:a="http://schemas.openxmlformats.org/drawingml/2006/main" prst="line">
            <a:avLst/>
          </a:prstGeom>
          <a:noFill xmlns:a="http://schemas.openxmlformats.org/drawingml/2006/main"/>
          <a:ln xmlns:a="http://schemas.openxmlformats.org/drawingml/2006/main" w="47625">
            <a:solidFill>
              <a:srgbClr val="45CFD1"/>
            </a:solidFill>
            <a:prstDash val="solid"/>
          </a:ln>
        </p:spPr>
      </p:sp>
      <p:sp>
        <p:nvSpPr>
          <p:cNvPr id="9" name="">
            <a:extLst xmlns:a="http://schemas.openxmlformats.org/drawingml/2006/main">
              <a:ext uri="{FF2B5EF4-FFF2-40B4-BE49-F238E27FC236}">
                <a16:creationId xmlns:a16="http://schemas.microsoft.com/office/drawing/2014/main" id="{882EA5C1-649B-4F67-B432-D954CD9E7CF9}"/>
              </a:ext>
            </a:extLst>
          </p:cNvPr>
          <p:cNvSpPr>
            <a:spLocks xmlns:a="http://schemas.openxmlformats.org/drawingml/2006/main" noGrp="1"/>
          </p:cNvSpPr>
          <p:nvPr/>
        </p:nvSpPr>
        <p:spPr>
          <a:xfrm xmlns:a="http://schemas.openxmlformats.org/drawingml/2006/main">
            <a:off x="4638675" y="2981325"/>
            <a:ext cx="647700" cy="647700"/>
          </a:xfrm>
          <a:prstGeom xmlns:a="http://schemas.openxmlformats.org/drawingml/2006/main" prst="ellipse">
            <a:avLst/>
          </a:prstGeom>
          <a:solidFill xmlns:a="http://schemas.openxmlformats.org/drawingml/2006/main">
            <a:srgbClr val="007A9E"/>
          </a:solidFill>
          <a:ln xmlns:a="http://schemas.openxmlformats.org/drawingml/2006/main" w="0">
            <a:solidFill>
              <a:srgbClr val="007A9E"/>
            </a:solidFill>
            <a:prstDash val="solid"/>
          </a:ln>
        </p:spPr>
      </p:sp>
      <p:sp>
        <p:nvSpPr>
          <p:cNvPr id="10" name="">
            <a:extLst xmlns:a="http://schemas.openxmlformats.org/drawingml/2006/main">
              <a:ext uri="{FF2B5EF4-FFF2-40B4-BE49-F238E27FC236}">
                <a16:creationId xmlns:a16="http://schemas.microsoft.com/office/drawing/2014/main" id="{4F9778D6-1955-4D0A-AF67-C410296E0F4D}"/>
              </a:ext>
            </a:extLst>
          </p:cNvPr>
          <p:cNvSpPr>
            <a:spLocks xmlns:a="http://schemas.openxmlformats.org/drawingml/2006/main" noGrp="1"/>
          </p:cNvSpPr>
          <p:nvPr/>
        </p:nvSpPr>
        <p:spPr>
          <a:xfrm xmlns:a="http://schemas.openxmlformats.org/drawingml/2006/main">
            <a:off x="4638675" y="3009900"/>
            <a:ext cx="647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950" b="1" i="0">
                <a:solidFill>
                  <a:srgbClr val="FFFFFF"/>
                </a:solidFill>
                <a:latin typeface="Arial"/>
                <a:ea typeface="Arial"/>
                <a:cs typeface="Arial"/>
              </a:defRPr>
            </a:pPr>
            <a:r>
              <a:rPr sz="1950" b="1" i="0">
                <a:solidFill>
                  <a:srgbClr val="FFFFFF"/>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21FC8F9A-342E-49D5-94DB-E86B616D191D}"/>
              </a:ext>
            </a:extLst>
          </p:cNvPr>
          <p:cNvSpPr>
            <a:spLocks xmlns:a="http://schemas.openxmlformats.org/drawingml/2006/main" noGrp="1"/>
          </p:cNvSpPr>
          <p:nvPr/>
        </p:nvSpPr>
        <p:spPr>
          <a:xfrm xmlns:a="http://schemas.openxmlformats.org/drawingml/2006/main">
            <a:off x="5381625" y="1790700"/>
            <a:ext cx="2952750" cy="3000375"/>
          </a:xfrm>
          <a:prstGeom xmlns:a="http://schemas.openxmlformats.org/drawingml/2006/main" prst="roundRect">
            <a:avLst>
              <a:gd name="adj" fmla="val 2258"/>
            </a:avLst>
          </a:prstGeom>
          <a:solidFill xmlns:a="http://schemas.openxmlformats.org/drawingml/2006/main">
            <a:srgbClr val="202B5B"/>
          </a:solidFill>
          <a:ln xmlns:a="http://schemas.openxmlformats.org/drawingml/2006/main" w="0">
            <a:solidFill>
              <a:srgbClr val="202B5B"/>
            </a:solidFill>
            <a:prstDash val="solid"/>
          </a:ln>
        </p:spPr>
      </p:sp>
      <p:sp>
        <p:nvSpPr>
          <p:cNvPr id="12" name="">
            <a:extLst xmlns:a="http://schemas.openxmlformats.org/drawingml/2006/main">
              <a:ext uri="{FF2B5EF4-FFF2-40B4-BE49-F238E27FC236}">
                <a16:creationId xmlns:a16="http://schemas.microsoft.com/office/drawing/2014/main" id="{548DA32A-81DC-4F64-A14D-282F693EAB63}"/>
              </a:ext>
            </a:extLst>
          </p:cNvPr>
          <p:cNvSpPr>
            <a:spLocks xmlns:a="http://schemas.openxmlformats.org/drawingml/2006/main" noGrp="1"/>
          </p:cNvSpPr>
          <p:nvPr/>
        </p:nvSpPr>
        <p:spPr>
          <a:xfrm xmlns:a="http://schemas.openxmlformats.org/drawingml/2006/main">
            <a:off x="5553075" y="1962150"/>
            <a:ext cx="2609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FFFFFF"/>
                </a:solidFill>
                <a:latin typeface="Arial"/>
                <a:ea typeface="Arial"/>
                <a:cs typeface="Arial"/>
              </a:defRPr>
            </a:pPr>
            <a:r>
              <a:rPr sz="1425" b="1" i="0">
                <a:solidFill>
                  <a:srgbClr val="FFFFFF"/>
                </a:solidFill>
                <a:latin typeface="Arial"/>
                <a:ea typeface="Arial"/>
                <a:cs typeface="Arial"/>
              </a:rPr>
              <a:t>With an early signal</a:t>
            </a:r>
          </a:p>
        </p:txBody>
      </p:sp>
      <p:sp>
        <p:nvSpPr>
          <p:cNvPr id="13" name="">
            <a:extLst xmlns:a="http://schemas.openxmlformats.org/drawingml/2006/main">
              <a:ext uri="{FF2B5EF4-FFF2-40B4-BE49-F238E27FC236}">
                <a16:creationId xmlns:a16="http://schemas.microsoft.com/office/drawing/2014/main" id="{281BE2BD-7DFE-4644-A19F-286F5E464CF0}"/>
              </a:ext>
            </a:extLst>
          </p:cNvPr>
          <p:cNvSpPr>
            <a:spLocks xmlns:a="http://schemas.openxmlformats.org/drawingml/2006/main" noGrp="1"/>
          </p:cNvSpPr>
          <p:nvPr/>
        </p:nvSpPr>
        <p:spPr>
          <a:xfrm xmlns:a="http://schemas.openxmlformats.org/drawingml/2006/main">
            <a:off x="5553075" y="2343150"/>
            <a:ext cx="2609850" cy="2295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FFFFFF"/>
                </a:solidFill>
                <a:latin typeface="Arial"/>
                <a:ea typeface="Arial"/>
                <a:cs typeface="Arial"/>
              </a:defRPr>
            </a:pPr>
            <a:r>
              <a:rPr sz="1125" b="0" i="0">
                <a:solidFill>
                  <a:srgbClr val="FFFFFF"/>
                </a:solidFill>
                <a:latin typeface="Arial"/>
                <a:ea typeface="Arial"/>
                <a:cs typeface="Arial"/>
              </a:rPr>
              <a:t>Customer history points to accounts that may need attention before they leave.</a:t>
            </a:r>
          </a:p>
        </p:txBody>
      </p:sp>
      <p:sp>
        <p:nvSpPr>
          <p:cNvPr id="14" name="">
            <a:extLst xmlns:a="http://schemas.openxmlformats.org/drawingml/2006/main">
              <a:ext uri="{FF2B5EF4-FFF2-40B4-BE49-F238E27FC236}">
                <a16:creationId xmlns:a16="http://schemas.microsoft.com/office/drawing/2014/main" id="{0265EB64-2BFF-411A-9B08-FA3DE381C741}"/>
              </a:ext>
            </a:extLst>
          </p:cNvPr>
          <p:cNvSpPr>
            <a:spLocks xmlns:a="http://schemas.openxmlformats.org/drawingml/2006/main" noGrp="1"/>
          </p:cNvSpPr>
          <p:nvPr/>
        </p:nvSpPr>
        <p:spPr>
          <a:xfrm xmlns:a="http://schemas.openxmlformats.org/drawingml/2006/main">
            <a:off x="8343900" y="3305175"/>
            <a:ext cx="809625" cy="0"/>
          </a:xfrm>
          <a:prstGeom xmlns:a="http://schemas.openxmlformats.org/drawingml/2006/main" prst="line">
            <a:avLst/>
          </a:prstGeom>
          <a:noFill xmlns:a="http://schemas.openxmlformats.org/drawingml/2006/main"/>
          <a:ln xmlns:a="http://schemas.openxmlformats.org/drawingml/2006/main" w="47625">
            <a:solidFill>
              <a:srgbClr val="45CFD1"/>
            </a:solidFill>
            <a:prstDash val="solid"/>
          </a:ln>
        </p:spPr>
      </p:sp>
      <p:sp>
        <p:nvSpPr>
          <p:cNvPr id="15" name="">
            <a:extLst xmlns:a="http://schemas.openxmlformats.org/drawingml/2006/main">
              <a:ext uri="{FF2B5EF4-FFF2-40B4-BE49-F238E27FC236}">
                <a16:creationId xmlns:a16="http://schemas.microsoft.com/office/drawing/2014/main" id="{44D11CE6-2B9F-4BDA-B8E4-FAFAB4EF5DBC}"/>
              </a:ext>
            </a:extLst>
          </p:cNvPr>
          <p:cNvSpPr>
            <a:spLocks xmlns:a="http://schemas.openxmlformats.org/drawingml/2006/main" noGrp="1"/>
          </p:cNvSpPr>
          <p:nvPr/>
        </p:nvSpPr>
        <p:spPr>
          <a:xfrm xmlns:a="http://schemas.openxmlformats.org/drawingml/2006/main">
            <a:off x="8924925" y="2981325"/>
            <a:ext cx="647700" cy="647700"/>
          </a:xfrm>
          <a:prstGeom xmlns:a="http://schemas.openxmlformats.org/drawingml/2006/main" prst="ellipse">
            <a:avLst/>
          </a:prstGeom>
          <a:solidFill xmlns:a="http://schemas.openxmlformats.org/drawingml/2006/main">
            <a:srgbClr val="45CFD1"/>
          </a:solidFill>
          <a:ln xmlns:a="http://schemas.openxmlformats.org/drawingml/2006/main" w="0">
            <a:solidFill>
              <a:srgbClr val="45CFD1"/>
            </a:solidFill>
            <a:prstDash val="solid"/>
          </a:ln>
        </p:spPr>
      </p:sp>
      <p:sp>
        <p:nvSpPr>
          <p:cNvPr id="16" name="">
            <a:extLst xmlns:a="http://schemas.openxmlformats.org/drawingml/2006/main">
              <a:ext uri="{FF2B5EF4-FFF2-40B4-BE49-F238E27FC236}">
                <a16:creationId xmlns:a16="http://schemas.microsoft.com/office/drawing/2014/main" id="{DBAA5F28-B6D4-4240-9EA1-85A85BA52B1E}"/>
              </a:ext>
            </a:extLst>
          </p:cNvPr>
          <p:cNvSpPr>
            <a:spLocks xmlns:a="http://schemas.openxmlformats.org/drawingml/2006/main" noGrp="1"/>
          </p:cNvSpPr>
          <p:nvPr/>
        </p:nvSpPr>
        <p:spPr>
          <a:xfrm xmlns:a="http://schemas.openxmlformats.org/drawingml/2006/main">
            <a:off x="8924925" y="3009900"/>
            <a:ext cx="647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875" b="1" i="0">
                <a:solidFill>
                  <a:srgbClr val="111318"/>
                </a:solidFill>
                <a:latin typeface="Arial"/>
                <a:ea typeface="Arial"/>
                <a:cs typeface="Arial"/>
              </a:defRPr>
            </a:pPr>
            <a:r>
              <a:rPr sz="1875" b="1" i="0">
                <a:solidFill>
                  <a:srgbClr val="111318"/>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7ABAE59A-662B-41CB-BF0F-CD57A7E47AA7}"/>
              </a:ext>
            </a:extLst>
          </p:cNvPr>
          <p:cNvSpPr>
            <a:spLocks xmlns:a="http://schemas.openxmlformats.org/drawingml/2006/main" noGrp="1"/>
          </p:cNvSpPr>
          <p:nvPr/>
        </p:nvSpPr>
        <p:spPr>
          <a:xfrm xmlns:a="http://schemas.openxmlformats.org/drawingml/2006/main">
            <a:off x="9334500" y="213360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1" i="0">
                <a:solidFill>
                  <a:srgbClr val="111318"/>
                </a:solidFill>
                <a:latin typeface="Arial"/>
                <a:ea typeface="Arial"/>
                <a:cs typeface="Arial"/>
              </a:defRPr>
            </a:pPr>
            <a:r>
              <a:rPr sz="1350" b="1" i="0">
                <a:solidFill>
                  <a:srgbClr val="111318"/>
                </a:solidFill>
                <a:latin typeface="Arial"/>
                <a:ea typeface="Arial"/>
                <a:cs typeface="Arial"/>
              </a:rPr>
              <a:t>The goal is simple</a:t>
            </a:r>
          </a:p>
        </p:txBody>
      </p:sp>
      <p:sp>
        <p:nvSpPr>
          <p:cNvPr id="18" name="">
            <a:extLst xmlns:a="http://schemas.openxmlformats.org/drawingml/2006/main">
              <a:ext uri="{FF2B5EF4-FFF2-40B4-BE49-F238E27FC236}">
                <a16:creationId xmlns:a16="http://schemas.microsoft.com/office/drawing/2014/main" id="{05B38610-F5D3-4A0D-8D39-89A02598AE9D}"/>
              </a:ext>
            </a:extLst>
          </p:cNvPr>
          <p:cNvSpPr>
            <a:spLocks xmlns:a="http://schemas.openxmlformats.org/drawingml/2006/main" noGrp="1"/>
          </p:cNvSpPr>
          <p:nvPr/>
        </p:nvSpPr>
        <p:spPr>
          <a:xfrm xmlns:a="http://schemas.openxmlformats.org/drawingml/2006/main">
            <a:off x="9315450" y="2571750"/>
            <a:ext cx="2209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800" b="1" i="0">
                <a:solidFill>
                  <a:srgbClr val="111318"/>
                </a:solidFill>
                <a:latin typeface="Arial"/>
                <a:ea typeface="Arial"/>
                <a:cs typeface="Arial"/>
              </a:defRPr>
            </a:pPr>
            <a:r>
              <a:rPr sz="1800" b="1" i="0">
                <a:solidFill>
                  <a:srgbClr val="111318"/>
                </a:solidFill>
                <a:latin typeface="Arial"/>
                <a:ea typeface="Arial"/>
                <a:cs typeface="Arial"/>
              </a:rPr>
              <a:t>Create time for a thoughtful customer review.</a:t>
            </a:r>
          </a:p>
        </p:txBody>
      </p:sp>
      <p:sp>
        <p:nvSpPr>
          <p:cNvPr id="19" name="">
            <a:extLst xmlns:a="http://schemas.openxmlformats.org/drawingml/2006/main">
              <a:ext uri="{FF2B5EF4-FFF2-40B4-BE49-F238E27FC236}">
                <a16:creationId xmlns:a16="http://schemas.microsoft.com/office/drawing/2014/main" id="{4F1853B5-3A2E-4AE0-AF99-279EE02A6E24}"/>
              </a:ext>
            </a:extLst>
          </p:cNvPr>
          <p:cNvSpPr>
            <a:spLocks xmlns:a="http://schemas.openxmlformats.org/drawingml/2006/main" noGrp="1"/>
          </p:cNvSpPr>
          <p:nvPr/>
        </p:nvSpPr>
        <p:spPr>
          <a:xfrm xmlns:a="http://schemas.openxmlformats.org/drawingml/2006/main">
            <a:off x="9334500" y="3914775"/>
            <a:ext cx="2190750" cy="285750"/>
          </a:xfrm>
          <a:prstGeom xmlns:a="http://schemas.openxmlformats.org/drawingml/2006/main" prst="roundRect">
            <a:avLst>
              <a:gd name="adj" fmla="val 20000"/>
            </a:avLst>
          </a:prstGeom>
          <a:solidFill xmlns:a="http://schemas.openxmlformats.org/drawingml/2006/main">
            <a:srgbClr val="D9EDF2"/>
          </a:solidFill>
          <a:ln xmlns:a="http://schemas.openxmlformats.org/drawingml/2006/main" w="0">
            <a:solidFill>
              <a:srgbClr val="D9EDF2"/>
            </a:solidFill>
            <a:prstDash val="solid"/>
          </a:ln>
        </p:spPr>
      </p:sp>
      <p:sp>
        <p:nvSpPr>
          <p:cNvPr id="20" name="">
            <a:extLst xmlns:a="http://schemas.openxmlformats.org/drawingml/2006/main">
              <a:ext uri="{FF2B5EF4-FFF2-40B4-BE49-F238E27FC236}">
                <a16:creationId xmlns:a16="http://schemas.microsoft.com/office/drawing/2014/main" id="{7F8FEB73-8D52-411C-835B-BA561FAF883F}"/>
              </a:ext>
            </a:extLst>
          </p:cNvPr>
          <p:cNvSpPr>
            <a:spLocks xmlns:a="http://schemas.openxmlformats.org/drawingml/2006/main" noGrp="1"/>
          </p:cNvSpPr>
          <p:nvPr/>
        </p:nvSpPr>
        <p:spPr>
          <a:xfrm xmlns:a="http://schemas.openxmlformats.org/drawingml/2006/main">
            <a:off x="9429750" y="3971925"/>
            <a:ext cx="2000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i="0">
                <a:solidFill>
                  <a:srgbClr val="111318"/>
                </a:solidFill>
                <a:latin typeface="Arial"/>
                <a:ea typeface="Arial"/>
                <a:cs typeface="Arial"/>
              </a:defRPr>
            </a:pPr>
            <a:r>
              <a:rPr sz="900" b="1" i="0">
                <a:solidFill>
                  <a:srgbClr val="111318"/>
                </a:solidFill>
                <a:latin typeface="Arial"/>
                <a:ea typeface="Arial"/>
                <a:cs typeface="Arial"/>
              </a:rPr>
              <a:t>EARLIER SIGNAL</a:t>
            </a:r>
          </a:p>
        </p:txBody>
      </p:sp>
      <p:sp>
        <p:nvSpPr>
          <p:cNvPr id="21" name="">
            <a:extLst xmlns:a="http://schemas.openxmlformats.org/drawingml/2006/main">
              <a:ext uri="{FF2B5EF4-FFF2-40B4-BE49-F238E27FC236}">
                <a16:creationId xmlns:a16="http://schemas.microsoft.com/office/drawing/2014/main" id="{65405620-A04D-4B87-B84C-460F107BE372}"/>
              </a:ext>
            </a:extLst>
          </p:cNvPr>
          <p:cNvSpPr>
            <a:spLocks xmlns:a="http://schemas.openxmlformats.org/drawingml/2006/main" noGrp="1"/>
          </p:cNvSpPr>
          <p:nvPr/>
        </p:nvSpPr>
        <p:spPr>
          <a:xfrm xmlns:a="http://schemas.openxmlformats.org/drawingml/2006/main">
            <a:off x="9229725" y="4400550"/>
            <a:ext cx="238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0" i="0">
                <a:solidFill>
                  <a:srgbClr val="111318"/>
                </a:solidFill>
                <a:latin typeface="Arial"/>
                <a:ea typeface="Arial"/>
                <a:cs typeface="Arial"/>
              </a:defRPr>
            </a:pPr>
            <a:r>
              <a:rPr sz="1200" b="0" i="0">
                <a:solidFill>
                  <a:srgbClr val="111318"/>
                </a:solidFill>
                <a:latin typeface="Arial"/>
                <a:ea typeface="Arial"/>
                <a:cs typeface="Arial"/>
              </a:rPr>
              <a:t>Prediction supports a decision; it does not replace one.</a:t>
            </a:r>
          </a:p>
        </p:txBody>
      </p:sp>
      <p:sp>
        <p:nvSpPr>
          <p:cNvPr id="22" name="">
            <a:extLst xmlns:a="http://schemas.openxmlformats.org/drawingml/2006/main">
              <a:ext uri="{FF2B5EF4-FFF2-40B4-BE49-F238E27FC236}">
                <a16:creationId xmlns:a16="http://schemas.microsoft.com/office/drawing/2014/main" id="{032B26EC-F6B4-419D-9B5F-180BA97C19B5}"/>
              </a:ext>
            </a:extLst>
          </p:cNvPr>
          <p:cNvSpPr>
            <a:spLocks xmlns:a="http://schemas.openxmlformats.org/drawingml/2006/main" noGrp="1"/>
          </p:cNvSpPr>
          <p:nvPr/>
        </p:nvSpPr>
        <p:spPr>
          <a:xfrm xmlns:a="http://schemas.openxmlformats.org/drawingml/2006/main">
            <a:off x="609600" y="6515100"/>
            <a:ext cx="1095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0" i="1">
                <a:solidFill>
                  <a:srgbClr val="111318"/>
                </a:solidFill>
                <a:latin typeface="Arial"/>
                <a:ea typeface="Arial"/>
                <a:cs typeface="Arial"/>
              </a:defRPr>
            </a:pPr>
            <a:r>
              <a:rPr sz="750" b="0" i="1">
                <a:solidFill>
                  <a:srgbClr val="111318"/>
                </a:solidFill>
                <a:latin typeface="Arial"/>
                <a:ea typeface="Arial"/>
                <a:cs typeface="Arial"/>
              </a:rPr>
              <a:t>Source: Master synopsis, sections A–C and H</a:t>
            </a:r>
          </a:p>
        </p:txBody>
      </p:sp>
    </p:spTree>
    <p:extLst>
      <p:ext uri="{BB962C8B-B14F-4D97-AF65-F5344CB8AC3E}">
        <p14:creationId xmlns:p14="http://schemas.microsoft.com/office/powerpoint/2010/main" val="185407462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4FBCB054-E814-413A-AB5A-ABC1EE305A07}"/>
              </a:ext>
            </a:extLst>
          </p:cNvPr>
          <p:cNvSpPr>
            <a:spLocks xmlns:a="http://schemas.openxmlformats.org/drawingml/2006/main" noGrp="1"/>
          </p:cNvSpPr>
          <p:nvPr/>
        </p:nvSpPr>
        <p:spPr>
          <a:xfrm xmlns:a="http://schemas.openxmlformats.org/drawingml/2006/main">
            <a:off x="609600" y="30480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111318"/>
                </a:solidFill>
                <a:latin typeface="Arial"/>
                <a:ea typeface="Arial"/>
                <a:cs typeface="Arial"/>
              </a:defRPr>
            </a:pPr>
            <a:r>
              <a:rPr sz="975" b="1" i="0">
                <a:solidFill>
                  <a:srgbClr val="111318"/>
                </a:solidFill>
                <a:latin typeface="Arial"/>
                <a:ea typeface="Arial"/>
                <a:cs typeface="Arial"/>
              </a:rPr>
              <a:t>WHAT THE SYSTEM READS</a:t>
            </a:r>
          </a:p>
        </p:txBody>
      </p:sp>
      <p:sp>
        <p:nvSpPr>
          <p:cNvPr id="2" name="">
            <a:extLst xmlns:a="http://schemas.openxmlformats.org/drawingml/2006/main">
              <a:ext uri="{FF2B5EF4-FFF2-40B4-BE49-F238E27FC236}">
                <a16:creationId xmlns:a16="http://schemas.microsoft.com/office/drawing/2014/main" id="{49F38880-8E75-4A2F-B9D1-418299D0BB6A}"/>
              </a:ext>
            </a:extLst>
          </p:cNvPr>
          <p:cNvSpPr>
            <a:spLocks xmlns:a="http://schemas.openxmlformats.org/drawingml/2006/main" noGrp="1"/>
          </p:cNvSpPr>
          <p:nvPr/>
        </p:nvSpPr>
        <p:spPr>
          <a:xfrm xmlns:a="http://schemas.openxmlformats.org/drawingml/2006/main">
            <a:off x="609600" y="628650"/>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111318"/>
                </a:solidFill>
                <a:latin typeface="Arial"/>
                <a:ea typeface="Arial"/>
                <a:cs typeface="Arial"/>
              </a:defRPr>
            </a:pPr>
            <a:r>
              <a:rPr sz="2550" b="1" i="0">
                <a:solidFill>
                  <a:srgbClr val="111318"/>
                </a:solidFill>
                <a:latin typeface="Arial"/>
                <a:ea typeface="Arial"/>
                <a:cs typeface="Arial"/>
              </a:rPr>
              <a:t>A few customer details form one connected story</a:t>
            </a:r>
          </a:p>
        </p:txBody>
      </p:sp>
      <p:sp>
        <p:nvSpPr>
          <p:cNvPr id="3" name="">
            <a:extLst xmlns:a="http://schemas.openxmlformats.org/drawingml/2006/main">
              <a:ext uri="{FF2B5EF4-FFF2-40B4-BE49-F238E27FC236}">
                <a16:creationId xmlns:a16="http://schemas.microsoft.com/office/drawing/2014/main" id="{972699CB-06FC-404E-86BC-92C4A7011ABF}"/>
              </a:ext>
            </a:extLst>
          </p:cNvPr>
          <p:cNvSpPr>
            <a:spLocks xmlns:a="http://schemas.openxmlformats.org/drawingml/2006/main" noGrp="1"/>
          </p:cNvSpPr>
          <p:nvPr/>
        </p:nvSpPr>
        <p:spPr>
          <a:xfrm xmlns:a="http://schemas.openxmlformats.org/drawingml/2006/main">
            <a:off x="11125200" y="3429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i="0">
                <a:solidFill>
                  <a:srgbClr val="111318"/>
                </a:solidFill>
                <a:latin typeface="Arial"/>
                <a:ea typeface="Arial"/>
                <a:cs typeface="Arial"/>
              </a:defRPr>
            </a:pPr>
            <a:r>
              <a:rPr sz="1050" b="1" i="0">
                <a:solidFill>
                  <a:srgbClr val="111318"/>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A9188FCB-FBCE-497B-B7B5-9CE51F272216}"/>
              </a:ext>
            </a:extLst>
          </p:cNvPr>
          <p:cNvSpPr>
            <a:spLocks xmlns:a="http://schemas.openxmlformats.org/drawingml/2006/main" noGrp="1"/>
          </p:cNvSpPr>
          <p:nvPr/>
        </p:nvSpPr>
        <p:spPr>
          <a:xfrm xmlns:a="http://schemas.openxmlformats.org/drawingml/2006/main">
            <a:off x="609600" y="1381125"/>
            <a:ext cx="10953750" cy="0"/>
          </a:xfrm>
          <a:prstGeom xmlns:a="http://schemas.openxmlformats.org/drawingml/2006/main" prst="line">
            <a:avLst/>
          </a:prstGeom>
          <a:noFill xmlns:a="http://schemas.openxmlformats.org/drawingml/2006/main"/>
          <a:ln xmlns:a="http://schemas.openxmlformats.org/drawingml/2006/main" w="13335">
            <a:solidFill>
              <a:srgbClr val="B7D8E0"/>
            </a:solidFill>
            <a:prstDash val="solid"/>
          </a:ln>
        </p:spPr>
      </p:sp>
      <p:sp>
        <p:nvSpPr>
          <p:cNvPr id="5" name="">
            <a:extLst xmlns:a="http://schemas.openxmlformats.org/drawingml/2006/main">
              <a:ext uri="{FF2B5EF4-FFF2-40B4-BE49-F238E27FC236}">
                <a16:creationId xmlns:a16="http://schemas.microsoft.com/office/drawing/2014/main" id="{7819AF99-16EF-4864-95D8-0CD4F20F511C}"/>
              </a:ext>
            </a:extLst>
          </p:cNvPr>
          <p:cNvSpPr>
            <a:spLocks xmlns:a="http://schemas.openxmlformats.org/drawingml/2006/main" noGrp="1"/>
          </p:cNvSpPr>
          <p:nvPr/>
        </p:nvSpPr>
        <p:spPr>
          <a:xfrm xmlns:a="http://schemas.openxmlformats.org/drawingml/2006/main">
            <a:off x="4572000" y="2457450"/>
            <a:ext cx="3048000" cy="2095500"/>
          </a:xfrm>
          <a:prstGeom xmlns:a="http://schemas.openxmlformats.org/drawingml/2006/main" prst="ellipse">
            <a:avLst/>
          </a:prstGeom>
          <a:solidFill xmlns:a="http://schemas.openxmlformats.org/drawingml/2006/main">
            <a:srgbClr val="202B5B"/>
          </a:solidFill>
          <a:ln xmlns:a="http://schemas.openxmlformats.org/drawingml/2006/main" w="0">
            <a:solidFill>
              <a:srgbClr val="202B5B"/>
            </a:solidFill>
            <a:prstDash val="solid"/>
          </a:ln>
        </p:spPr>
      </p:sp>
      <p:sp>
        <p:nvSpPr>
          <p:cNvPr id="6" name="">
            <a:extLst xmlns:a="http://schemas.openxmlformats.org/drawingml/2006/main">
              <a:ext uri="{FF2B5EF4-FFF2-40B4-BE49-F238E27FC236}">
                <a16:creationId xmlns:a16="http://schemas.microsoft.com/office/drawing/2014/main" id="{2CC92164-EB7A-40B1-942B-313C37E4B013}"/>
              </a:ext>
            </a:extLst>
          </p:cNvPr>
          <p:cNvSpPr>
            <a:spLocks xmlns:a="http://schemas.openxmlformats.org/drawingml/2006/main" noGrp="1"/>
          </p:cNvSpPr>
          <p:nvPr/>
        </p:nvSpPr>
        <p:spPr>
          <a:xfrm xmlns:a="http://schemas.openxmlformats.org/drawingml/2006/main">
            <a:off x="4953000" y="2952750"/>
            <a:ext cx="228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175" b="1" i="0">
                <a:solidFill>
                  <a:srgbClr val="FFFFFF"/>
                </a:solidFill>
                <a:latin typeface="Arial"/>
                <a:ea typeface="Arial"/>
                <a:cs typeface="Arial"/>
              </a:defRPr>
            </a:pPr>
            <a:r>
              <a:rPr sz="2175" b="1" i="0">
                <a:solidFill>
                  <a:srgbClr val="FFFFFF"/>
                </a:solidFill>
                <a:latin typeface="Arial"/>
                <a:ea typeface="Arial"/>
                <a:cs typeface="Arial"/>
              </a:rPr>
              <a:t>CUSTOMER</a:t>
            </a:r>
          </a:p>
          <a:p xmlns:a="http://schemas.openxmlformats.org/drawingml/2006/main">
            <a:pPr algn="ctr">
              <a:lnSpc>
                <a:spcPct val="100000"/>
              </a:lnSpc>
              <a:buNone/>
              <a:defRPr sz="2175" b="1" i="0">
                <a:solidFill>
                  <a:srgbClr val="FFFFFF"/>
                </a:solidFill>
                <a:latin typeface="Arial"/>
                <a:ea typeface="Arial"/>
                <a:cs typeface="Arial"/>
              </a:defRPr>
            </a:pPr>
            <a:r>
              <a:rPr sz="2175" b="1" i="0">
                <a:solidFill>
                  <a:srgbClr val="FFFFFF"/>
                </a:solidFill>
                <a:latin typeface="Arial"/>
                <a:ea typeface="Arial"/>
                <a:cs typeface="Arial"/>
              </a:rPr>
              <a:t>HISTORY</a:t>
            </a:r>
          </a:p>
        </p:txBody>
      </p:sp>
      <p:sp>
        <p:nvSpPr>
          <p:cNvPr id="7" name="">
            <a:extLst xmlns:a="http://schemas.openxmlformats.org/drawingml/2006/main">
              <a:ext uri="{FF2B5EF4-FFF2-40B4-BE49-F238E27FC236}">
                <a16:creationId xmlns:a16="http://schemas.microsoft.com/office/drawing/2014/main" id="{BE42B06A-3509-4C0D-A794-797C1568B00E}"/>
              </a:ext>
            </a:extLst>
          </p:cNvPr>
          <p:cNvSpPr>
            <a:spLocks xmlns:a="http://schemas.openxmlformats.org/drawingml/2006/main" noGrp="1"/>
          </p:cNvSpPr>
          <p:nvPr/>
        </p:nvSpPr>
        <p:spPr>
          <a:xfrm xmlns:a="http://schemas.openxmlformats.org/drawingml/2006/main">
            <a:off x="3476625" y="2333625"/>
            <a:ext cx="1095375" cy="647700"/>
          </a:xfrm>
          <a:prstGeom xmlns:a="http://schemas.openxmlformats.org/drawingml/2006/main" prst="line">
            <a:avLst/>
          </a:prstGeom>
          <a:noFill xmlns:a="http://schemas.openxmlformats.org/drawingml/2006/main"/>
          <a:ln xmlns:a="http://schemas.openxmlformats.org/drawingml/2006/main" w="23813">
            <a:solidFill>
              <a:srgbClr val="B7D8E0"/>
            </a:solidFill>
            <a:prstDash val="solid"/>
          </a:ln>
        </p:spPr>
      </p:sp>
      <p:sp>
        <p:nvSpPr>
          <p:cNvPr id="8" name="">
            <a:extLst xmlns:a="http://schemas.openxmlformats.org/drawingml/2006/main">
              <a:ext uri="{FF2B5EF4-FFF2-40B4-BE49-F238E27FC236}">
                <a16:creationId xmlns:a16="http://schemas.microsoft.com/office/drawing/2014/main" id="{DD3DD79E-C58E-4254-A727-3BAB2846CBD5}"/>
              </a:ext>
            </a:extLst>
          </p:cNvPr>
          <p:cNvSpPr>
            <a:spLocks xmlns:a="http://schemas.openxmlformats.org/drawingml/2006/main" noGrp="1"/>
          </p:cNvSpPr>
          <p:nvPr/>
        </p:nvSpPr>
        <p:spPr>
          <a:xfrm xmlns:a="http://schemas.openxmlformats.org/drawingml/2006/main">
            <a:off x="1000125" y="1809750"/>
            <a:ext cx="2476500" cy="1047750"/>
          </a:xfrm>
          <a:prstGeom xmlns:a="http://schemas.openxmlformats.org/drawingml/2006/main" prst="roundRect">
            <a:avLst>
              <a:gd name="adj" fmla="val 7273"/>
            </a:avLst>
          </a:prstGeom>
          <a:solidFill xmlns:a="http://schemas.openxmlformats.org/drawingml/2006/main">
            <a:srgbClr val="EAF5F8"/>
          </a:solidFill>
          <a:ln xmlns:a="http://schemas.openxmlformats.org/drawingml/2006/main" w="0">
            <a:solidFill>
              <a:srgbClr val="EAF5F8"/>
            </a:solidFill>
            <a:prstDash val="solid"/>
          </a:ln>
        </p:spPr>
      </p:sp>
      <p:sp>
        <p:nvSpPr>
          <p:cNvPr id="9" name="">
            <a:extLst xmlns:a="http://schemas.openxmlformats.org/drawingml/2006/main">
              <a:ext uri="{FF2B5EF4-FFF2-40B4-BE49-F238E27FC236}">
                <a16:creationId xmlns:a16="http://schemas.microsoft.com/office/drawing/2014/main" id="{C1563AA4-4678-44E0-8C34-5F107F6F6F02}"/>
              </a:ext>
            </a:extLst>
          </p:cNvPr>
          <p:cNvSpPr>
            <a:spLocks xmlns:a="http://schemas.openxmlformats.org/drawingml/2006/main" noGrp="1"/>
          </p:cNvSpPr>
          <p:nvPr/>
        </p:nvSpPr>
        <p:spPr>
          <a:xfrm xmlns:a="http://schemas.openxmlformats.org/drawingml/2006/main">
            <a:off x="1152525" y="1971675"/>
            <a:ext cx="2171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425" b="1" i="0">
                <a:solidFill>
                  <a:srgbClr val="111318"/>
                </a:solidFill>
                <a:latin typeface="Arial"/>
                <a:ea typeface="Arial"/>
                <a:cs typeface="Arial"/>
              </a:defRPr>
            </a:pPr>
            <a:r>
              <a:rPr sz="1425" b="1" i="0">
                <a:solidFill>
                  <a:srgbClr val="111318"/>
                </a:solidFill>
                <a:latin typeface="Arial"/>
                <a:ea typeface="Arial"/>
                <a:cs typeface="Arial"/>
              </a:rPr>
              <a:t>Profile</a:t>
            </a:r>
          </a:p>
        </p:txBody>
      </p:sp>
      <p:sp>
        <p:nvSpPr>
          <p:cNvPr id="10" name="">
            <a:extLst xmlns:a="http://schemas.openxmlformats.org/drawingml/2006/main">
              <a:ext uri="{FF2B5EF4-FFF2-40B4-BE49-F238E27FC236}">
                <a16:creationId xmlns:a16="http://schemas.microsoft.com/office/drawing/2014/main" id="{EC8C1571-EBBD-4124-9553-09785A8984D5}"/>
              </a:ext>
            </a:extLst>
          </p:cNvPr>
          <p:cNvSpPr>
            <a:spLocks xmlns:a="http://schemas.openxmlformats.org/drawingml/2006/main" noGrp="1"/>
          </p:cNvSpPr>
          <p:nvPr/>
        </p:nvSpPr>
        <p:spPr>
          <a:xfrm xmlns:a="http://schemas.openxmlformats.org/drawingml/2006/main">
            <a:off x="1152525" y="2333625"/>
            <a:ext cx="2171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111318"/>
                </a:solidFill>
                <a:latin typeface="Arial"/>
                <a:ea typeface="Arial"/>
                <a:cs typeface="Arial"/>
              </a:defRPr>
            </a:pPr>
            <a:r>
              <a:rPr sz="1125" b="0" i="0">
                <a:solidFill>
                  <a:srgbClr val="111318"/>
                </a:solidFill>
                <a:latin typeface="Arial"/>
                <a:ea typeface="Arial"/>
                <a:cs typeface="Arial"/>
              </a:rPr>
              <a:t>Gender and age</a:t>
            </a:r>
          </a:p>
        </p:txBody>
      </p:sp>
      <p:sp>
        <p:nvSpPr>
          <p:cNvPr id="11" name="">
            <a:extLst xmlns:a="http://schemas.openxmlformats.org/drawingml/2006/main">
              <a:ext uri="{FF2B5EF4-FFF2-40B4-BE49-F238E27FC236}">
                <a16:creationId xmlns:a16="http://schemas.microsoft.com/office/drawing/2014/main" id="{A50BA80B-B057-465A-9B7F-5648B3C70BDE}"/>
              </a:ext>
            </a:extLst>
          </p:cNvPr>
          <p:cNvSpPr>
            <a:spLocks xmlns:a="http://schemas.openxmlformats.org/drawingml/2006/main" noGrp="1"/>
          </p:cNvSpPr>
          <p:nvPr/>
        </p:nvSpPr>
        <p:spPr>
          <a:xfrm xmlns:a="http://schemas.openxmlformats.org/drawingml/2006/main">
            <a:off x="3333750" y="3810000"/>
            <a:ext cx="1238250" cy="828675"/>
          </a:xfrm>
          <a:prstGeom xmlns:a="http://schemas.openxmlformats.org/drawingml/2006/main" prst="line">
            <a:avLst/>
          </a:prstGeom>
          <a:noFill xmlns:a="http://schemas.openxmlformats.org/drawingml/2006/main"/>
          <a:ln xmlns:a="http://schemas.openxmlformats.org/drawingml/2006/main" w="23813">
            <a:solidFill>
              <a:srgbClr val="B7D8E0"/>
            </a:solidFill>
            <a:prstDash val="solid"/>
          </a:ln>
        </p:spPr>
      </p:sp>
      <p:sp>
        <p:nvSpPr>
          <p:cNvPr id="12" name="">
            <a:extLst xmlns:a="http://schemas.openxmlformats.org/drawingml/2006/main">
              <a:ext uri="{FF2B5EF4-FFF2-40B4-BE49-F238E27FC236}">
                <a16:creationId xmlns:a16="http://schemas.microsoft.com/office/drawing/2014/main" id="{A03178B9-3F27-412C-B53A-3D6F17089D11}"/>
              </a:ext>
            </a:extLst>
          </p:cNvPr>
          <p:cNvSpPr>
            <a:spLocks xmlns:a="http://schemas.openxmlformats.org/drawingml/2006/main" noGrp="1"/>
          </p:cNvSpPr>
          <p:nvPr/>
        </p:nvSpPr>
        <p:spPr>
          <a:xfrm xmlns:a="http://schemas.openxmlformats.org/drawingml/2006/main">
            <a:off x="857250" y="4114800"/>
            <a:ext cx="2476500" cy="1047750"/>
          </a:xfrm>
          <a:prstGeom xmlns:a="http://schemas.openxmlformats.org/drawingml/2006/main" prst="roundRect">
            <a:avLst>
              <a:gd name="adj" fmla="val 7273"/>
            </a:avLst>
          </a:prstGeom>
          <a:solidFill xmlns:a="http://schemas.openxmlformats.org/drawingml/2006/main">
            <a:srgbClr val="EAF5F8"/>
          </a:solidFill>
          <a:ln xmlns:a="http://schemas.openxmlformats.org/drawingml/2006/main" w="0">
            <a:solidFill>
              <a:srgbClr val="EAF5F8"/>
            </a:solidFill>
            <a:prstDash val="solid"/>
          </a:ln>
        </p:spPr>
      </p:sp>
      <p:sp>
        <p:nvSpPr>
          <p:cNvPr id="13" name="">
            <a:extLst xmlns:a="http://schemas.openxmlformats.org/drawingml/2006/main">
              <a:ext uri="{FF2B5EF4-FFF2-40B4-BE49-F238E27FC236}">
                <a16:creationId xmlns:a16="http://schemas.microsoft.com/office/drawing/2014/main" id="{23DC58A0-D57E-4978-A927-C383D5C1ADA6}"/>
              </a:ext>
            </a:extLst>
          </p:cNvPr>
          <p:cNvSpPr>
            <a:spLocks xmlns:a="http://schemas.openxmlformats.org/drawingml/2006/main" noGrp="1"/>
          </p:cNvSpPr>
          <p:nvPr/>
        </p:nvSpPr>
        <p:spPr>
          <a:xfrm xmlns:a="http://schemas.openxmlformats.org/drawingml/2006/main">
            <a:off x="1009650" y="4276725"/>
            <a:ext cx="2171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425" b="1" i="0">
                <a:solidFill>
                  <a:srgbClr val="111318"/>
                </a:solidFill>
                <a:latin typeface="Arial"/>
                <a:ea typeface="Arial"/>
                <a:cs typeface="Arial"/>
              </a:defRPr>
            </a:pPr>
            <a:r>
              <a:rPr sz="1425" b="1" i="0">
                <a:solidFill>
                  <a:srgbClr val="111318"/>
                </a:solidFill>
                <a:latin typeface="Arial"/>
                <a:ea typeface="Arial"/>
                <a:cs typeface="Arial"/>
              </a:rPr>
              <a:t>Relationship</a:t>
            </a:r>
          </a:p>
        </p:txBody>
      </p:sp>
      <p:sp>
        <p:nvSpPr>
          <p:cNvPr id="14" name="">
            <a:extLst xmlns:a="http://schemas.openxmlformats.org/drawingml/2006/main">
              <a:ext uri="{FF2B5EF4-FFF2-40B4-BE49-F238E27FC236}">
                <a16:creationId xmlns:a16="http://schemas.microsoft.com/office/drawing/2014/main" id="{B11E63F6-9D70-4422-9D49-DC5912123AB9}"/>
              </a:ext>
            </a:extLst>
          </p:cNvPr>
          <p:cNvSpPr>
            <a:spLocks xmlns:a="http://schemas.openxmlformats.org/drawingml/2006/main" noGrp="1"/>
          </p:cNvSpPr>
          <p:nvPr/>
        </p:nvSpPr>
        <p:spPr>
          <a:xfrm xmlns:a="http://schemas.openxmlformats.org/drawingml/2006/main">
            <a:off x="1009650" y="4638675"/>
            <a:ext cx="2171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111318"/>
                </a:solidFill>
                <a:latin typeface="Arial"/>
                <a:ea typeface="Arial"/>
                <a:cs typeface="Arial"/>
              </a:defRPr>
            </a:pPr>
            <a:r>
              <a:rPr sz="1125" b="0" i="0">
                <a:solidFill>
                  <a:srgbClr val="111318"/>
                </a:solidFill>
                <a:latin typeface="Arial"/>
                <a:ea typeface="Arial"/>
                <a:cs typeface="Arial"/>
              </a:rPr>
              <a:t>How long they stayed</a:t>
            </a:r>
          </a:p>
        </p:txBody>
      </p:sp>
      <p:sp>
        <p:nvSpPr>
          <p:cNvPr id="15" name="">
            <a:extLst xmlns:a="http://schemas.openxmlformats.org/drawingml/2006/main">
              <a:ext uri="{FF2B5EF4-FFF2-40B4-BE49-F238E27FC236}">
                <a16:creationId xmlns:a16="http://schemas.microsoft.com/office/drawing/2014/main" id="{4E8B0A32-8168-4CC2-A0AC-6C626CB0C607}"/>
              </a:ext>
            </a:extLst>
          </p:cNvPr>
          <p:cNvSpPr>
            <a:spLocks xmlns:a="http://schemas.openxmlformats.org/drawingml/2006/main" noGrp="1"/>
          </p:cNvSpPr>
          <p:nvPr/>
        </p:nvSpPr>
        <p:spPr>
          <a:xfrm xmlns:a="http://schemas.openxmlformats.org/drawingml/2006/main">
            <a:off x="7620000" y="2333625"/>
            <a:ext cx="1476375" cy="647700"/>
          </a:xfrm>
          <a:prstGeom xmlns:a="http://schemas.openxmlformats.org/drawingml/2006/main" prst="line">
            <a:avLst/>
          </a:prstGeom>
          <a:noFill xmlns:a="http://schemas.openxmlformats.org/drawingml/2006/main"/>
          <a:ln xmlns:a="http://schemas.openxmlformats.org/drawingml/2006/main" w="23813">
            <a:solidFill>
              <a:srgbClr val="B7D8E0"/>
            </a:solidFill>
            <a:prstDash val="solid"/>
          </a:ln>
        </p:spPr>
      </p:sp>
      <p:sp>
        <p:nvSpPr>
          <p:cNvPr id="16" name="">
            <a:extLst xmlns:a="http://schemas.openxmlformats.org/drawingml/2006/main">
              <a:ext uri="{FF2B5EF4-FFF2-40B4-BE49-F238E27FC236}">
                <a16:creationId xmlns:a16="http://schemas.microsoft.com/office/drawing/2014/main" id="{7C1C6CEB-CEFF-402F-B021-57FC3D17EBDD}"/>
              </a:ext>
            </a:extLst>
          </p:cNvPr>
          <p:cNvSpPr>
            <a:spLocks xmlns:a="http://schemas.openxmlformats.org/drawingml/2006/main" noGrp="1"/>
          </p:cNvSpPr>
          <p:nvPr/>
        </p:nvSpPr>
        <p:spPr>
          <a:xfrm xmlns:a="http://schemas.openxmlformats.org/drawingml/2006/main">
            <a:off x="9096375" y="1809750"/>
            <a:ext cx="2476500" cy="1047750"/>
          </a:xfrm>
          <a:prstGeom xmlns:a="http://schemas.openxmlformats.org/drawingml/2006/main" prst="roundRect">
            <a:avLst>
              <a:gd name="adj" fmla="val 7273"/>
            </a:avLst>
          </a:prstGeom>
          <a:solidFill xmlns:a="http://schemas.openxmlformats.org/drawingml/2006/main">
            <a:srgbClr val="EAF5F8"/>
          </a:solidFill>
          <a:ln xmlns:a="http://schemas.openxmlformats.org/drawingml/2006/main" w="0">
            <a:solidFill>
              <a:srgbClr val="EAF5F8"/>
            </a:solidFill>
            <a:prstDash val="solid"/>
          </a:ln>
        </p:spPr>
      </p:sp>
      <p:sp>
        <p:nvSpPr>
          <p:cNvPr id="17" name="">
            <a:extLst xmlns:a="http://schemas.openxmlformats.org/drawingml/2006/main">
              <a:ext uri="{FF2B5EF4-FFF2-40B4-BE49-F238E27FC236}">
                <a16:creationId xmlns:a16="http://schemas.microsoft.com/office/drawing/2014/main" id="{DAB46D3C-ECDE-4670-B99A-5A14B4ACBE04}"/>
              </a:ext>
            </a:extLst>
          </p:cNvPr>
          <p:cNvSpPr>
            <a:spLocks xmlns:a="http://schemas.openxmlformats.org/drawingml/2006/main" noGrp="1"/>
          </p:cNvSpPr>
          <p:nvPr/>
        </p:nvSpPr>
        <p:spPr>
          <a:xfrm xmlns:a="http://schemas.openxmlformats.org/drawingml/2006/main">
            <a:off x="9248775" y="1971675"/>
            <a:ext cx="2171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425" b="1" i="0">
                <a:solidFill>
                  <a:srgbClr val="111318"/>
                </a:solidFill>
                <a:latin typeface="Arial"/>
                <a:ea typeface="Arial"/>
                <a:cs typeface="Arial"/>
              </a:defRPr>
            </a:pPr>
            <a:r>
              <a:rPr sz="1425" b="1" i="0">
                <a:solidFill>
                  <a:srgbClr val="111318"/>
                </a:solidFill>
                <a:latin typeface="Arial"/>
                <a:ea typeface="Arial"/>
                <a:cs typeface="Arial"/>
              </a:rPr>
              <a:t>Billing</a:t>
            </a:r>
          </a:p>
        </p:txBody>
      </p:sp>
      <p:sp>
        <p:nvSpPr>
          <p:cNvPr id="18" name="">
            <a:extLst xmlns:a="http://schemas.openxmlformats.org/drawingml/2006/main">
              <a:ext uri="{FF2B5EF4-FFF2-40B4-BE49-F238E27FC236}">
                <a16:creationId xmlns:a16="http://schemas.microsoft.com/office/drawing/2014/main" id="{CDCBD0DF-B450-47AC-A950-C465CEC40B15}"/>
              </a:ext>
            </a:extLst>
          </p:cNvPr>
          <p:cNvSpPr>
            <a:spLocks xmlns:a="http://schemas.openxmlformats.org/drawingml/2006/main" noGrp="1"/>
          </p:cNvSpPr>
          <p:nvPr/>
        </p:nvSpPr>
        <p:spPr>
          <a:xfrm xmlns:a="http://schemas.openxmlformats.org/drawingml/2006/main">
            <a:off x="9248775" y="2333625"/>
            <a:ext cx="2171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111318"/>
                </a:solidFill>
                <a:latin typeface="Arial"/>
                <a:ea typeface="Arial"/>
                <a:cs typeface="Arial"/>
              </a:defRPr>
            </a:pPr>
            <a:r>
              <a:rPr sz="1125" b="0" i="0">
                <a:solidFill>
                  <a:srgbClr val="111318"/>
                </a:solidFill>
                <a:latin typeface="Arial"/>
                <a:ea typeface="Arial"/>
                <a:cs typeface="Arial"/>
              </a:rPr>
              <a:t>Monthly and total charges</a:t>
            </a:r>
          </a:p>
        </p:txBody>
      </p:sp>
      <p:sp>
        <p:nvSpPr>
          <p:cNvPr id="19" name="">
            <a:extLst xmlns:a="http://schemas.openxmlformats.org/drawingml/2006/main">
              <a:ext uri="{FF2B5EF4-FFF2-40B4-BE49-F238E27FC236}">
                <a16:creationId xmlns:a16="http://schemas.microsoft.com/office/drawing/2014/main" id="{039A905A-1348-4244-B475-3107E6ECEE67}"/>
              </a:ext>
            </a:extLst>
          </p:cNvPr>
          <p:cNvSpPr>
            <a:spLocks xmlns:a="http://schemas.openxmlformats.org/drawingml/2006/main" noGrp="1"/>
          </p:cNvSpPr>
          <p:nvPr/>
        </p:nvSpPr>
        <p:spPr>
          <a:xfrm xmlns:a="http://schemas.openxmlformats.org/drawingml/2006/main">
            <a:off x="7620000" y="3810000"/>
            <a:ext cx="1619250" cy="828675"/>
          </a:xfrm>
          <a:prstGeom xmlns:a="http://schemas.openxmlformats.org/drawingml/2006/main" prst="line">
            <a:avLst/>
          </a:prstGeom>
          <a:noFill xmlns:a="http://schemas.openxmlformats.org/drawingml/2006/main"/>
          <a:ln xmlns:a="http://schemas.openxmlformats.org/drawingml/2006/main" w="23813">
            <a:solidFill>
              <a:srgbClr val="B7D8E0"/>
            </a:solidFill>
            <a:prstDash val="solid"/>
          </a:ln>
        </p:spPr>
      </p:sp>
      <p:sp>
        <p:nvSpPr>
          <p:cNvPr id="20" name="">
            <a:extLst xmlns:a="http://schemas.openxmlformats.org/drawingml/2006/main">
              <a:ext uri="{FF2B5EF4-FFF2-40B4-BE49-F238E27FC236}">
                <a16:creationId xmlns:a16="http://schemas.microsoft.com/office/drawing/2014/main" id="{5C8372A4-A441-4CED-A007-B2CE654BAD4C}"/>
              </a:ext>
            </a:extLst>
          </p:cNvPr>
          <p:cNvSpPr>
            <a:spLocks xmlns:a="http://schemas.openxmlformats.org/drawingml/2006/main" noGrp="1"/>
          </p:cNvSpPr>
          <p:nvPr/>
        </p:nvSpPr>
        <p:spPr>
          <a:xfrm xmlns:a="http://schemas.openxmlformats.org/drawingml/2006/main">
            <a:off x="9239250" y="4114800"/>
            <a:ext cx="2476500" cy="1047750"/>
          </a:xfrm>
          <a:prstGeom xmlns:a="http://schemas.openxmlformats.org/drawingml/2006/main" prst="roundRect">
            <a:avLst>
              <a:gd name="adj" fmla="val 7273"/>
            </a:avLst>
          </a:prstGeom>
          <a:solidFill xmlns:a="http://schemas.openxmlformats.org/drawingml/2006/main">
            <a:srgbClr val="EAF5F8"/>
          </a:solidFill>
          <a:ln xmlns:a="http://schemas.openxmlformats.org/drawingml/2006/main" w="0">
            <a:solidFill>
              <a:srgbClr val="EAF5F8"/>
            </a:solidFill>
            <a:prstDash val="solid"/>
          </a:ln>
        </p:spPr>
      </p:sp>
      <p:sp>
        <p:nvSpPr>
          <p:cNvPr id="21" name="">
            <a:extLst xmlns:a="http://schemas.openxmlformats.org/drawingml/2006/main">
              <a:ext uri="{FF2B5EF4-FFF2-40B4-BE49-F238E27FC236}">
                <a16:creationId xmlns:a16="http://schemas.microsoft.com/office/drawing/2014/main" id="{D248CBC8-44B2-47BF-8039-5AB2D11EE0BB}"/>
              </a:ext>
            </a:extLst>
          </p:cNvPr>
          <p:cNvSpPr>
            <a:spLocks xmlns:a="http://schemas.openxmlformats.org/drawingml/2006/main" noGrp="1"/>
          </p:cNvSpPr>
          <p:nvPr/>
        </p:nvSpPr>
        <p:spPr>
          <a:xfrm xmlns:a="http://schemas.openxmlformats.org/drawingml/2006/main">
            <a:off x="9391650" y="4276725"/>
            <a:ext cx="2171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425" b="1" i="0">
                <a:solidFill>
                  <a:srgbClr val="111318"/>
                </a:solidFill>
                <a:latin typeface="Arial"/>
                <a:ea typeface="Arial"/>
                <a:cs typeface="Arial"/>
              </a:defRPr>
            </a:pPr>
            <a:r>
              <a:rPr sz="1425" b="1" i="0">
                <a:solidFill>
                  <a:srgbClr val="111318"/>
                </a:solidFill>
                <a:latin typeface="Arial"/>
                <a:ea typeface="Arial"/>
                <a:cs typeface="Arial"/>
              </a:rPr>
              <a:t>Contract</a:t>
            </a:r>
          </a:p>
        </p:txBody>
      </p:sp>
      <p:sp>
        <p:nvSpPr>
          <p:cNvPr id="22" name="">
            <a:extLst xmlns:a="http://schemas.openxmlformats.org/drawingml/2006/main">
              <a:ext uri="{FF2B5EF4-FFF2-40B4-BE49-F238E27FC236}">
                <a16:creationId xmlns:a16="http://schemas.microsoft.com/office/drawing/2014/main" id="{207F7B7D-81F3-4D8C-B13D-95593B4EEEDA}"/>
              </a:ext>
            </a:extLst>
          </p:cNvPr>
          <p:cNvSpPr>
            <a:spLocks xmlns:a="http://schemas.openxmlformats.org/drawingml/2006/main" noGrp="1"/>
          </p:cNvSpPr>
          <p:nvPr/>
        </p:nvSpPr>
        <p:spPr>
          <a:xfrm xmlns:a="http://schemas.openxmlformats.org/drawingml/2006/main">
            <a:off x="9391650" y="4638675"/>
            <a:ext cx="2171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111318"/>
                </a:solidFill>
                <a:latin typeface="Arial"/>
                <a:ea typeface="Arial"/>
                <a:cs typeface="Arial"/>
              </a:defRPr>
            </a:pPr>
            <a:r>
              <a:rPr sz="1125" b="0" i="0">
                <a:solidFill>
                  <a:srgbClr val="111318"/>
                </a:solidFill>
                <a:latin typeface="Arial"/>
                <a:ea typeface="Arial"/>
                <a:cs typeface="Arial"/>
              </a:rPr>
              <a:t>Type of agreement</a:t>
            </a:r>
          </a:p>
        </p:txBody>
      </p:sp>
      <p:sp>
        <p:nvSpPr>
          <p:cNvPr id="23" name="">
            <a:extLst xmlns:a="http://schemas.openxmlformats.org/drawingml/2006/main">
              <a:ext uri="{FF2B5EF4-FFF2-40B4-BE49-F238E27FC236}">
                <a16:creationId xmlns:a16="http://schemas.microsoft.com/office/drawing/2014/main" id="{0CF9889F-56EE-48DC-8CC5-DE20ED446118}"/>
              </a:ext>
            </a:extLst>
          </p:cNvPr>
          <p:cNvSpPr>
            <a:spLocks xmlns:a="http://schemas.openxmlformats.org/drawingml/2006/main" noGrp="1"/>
          </p:cNvSpPr>
          <p:nvPr/>
        </p:nvSpPr>
        <p:spPr>
          <a:xfrm xmlns:a="http://schemas.openxmlformats.org/drawingml/2006/main">
            <a:off x="5924550" y="4552950"/>
            <a:ext cx="171450" cy="1066800"/>
          </a:xfrm>
          <a:prstGeom xmlns:a="http://schemas.openxmlformats.org/drawingml/2006/main" prst="line">
            <a:avLst/>
          </a:prstGeom>
          <a:noFill xmlns:a="http://schemas.openxmlformats.org/drawingml/2006/main"/>
          <a:ln xmlns:a="http://schemas.openxmlformats.org/drawingml/2006/main" w="23813">
            <a:solidFill>
              <a:srgbClr val="B7D8E0"/>
            </a:solidFill>
            <a:prstDash val="solid"/>
          </a:ln>
        </p:spPr>
      </p:sp>
      <p:sp>
        <p:nvSpPr>
          <p:cNvPr id="24" name="">
            <a:extLst xmlns:a="http://schemas.openxmlformats.org/drawingml/2006/main">
              <a:ext uri="{FF2B5EF4-FFF2-40B4-BE49-F238E27FC236}">
                <a16:creationId xmlns:a16="http://schemas.microsoft.com/office/drawing/2014/main" id="{957E6B07-2F85-4E70-9178-672A524A0A3E}"/>
              </a:ext>
            </a:extLst>
          </p:cNvPr>
          <p:cNvSpPr>
            <a:spLocks xmlns:a="http://schemas.openxmlformats.org/drawingml/2006/main" noGrp="1"/>
          </p:cNvSpPr>
          <p:nvPr/>
        </p:nvSpPr>
        <p:spPr>
          <a:xfrm xmlns:a="http://schemas.openxmlformats.org/drawingml/2006/main">
            <a:off x="4686300" y="5095875"/>
            <a:ext cx="2476500" cy="1047750"/>
          </a:xfrm>
          <a:prstGeom xmlns:a="http://schemas.openxmlformats.org/drawingml/2006/main" prst="roundRect">
            <a:avLst>
              <a:gd name="adj" fmla="val 7273"/>
            </a:avLst>
          </a:prstGeom>
          <a:solidFill xmlns:a="http://schemas.openxmlformats.org/drawingml/2006/main">
            <a:srgbClr val="EAF5F8"/>
          </a:solidFill>
          <a:ln xmlns:a="http://schemas.openxmlformats.org/drawingml/2006/main" w="0">
            <a:solidFill>
              <a:srgbClr val="EAF5F8"/>
            </a:solidFill>
            <a:prstDash val="solid"/>
          </a:ln>
        </p:spPr>
      </p:sp>
      <p:sp>
        <p:nvSpPr>
          <p:cNvPr id="25" name="">
            <a:extLst xmlns:a="http://schemas.openxmlformats.org/drawingml/2006/main">
              <a:ext uri="{FF2B5EF4-FFF2-40B4-BE49-F238E27FC236}">
                <a16:creationId xmlns:a16="http://schemas.microsoft.com/office/drawing/2014/main" id="{F376D678-0F97-4107-ACDA-CB5B20BBF550}"/>
              </a:ext>
            </a:extLst>
          </p:cNvPr>
          <p:cNvSpPr>
            <a:spLocks xmlns:a="http://schemas.openxmlformats.org/drawingml/2006/main" noGrp="1"/>
          </p:cNvSpPr>
          <p:nvPr/>
        </p:nvSpPr>
        <p:spPr>
          <a:xfrm xmlns:a="http://schemas.openxmlformats.org/drawingml/2006/main">
            <a:off x="4838700" y="5257800"/>
            <a:ext cx="2171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425" b="1" i="0">
                <a:solidFill>
                  <a:srgbClr val="111318"/>
                </a:solidFill>
                <a:latin typeface="Arial"/>
                <a:ea typeface="Arial"/>
                <a:cs typeface="Arial"/>
              </a:defRPr>
            </a:pPr>
            <a:r>
              <a:rPr sz="1425" b="1" i="0">
                <a:solidFill>
                  <a:srgbClr val="111318"/>
                </a:solidFill>
                <a:latin typeface="Arial"/>
                <a:ea typeface="Arial"/>
                <a:cs typeface="Arial"/>
              </a:rPr>
              <a:t>Service</a:t>
            </a:r>
          </a:p>
        </p:txBody>
      </p:sp>
      <p:sp>
        <p:nvSpPr>
          <p:cNvPr id="26" name="">
            <a:extLst xmlns:a="http://schemas.openxmlformats.org/drawingml/2006/main">
              <a:ext uri="{FF2B5EF4-FFF2-40B4-BE49-F238E27FC236}">
                <a16:creationId xmlns:a16="http://schemas.microsoft.com/office/drawing/2014/main" id="{C1954E6C-D860-4EA7-8192-76F5E3B828E8}"/>
              </a:ext>
            </a:extLst>
          </p:cNvPr>
          <p:cNvSpPr>
            <a:spLocks xmlns:a="http://schemas.openxmlformats.org/drawingml/2006/main" noGrp="1"/>
          </p:cNvSpPr>
          <p:nvPr/>
        </p:nvSpPr>
        <p:spPr>
          <a:xfrm xmlns:a="http://schemas.openxmlformats.org/drawingml/2006/main">
            <a:off x="4838700" y="5619750"/>
            <a:ext cx="2171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111318"/>
                </a:solidFill>
                <a:latin typeface="Arial"/>
                <a:ea typeface="Arial"/>
                <a:cs typeface="Arial"/>
              </a:defRPr>
            </a:pPr>
            <a:r>
              <a:rPr sz="1125" b="0" i="0">
                <a:solidFill>
                  <a:srgbClr val="111318"/>
                </a:solidFill>
                <a:latin typeface="Arial"/>
                <a:ea typeface="Arial"/>
                <a:cs typeface="Arial"/>
              </a:rPr>
              <a:t>Internet and related services</a:t>
            </a:r>
          </a:p>
        </p:txBody>
      </p:sp>
      <p:sp>
        <p:nvSpPr>
          <p:cNvPr id="27" name="">
            <a:extLst xmlns:a="http://schemas.openxmlformats.org/drawingml/2006/main">
              <a:ext uri="{FF2B5EF4-FFF2-40B4-BE49-F238E27FC236}">
                <a16:creationId xmlns:a16="http://schemas.microsoft.com/office/drawing/2014/main" id="{9EC7280E-D136-43D9-B759-C0CC4B2AA1C1}"/>
              </a:ext>
            </a:extLst>
          </p:cNvPr>
          <p:cNvSpPr>
            <a:spLocks xmlns:a="http://schemas.openxmlformats.org/drawingml/2006/main" noGrp="1"/>
          </p:cNvSpPr>
          <p:nvPr/>
        </p:nvSpPr>
        <p:spPr>
          <a:xfrm xmlns:a="http://schemas.openxmlformats.org/drawingml/2006/main">
            <a:off x="8515350" y="5505450"/>
            <a:ext cx="2571750" cy="285750"/>
          </a:xfrm>
          <a:prstGeom xmlns:a="http://schemas.openxmlformats.org/drawingml/2006/main" prst="roundRect">
            <a:avLst>
              <a:gd name="adj" fmla="val 20000"/>
            </a:avLst>
          </a:prstGeom>
          <a:solidFill xmlns:a="http://schemas.openxmlformats.org/drawingml/2006/main">
            <a:srgbClr val="D9EDF2"/>
          </a:solidFill>
          <a:ln xmlns:a="http://schemas.openxmlformats.org/drawingml/2006/main" w="0">
            <a:solidFill>
              <a:srgbClr val="D9EDF2"/>
            </a:solidFill>
            <a:prstDash val="solid"/>
          </a:ln>
        </p:spPr>
      </p:sp>
      <p:sp>
        <p:nvSpPr>
          <p:cNvPr id="28" name="">
            <a:extLst xmlns:a="http://schemas.openxmlformats.org/drawingml/2006/main">
              <a:ext uri="{FF2B5EF4-FFF2-40B4-BE49-F238E27FC236}">
                <a16:creationId xmlns:a16="http://schemas.microsoft.com/office/drawing/2014/main" id="{319DEB17-0DD9-4D4D-AC3A-B68013B9E9DD}"/>
              </a:ext>
            </a:extLst>
          </p:cNvPr>
          <p:cNvSpPr>
            <a:spLocks xmlns:a="http://schemas.openxmlformats.org/drawingml/2006/main" noGrp="1"/>
          </p:cNvSpPr>
          <p:nvPr/>
        </p:nvSpPr>
        <p:spPr>
          <a:xfrm xmlns:a="http://schemas.openxmlformats.org/drawingml/2006/main">
            <a:off x="8610600" y="556260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i="0">
                <a:solidFill>
                  <a:srgbClr val="111318"/>
                </a:solidFill>
                <a:latin typeface="Arial"/>
                <a:ea typeface="Arial"/>
                <a:cs typeface="Arial"/>
              </a:defRPr>
            </a:pPr>
            <a:r>
              <a:rPr sz="900" b="1" i="0">
                <a:solidFill>
                  <a:srgbClr val="111318"/>
                </a:solidFill>
                <a:latin typeface="Arial"/>
                <a:ea typeface="Arial"/>
                <a:cs typeface="Arial"/>
              </a:rPr>
              <a:t>0 · LIKELY TO STAY</a:t>
            </a:r>
          </a:p>
        </p:txBody>
      </p:sp>
      <p:sp>
        <p:nvSpPr>
          <p:cNvPr id="29" name="">
            <a:extLst xmlns:a="http://schemas.openxmlformats.org/drawingml/2006/main">
              <a:ext uri="{FF2B5EF4-FFF2-40B4-BE49-F238E27FC236}">
                <a16:creationId xmlns:a16="http://schemas.microsoft.com/office/drawing/2014/main" id="{99A4E3F1-B143-4FEB-B0E2-AFC4EBFA2F5B}"/>
              </a:ext>
            </a:extLst>
          </p:cNvPr>
          <p:cNvSpPr>
            <a:spLocks xmlns:a="http://schemas.openxmlformats.org/drawingml/2006/main" noGrp="1"/>
          </p:cNvSpPr>
          <p:nvPr/>
        </p:nvSpPr>
        <p:spPr>
          <a:xfrm xmlns:a="http://schemas.openxmlformats.org/drawingml/2006/main">
            <a:off x="1104900" y="5505450"/>
            <a:ext cx="2571750" cy="285750"/>
          </a:xfrm>
          <a:prstGeom xmlns:a="http://schemas.openxmlformats.org/drawingml/2006/main" prst="roundRect">
            <a:avLst>
              <a:gd name="adj" fmla="val 20000"/>
            </a:avLst>
          </a:prstGeom>
          <a:solidFill xmlns:a="http://schemas.openxmlformats.org/drawingml/2006/main">
            <a:srgbClr val="D9EDF2"/>
          </a:solidFill>
          <a:ln xmlns:a="http://schemas.openxmlformats.org/drawingml/2006/main" w="0">
            <a:solidFill>
              <a:srgbClr val="D9EDF2"/>
            </a:solidFill>
            <a:prstDash val="solid"/>
          </a:ln>
        </p:spPr>
      </p:sp>
      <p:sp>
        <p:nvSpPr>
          <p:cNvPr id="30" name="">
            <a:extLst xmlns:a="http://schemas.openxmlformats.org/drawingml/2006/main">
              <a:ext uri="{FF2B5EF4-FFF2-40B4-BE49-F238E27FC236}">
                <a16:creationId xmlns:a16="http://schemas.microsoft.com/office/drawing/2014/main" id="{FD6979B7-1270-437D-A132-B507B982F311}"/>
              </a:ext>
            </a:extLst>
          </p:cNvPr>
          <p:cNvSpPr>
            <a:spLocks xmlns:a="http://schemas.openxmlformats.org/drawingml/2006/main" noGrp="1"/>
          </p:cNvSpPr>
          <p:nvPr/>
        </p:nvSpPr>
        <p:spPr>
          <a:xfrm xmlns:a="http://schemas.openxmlformats.org/drawingml/2006/main">
            <a:off x="1200150" y="556260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i="0">
                <a:solidFill>
                  <a:srgbClr val="111318"/>
                </a:solidFill>
                <a:latin typeface="Arial"/>
                <a:ea typeface="Arial"/>
                <a:cs typeface="Arial"/>
              </a:defRPr>
            </a:pPr>
            <a:r>
              <a:rPr sz="900" b="1" i="0">
                <a:solidFill>
                  <a:srgbClr val="111318"/>
                </a:solidFill>
                <a:latin typeface="Arial"/>
                <a:ea typeface="Arial"/>
                <a:cs typeface="Arial"/>
              </a:rPr>
              <a:t>1 · LIKELY TO CHURN</a:t>
            </a:r>
          </a:p>
        </p:txBody>
      </p:sp>
      <p:sp>
        <p:nvSpPr>
          <p:cNvPr id="31" name="">
            <a:extLst xmlns:a="http://schemas.openxmlformats.org/drawingml/2006/main">
              <a:ext uri="{FF2B5EF4-FFF2-40B4-BE49-F238E27FC236}">
                <a16:creationId xmlns:a16="http://schemas.microsoft.com/office/drawing/2014/main" id="{5E4B0DCB-3939-4AA1-8714-B09C1451E6E4}"/>
              </a:ext>
            </a:extLst>
          </p:cNvPr>
          <p:cNvSpPr>
            <a:spLocks xmlns:a="http://schemas.openxmlformats.org/drawingml/2006/main" noGrp="1"/>
          </p:cNvSpPr>
          <p:nvPr/>
        </p:nvSpPr>
        <p:spPr>
          <a:xfrm xmlns:a="http://schemas.openxmlformats.org/drawingml/2006/main">
            <a:off x="609600" y="6515100"/>
            <a:ext cx="1095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0" i="1">
                <a:solidFill>
                  <a:srgbClr val="111318"/>
                </a:solidFill>
                <a:latin typeface="Arial"/>
                <a:ea typeface="Arial"/>
                <a:cs typeface="Arial"/>
              </a:defRPr>
            </a:pPr>
            <a:r>
              <a:rPr sz="750" b="0" i="1">
                <a:solidFill>
                  <a:srgbClr val="111318"/>
                </a:solidFill>
                <a:latin typeface="Arial"/>
                <a:ea typeface="Arial"/>
                <a:cs typeface="Arial"/>
              </a:rPr>
              <a:t>Source: Master synopsis, sections A, B and D</a:t>
            </a:r>
          </a:p>
        </p:txBody>
      </p:sp>
    </p:spTree>
    <p:extLst>
      <p:ext uri="{BB962C8B-B14F-4D97-AF65-F5344CB8AC3E}">
        <p14:creationId xmlns:p14="http://schemas.microsoft.com/office/powerpoint/2010/main" val="1664645642"/>
      </p:ext>
    </p:extLst>
  </p:cSld>
</p:sld>
</file>

<file path=ppt/slides/slide4.xml><?xml version="1.0" encoding="utf-8"?>
<p:sld xmlns:p="http://schemas.openxmlformats.org/presentationml/2006/main">
  <p:cSld>
    <p:bg>
      <p:bgPr>
        <a:solidFill xmlns:a="http://schemas.openxmlformats.org/drawingml/2006/main">
          <a:srgbClr val="F5FAFB"/>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770FCA4D-D666-4B64-A849-712E2B092B0B}"/>
              </a:ext>
            </a:extLst>
          </p:cNvPr>
          <p:cNvSpPr>
            <a:spLocks xmlns:a="http://schemas.openxmlformats.org/drawingml/2006/main" noGrp="1"/>
          </p:cNvSpPr>
          <p:nvPr/>
        </p:nvSpPr>
        <p:spPr>
          <a:xfrm xmlns:a="http://schemas.openxmlformats.org/drawingml/2006/main">
            <a:off x="609600" y="30480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111318"/>
                </a:solidFill>
                <a:latin typeface="Arial"/>
                <a:ea typeface="Arial"/>
                <a:cs typeface="Arial"/>
              </a:defRPr>
            </a:pPr>
            <a:r>
              <a:rPr sz="975" b="1" i="0">
                <a:solidFill>
                  <a:srgbClr val="111318"/>
                </a:solidFill>
                <a:latin typeface="Arial"/>
                <a:ea typeface="Arial"/>
                <a:cs typeface="Arial"/>
              </a:rPr>
              <a:t>HOW IT WORKS</a:t>
            </a:r>
          </a:p>
        </p:txBody>
      </p:sp>
      <p:sp>
        <p:nvSpPr>
          <p:cNvPr id="2" name="">
            <a:extLst xmlns:a="http://schemas.openxmlformats.org/drawingml/2006/main">
              <a:ext uri="{FF2B5EF4-FFF2-40B4-BE49-F238E27FC236}">
                <a16:creationId xmlns:a16="http://schemas.microsoft.com/office/drawing/2014/main" id="{85480C4A-07FE-4E46-BDF9-CF32EBB56BA0}"/>
              </a:ext>
            </a:extLst>
          </p:cNvPr>
          <p:cNvSpPr>
            <a:spLocks xmlns:a="http://schemas.openxmlformats.org/drawingml/2006/main" noGrp="1"/>
          </p:cNvSpPr>
          <p:nvPr/>
        </p:nvSpPr>
        <p:spPr>
          <a:xfrm xmlns:a="http://schemas.openxmlformats.org/drawingml/2006/main">
            <a:off x="609600" y="628650"/>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111318"/>
                </a:solidFill>
                <a:latin typeface="Arial"/>
                <a:ea typeface="Arial"/>
                <a:cs typeface="Arial"/>
              </a:defRPr>
            </a:pPr>
            <a:r>
              <a:rPr sz="2550" b="1" i="0">
                <a:solidFill>
                  <a:srgbClr val="111318"/>
                </a:solidFill>
                <a:latin typeface="Arial"/>
                <a:ea typeface="Arial"/>
                <a:cs typeface="Arial"/>
              </a:rPr>
              <a:t>The project follows one clear journey from records to a prediction</a:t>
            </a:r>
          </a:p>
        </p:txBody>
      </p:sp>
      <p:sp>
        <p:nvSpPr>
          <p:cNvPr id="3" name="">
            <a:extLst xmlns:a="http://schemas.openxmlformats.org/drawingml/2006/main">
              <a:ext uri="{FF2B5EF4-FFF2-40B4-BE49-F238E27FC236}">
                <a16:creationId xmlns:a16="http://schemas.microsoft.com/office/drawing/2014/main" id="{BBEAD28D-DA59-4344-91B0-C3D460E4B899}"/>
              </a:ext>
            </a:extLst>
          </p:cNvPr>
          <p:cNvSpPr>
            <a:spLocks xmlns:a="http://schemas.openxmlformats.org/drawingml/2006/main" noGrp="1"/>
          </p:cNvSpPr>
          <p:nvPr/>
        </p:nvSpPr>
        <p:spPr>
          <a:xfrm xmlns:a="http://schemas.openxmlformats.org/drawingml/2006/main">
            <a:off x="11125200" y="3429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i="0">
                <a:solidFill>
                  <a:srgbClr val="111318"/>
                </a:solidFill>
                <a:latin typeface="Arial"/>
                <a:ea typeface="Arial"/>
                <a:cs typeface="Arial"/>
              </a:defRPr>
            </a:pPr>
            <a:r>
              <a:rPr sz="1050" b="1" i="0">
                <a:solidFill>
                  <a:srgbClr val="111318"/>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87A3C5F5-4BF3-48C8-A108-BE5E822A65D8}"/>
              </a:ext>
            </a:extLst>
          </p:cNvPr>
          <p:cNvSpPr>
            <a:spLocks xmlns:a="http://schemas.openxmlformats.org/drawingml/2006/main" noGrp="1"/>
          </p:cNvSpPr>
          <p:nvPr/>
        </p:nvSpPr>
        <p:spPr>
          <a:xfrm xmlns:a="http://schemas.openxmlformats.org/drawingml/2006/main">
            <a:off x="609600" y="1381125"/>
            <a:ext cx="10953750" cy="0"/>
          </a:xfrm>
          <a:prstGeom xmlns:a="http://schemas.openxmlformats.org/drawingml/2006/main" prst="line">
            <a:avLst/>
          </a:prstGeom>
          <a:noFill xmlns:a="http://schemas.openxmlformats.org/drawingml/2006/main"/>
          <a:ln xmlns:a="http://schemas.openxmlformats.org/drawingml/2006/main" w="13335">
            <a:solidFill>
              <a:srgbClr val="B7D8E0"/>
            </a:solidFill>
            <a:prstDash val="solid"/>
          </a:ln>
        </p:spPr>
      </p:sp>
      <p:sp>
        <p:nvSpPr>
          <p:cNvPr id="5" name="">
            <a:extLst xmlns:a="http://schemas.openxmlformats.org/drawingml/2006/main">
              <a:ext uri="{FF2B5EF4-FFF2-40B4-BE49-F238E27FC236}">
                <a16:creationId xmlns:a16="http://schemas.microsoft.com/office/drawing/2014/main" id="{8992BF57-1CEE-4AC3-9F50-E1B91BDA5AEF}"/>
              </a:ext>
            </a:extLst>
          </p:cNvPr>
          <p:cNvSpPr>
            <a:spLocks xmlns:a="http://schemas.openxmlformats.org/drawingml/2006/main" noGrp="1"/>
          </p:cNvSpPr>
          <p:nvPr/>
        </p:nvSpPr>
        <p:spPr>
          <a:xfrm xmlns:a="http://schemas.openxmlformats.org/drawingml/2006/main">
            <a:off x="2438400" y="3400425"/>
            <a:ext cx="476250" cy="0"/>
          </a:xfrm>
          <a:prstGeom xmlns:a="http://schemas.openxmlformats.org/drawingml/2006/main" prst="line">
            <a:avLst/>
          </a:prstGeom>
          <a:noFill xmlns:a="http://schemas.openxmlformats.org/drawingml/2006/main"/>
          <a:ln xmlns:a="http://schemas.openxmlformats.org/drawingml/2006/main" w="38100">
            <a:solidFill>
              <a:srgbClr val="45CFD1"/>
            </a:solidFill>
            <a:prstDash val="solid"/>
          </a:ln>
        </p:spPr>
      </p:sp>
      <p:sp>
        <p:nvSpPr>
          <p:cNvPr id="6" name="">
            <a:extLst xmlns:a="http://schemas.openxmlformats.org/drawingml/2006/main">
              <a:ext uri="{FF2B5EF4-FFF2-40B4-BE49-F238E27FC236}">
                <a16:creationId xmlns:a16="http://schemas.microsoft.com/office/drawing/2014/main" id="{EC8ADFB3-B8D8-413F-922D-282F2C177FEB}"/>
              </a:ext>
            </a:extLst>
          </p:cNvPr>
          <p:cNvSpPr>
            <a:spLocks xmlns:a="http://schemas.openxmlformats.org/drawingml/2006/main" noGrp="1"/>
          </p:cNvSpPr>
          <p:nvPr/>
        </p:nvSpPr>
        <p:spPr>
          <a:xfrm xmlns:a="http://schemas.openxmlformats.org/drawingml/2006/main">
            <a:off x="628650" y="2143125"/>
            <a:ext cx="1809750" cy="2571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B7D8E0"/>
            </a:solidFill>
            <a:prstDash val="solid"/>
          </a:ln>
        </p:spPr>
      </p:sp>
      <p:sp>
        <p:nvSpPr>
          <p:cNvPr id="7" name="">
            <a:extLst xmlns:a="http://schemas.openxmlformats.org/drawingml/2006/main">
              <a:ext uri="{FF2B5EF4-FFF2-40B4-BE49-F238E27FC236}">
                <a16:creationId xmlns:a16="http://schemas.microsoft.com/office/drawing/2014/main" id="{FBB84344-7106-4124-A41F-DA4100784249}"/>
              </a:ext>
            </a:extLst>
          </p:cNvPr>
          <p:cNvSpPr>
            <a:spLocks xmlns:a="http://schemas.openxmlformats.org/drawingml/2006/main" noGrp="1"/>
          </p:cNvSpPr>
          <p:nvPr/>
        </p:nvSpPr>
        <p:spPr>
          <a:xfrm xmlns:a="http://schemas.openxmlformats.org/drawingml/2006/main">
            <a:off x="1209675" y="2381250"/>
            <a:ext cx="647700" cy="647700"/>
          </a:xfrm>
          <a:prstGeom xmlns:a="http://schemas.openxmlformats.org/drawingml/2006/main" prst="ellipse">
            <a:avLst/>
          </a:prstGeom>
          <a:solidFill xmlns:a="http://schemas.openxmlformats.org/drawingml/2006/main">
            <a:srgbClr val="D9EDF2"/>
          </a:solidFill>
          <a:ln xmlns:a="http://schemas.openxmlformats.org/drawingml/2006/main" w="0">
            <a:solidFill>
              <a:srgbClr val="D9EDF2"/>
            </a:solidFill>
            <a:prstDash val="solid"/>
          </a:ln>
        </p:spPr>
      </p:sp>
      <p:sp>
        <p:nvSpPr>
          <p:cNvPr id="8" name="">
            <a:extLst xmlns:a="http://schemas.openxmlformats.org/drawingml/2006/main">
              <a:ext uri="{FF2B5EF4-FFF2-40B4-BE49-F238E27FC236}">
                <a16:creationId xmlns:a16="http://schemas.microsoft.com/office/drawing/2014/main" id="{C4DC7234-D9A8-466B-AA99-BDC6C165F0E6}"/>
              </a:ext>
            </a:extLst>
          </p:cNvPr>
          <p:cNvSpPr>
            <a:spLocks xmlns:a="http://schemas.openxmlformats.org/drawingml/2006/main" noGrp="1"/>
          </p:cNvSpPr>
          <p:nvPr/>
        </p:nvSpPr>
        <p:spPr>
          <a:xfrm xmlns:a="http://schemas.openxmlformats.org/drawingml/2006/main">
            <a:off x="1209675" y="2428875"/>
            <a:ext cx="647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111318"/>
                </a:solidFill>
                <a:latin typeface="Arial"/>
                <a:ea typeface="Arial"/>
                <a:cs typeface="Arial"/>
              </a:defRPr>
            </a:pPr>
            <a:r>
              <a:rPr sz="1500" b="1" i="0">
                <a:solidFill>
                  <a:srgbClr val="111318"/>
                </a:solidFill>
                <a:latin typeface="Arial"/>
                <a:ea typeface="Arial"/>
                <a:cs typeface="Arial"/>
              </a:rPr>
              <a:t>1</a:t>
            </a:r>
          </a:p>
        </p:txBody>
      </p:sp>
      <p:sp>
        <p:nvSpPr>
          <p:cNvPr id="9" name="">
            <a:extLst xmlns:a="http://schemas.openxmlformats.org/drawingml/2006/main">
              <a:ext uri="{FF2B5EF4-FFF2-40B4-BE49-F238E27FC236}">
                <a16:creationId xmlns:a16="http://schemas.microsoft.com/office/drawing/2014/main" id="{BAA76A21-E65E-4EAC-9A64-75388065D217}"/>
              </a:ext>
            </a:extLst>
          </p:cNvPr>
          <p:cNvSpPr>
            <a:spLocks xmlns:a="http://schemas.openxmlformats.org/drawingml/2006/main" noGrp="1"/>
          </p:cNvSpPr>
          <p:nvPr/>
        </p:nvSpPr>
        <p:spPr>
          <a:xfrm xmlns:a="http://schemas.openxmlformats.org/drawingml/2006/main">
            <a:off x="771525" y="3238500"/>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75" b="1" i="0">
                <a:solidFill>
                  <a:srgbClr val="111318"/>
                </a:solidFill>
                <a:latin typeface="Arial"/>
                <a:ea typeface="Arial"/>
                <a:cs typeface="Arial"/>
              </a:defRPr>
            </a:pPr>
            <a:r>
              <a:rPr sz="1575" b="1" i="0">
                <a:solidFill>
                  <a:srgbClr val="111318"/>
                </a:solidFill>
                <a:latin typeface="Arial"/>
                <a:ea typeface="Arial"/>
                <a:cs typeface="Arial"/>
              </a:rPr>
              <a:t>Understand</a:t>
            </a:r>
          </a:p>
        </p:txBody>
      </p:sp>
      <p:sp>
        <p:nvSpPr>
          <p:cNvPr id="10" name="">
            <a:extLst xmlns:a="http://schemas.openxmlformats.org/drawingml/2006/main">
              <a:ext uri="{FF2B5EF4-FFF2-40B4-BE49-F238E27FC236}">
                <a16:creationId xmlns:a16="http://schemas.microsoft.com/office/drawing/2014/main" id="{5EB5CF0D-A54B-42D4-A019-19B54E95A24B}"/>
              </a:ext>
            </a:extLst>
          </p:cNvPr>
          <p:cNvSpPr>
            <a:spLocks xmlns:a="http://schemas.openxmlformats.org/drawingml/2006/main" noGrp="1"/>
          </p:cNvSpPr>
          <p:nvPr/>
        </p:nvSpPr>
        <p:spPr>
          <a:xfrm xmlns:a="http://schemas.openxmlformats.org/drawingml/2006/main">
            <a:off x="819150" y="3714750"/>
            <a:ext cx="142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111318"/>
                </a:solidFill>
                <a:latin typeface="Arial"/>
                <a:ea typeface="Arial"/>
                <a:cs typeface="Arial"/>
              </a:defRPr>
            </a:pPr>
            <a:r>
              <a:rPr sz="1125" b="0" i="0">
                <a:solidFill>
                  <a:srgbClr val="111318"/>
                </a:solidFill>
                <a:latin typeface="Arial"/>
                <a:ea typeface="Arial"/>
                <a:cs typeface="Arial"/>
              </a:rPr>
              <a:t>Look at the customer records</a:t>
            </a:r>
          </a:p>
        </p:txBody>
      </p:sp>
      <p:sp>
        <p:nvSpPr>
          <p:cNvPr id="11" name="">
            <a:extLst xmlns:a="http://schemas.openxmlformats.org/drawingml/2006/main">
              <a:ext uri="{FF2B5EF4-FFF2-40B4-BE49-F238E27FC236}">
                <a16:creationId xmlns:a16="http://schemas.microsoft.com/office/drawing/2014/main" id="{8D5CE068-2971-4325-96E1-F0ED857F003A}"/>
              </a:ext>
            </a:extLst>
          </p:cNvPr>
          <p:cNvSpPr>
            <a:spLocks xmlns:a="http://schemas.openxmlformats.org/drawingml/2006/main" noGrp="1"/>
          </p:cNvSpPr>
          <p:nvPr/>
        </p:nvSpPr>
        <p:spPr>
          <a:xfrm xmlns:a="http://schemas.openxmlformats.org/drawingml/2006/main">
            <a:off x="4724400" y="3400425"/>
            <a:ext cx="476250" cy="0"/>
          </a:xfrm>
          <a:prstGeom xmlns:a="http://schemas.openxmlformats.org/drawingml/2006/main" prst="line">
            <a:avLst/>
          </a:prstGeom>
          <a:noFill xmlns:a="http://schemas.openxmlformats.org/drawingml/2006/main"/>
          <a:ln xmlns:a="http://schemas.openxmlformats.org/drawingml/2006/main" w="38100">
            <a:solidFill>
              <a:srgbClr val="45CFD1"/>
            </a:solidFill>
            <a:prstDash val="solid"/>
          </a:ln>
        </p:spPr>
      </p:sp>
      <p:sp>
        <p:nvSpPr>
          <p:cNvPr id="12" name="">
            <a:extLst xmlns:a="http://schemas.openxmlformats.org/drawingml/2006/main">
              <a:ext uri="{FF2B5EF4-FFF2-40B4-BE49-F238E27FC236}">
                <a16:creationId xmlns:a16="http://schemas.microsoft.com/office/drawing/2014/main" id="{B9CA67FD-46E3-4EF6-9FA7-753B80D7CCEE}"/>
              </a:ext>
            </a:extLst>
          </p:cNvPr>
          <p:cNvSpPr>
            <a:spLocks xmlns:a="http://schemas.openxmlformats.org/drawingml/2006/main" noGrp="1"/>
          </p:cNvSpPr>
          <p:nvPr/>
        </p:nvSpPr>
        <p:spPr>
          <a:xfrm xmlns:a="http://schemas.openxmlformats.org/drawingml/2006/main">
            <a:off x="2914650" y="2143125"/>
            <a:ext cx="1809750" cy="2571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B7D8E0"/>
            </a:solidFill>
            <a:prstDash val="solid"/>
          </a:ln>
        </p:spPr>
      </p:sp>
      <p:sp>
        <p:nvSpPr>
          <p:cNvPr id="13" name="">
            <a:extLst xmlns:a="http://schemas.openxmlformats.org/drawingml/2006/main">
              <a:ext uri="{FF2B5EF4-FFF2-40B4-BE49-F238E27FC236}">
                <a16:creationId xmlns:a16="http://schemas.microsoft.com/office/drawing/2014/main" id="{D657C217-C2A5-46D4-AD3C-0DC6C61B27B6}"/>
              </a:ext>
            </a:extLst>
          </p:cNvPr>
          <p:cNvSpPr>
            <a:spLocks xmlns:a="http://schemas.openxmlformats.org/drawingml/2006/main" noGrp="1"/>
          </p:cNvSpPr>
          <p:nvPr/>
        </p:nvSpPr>
        <p:spPr>
          <a:xfrm xmlns:a="http://schemas.openxmlformats.org/drawingml/2006/main">
            <a:off x="3495675" y="2381250"/>
            <a:ext cx="647700" cy="647700"/>
          </a:xfrm>
          <a:prstGeom xmlns:a="http://schemas.openxmlformats.org/drawingml/2006/main" prst="ellipse">
            <a:avLst/>
          </a:prstGeom>
          <a:solidFill xmlns:a="http://schemas.openxmlformats.org/drawingml/2006/main">
            <a:srgbClr val="D9EDF2"/>
          </a:solidFill>
          <a:ln xmlns:a="http://schemas.openxmlformats.org/drawingml/2006/main" w="0">
            <a:solidFill>
              <a:srgbClr val="D9EDF2"/>
            </a:solidFill>
            <a:prstDash val="solid"/>
          </a:ln>
        </p:spPr>
      </p:sp>
      <p:sp>
        <p:nvSpPr>
          <p:cNvPr id="14" name="">
            <a:extLst xmlns:a="http://schemas.openxmlformats.org/drawingml/2006/main">
              <a:ext uri="{FF2B5EF4-FFF2-40B4-BE49-F238E27FC236}">
                <a16:creationId xmlns:a16="http://schemas.microsoft.com/office/drawing/2014/main" id="{0ACAD1BB-E220-4362-B660-FADD63C962D1}"/>
              </a:ext>
            </a:extLst>
          </p:cNvPr>
          <p:cNvSpPr>
            <a:spLocks xmlns:a="http://schemas.openxmlformats.org/drawingml/2006/main" noGrp="1"/>
          </p:cNvSpPr>
          <p:nvPr/>
        </p:nvSpPr>
        <p:spPr>
          <a:xfrm xmlns:a="http://schemas.openxmlformats.org/drawingml/2006/main">
            <a:off x="3495675" y="2428875"/>
            <a:ext cx="647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111318"/>
                </a:solidFill>
                <a:latin typeface="Arial"/>
                <a:ea typeface="Arial"/>
                <a:cs typeface="Arial"/>
              </a:defRPr>
            </a:pPr>
            <a:r>
              <a:rPr sz="1500" b="1" i="0">
                <a:solidFill>
                  <a:srgbClr val="111318"/>
                </a:solidFill>
                <a:latin typeface="Arial"/>
                <a:ea typeface="Arial"/>
                <a:cs typeface="Arial"/>
              </a:rPr>
              <a:t>2</a:t>
            </a:r>
          </a:p>
        </p:txBody>
      </p:sp>
      <p:sp>
        <p:nvSpPr>
          <p:cNvPr id="15" name="">
            <a:extLst xmlns:a="http://schemas.openxmlformats.org/drawingml/2006/main">
              <a:ext uri="{FF2B5EF4-FFF2-40B4-BE49-F238E27FC236}">
                <a16:creationId xmlns:a16="http://schemas.microsoft.com/office/drawing/2014/main" id="{A616CCC1-2287-4550-A365-3D111DE6B86D}"/>
              </a:ext>
            </a:extLst>
          </p:cNvPr>
          <p:cNvSpPr>
            <a:spLocks xmlns:a="http://schemas.openxmlformats.org/drawingml/2006/main" noGrp="1"/>
          </p:cNvSpPr>
          <p:nvPr/>
        </p:nvSpPr>
        <p:spPr>
          <a:xfrm xmlns:a="http://schemas.openxmlformats.org/drawingml/2006/main">
            <a:off x="3057525" y="3238500"/>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75" b="1" i="0">
                <a:solidFill>
                  <a:srgbClr val="111318"/>
                </a:solidFill>
                <a:latin typeface="Arial"/>
                <a:ea typeface="Arial"/>
                <a:cs typeface="Arial"/>
              </a:defRPr>
            </a:pPr>
            <a:r>
              <a:rPr sz="1575" b="1" i="0">
                <a:solidFill>
                  <a:srgbClr val="111318"/>
                </a:solidFill>
                <a:latin typeface="Arial"/>
                <a:ea typeface="Arial"/>
                <a:cs typeface="Arial"/>
              </a:rPr>
              <a:t>Prepare</a:t>
            </a:r>
          </a:p>
        </p:txBody>
      </p:sp>
      <p:sp>
        <p:nvSpPr>
          <p:cNvPr id="16" name="">
            <a:extLst xmlns:a="http://schemas.openxmlformats.org/drawingml/2006/main">
              <a:ext uri="{FF2B5EF4-FFF2-40B4-BE49-F238E27FC236}">
                <a16:creationId xmlns:a16="http://schemas.microsoft.com/office/drawing/2014/main" id="{243065B1-B35C-464A-993B-9E1DF6FAD77E}"/>
              </a:ext>
            </a:extLst>
          </p:cNvPr>
          <p:cNvSpPr>
            <a:spLocks xmlns:a="http://schemas.openxmlformats.org/drawingml/2006/main" noGrp="1"/>
          </p:cNvSpPr>
          <p:nvPr/>
        </p:nvSpPr>
        <p:spPr>
          <a:xfrm xmlns:a="http://schemas.openxmlformats.org/drawingml/2006/main">
            <a:off x="3105150" y="3714750"/>
            <a:ext cx="142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111318"/>
                </a:solidFill>
                <a:latin typeface="Arial"/>
                <a:ea typeface="Arial"/>
                <a:cs typeface="Arial"/>
              </a:defRPr>
            </a:pPr>
            <a:r>
              <a:rPr sz="1125" b="0" i="0">
                <a:solidFill>
                  <a:srgbClr val="111318"/>
                </a:solidFill>
                <a:latin typeface="Arial"/>
                <a:ea typeface="Arial"/>
                <a:cs typeface="Arial"/>
              </a:rPr>
              <a:t>Clean and organise the information</a:t>
            </a:r>
          </a:p>
        </p:txBody>
      </p:sp>
      <p:sp>
        <p:nvSpPr>
          <p:cNvPr id="17" name="">
            <a:extLst xmlns:a="http://schemas.openxmlformats.org/drawingml/2006/main">
              <a:ext uri="{FF2B5EF4-FFF2-40B4-BE49-F238E27FC236}">
                <a16:creationId xmlns:a16="http://schemas.microsoft.com/office/drawing/2014/main" id="{03E1BE31-4A88-49B9-845D-FF53B245624F}"/>
              </a:ext>
            </a:extLst>
          </p:cNvPr>
          <p:cNvSpPr>
            <a:spLocks xmlns:a="http://schemas.openxmlformats.org/drawingml/2006/main" noGrp="1"/>
          </p:cNvSpPr>
          <p:nvPr/>
        </p:nvSpPr>
        <p:spPr>
          <a:xfrm xmlns:a="http://schemas.openxmlformats.org/drawingml/2006/main">
            <a:off x="7010400" y="3400425"/>
            <a:ext cx="476250" cy="0"/>
          </a:xfrm>
          <a:prstGeom xmlns:a="http://schemas.openxmlformats.org/drawingml/2006/main" prst="line">
            <a:avLst/>
          </a:prstGeom>
          <a:noFill xmlns:a="http://schemas.openxmlformats.org/drawingml/2006/main"/>
          <a:ln xmlns:a="http://schemas.openxmlformats.org/drawingml/2006/main" w="38100">
            <a:solidFill>
              <a:srgbClr val="45CFD1"/>
            </a:solidFill>
            <a:prstDash val="solid"/>
          </a:ln>
        </p:spPr>
      </p:sp>
      <p:sp>
        <p:nvSpPr>
          <p:cNvPr id="18" name="">
            <a:extLst xmlns:a="http://schemas.openxmlformats.org/drawingml/2006/main">
              <a:ext uri="{FF2B5EF4-FFF2-40B4-BE49-F238E27FC236}">
                <a16:creationId xmlns:a16="http://schemas.microsoft.com/office/drawing/2014/main" id="{26823CE8-E9E2-47A1-899A-63EDCAF9A845}"/>
              </a:ext>
            </a:extLst>
          </p:cNvPr>
          <p:cNvSpPr>
            <a:spLocks xmlns:a="http://schemas.openxmlformats.org/drawingml/2006/main" noGrp="1"/>
          </p:cNvSpPr>
          <p:nvPr/>
        </p:nvSpPr>
        <p:spPr>
          <a:xfrm xmlns:a="http://schemas.openxmlformats.org/drawingml/2006/main">
            <a:off x="5200650" y="2143125"/>
            <a:ext cx="1809750" cy="2571750"/>
          </a:xfrm>
          <a:prstGeom xmlns:a="http://schemas.openxmlformats.org/drawingml/2006/main" prst="roundRect">
            <a:avLst>
              <a:gd name="adj" fmla="val 4211"/>
            </a:avLst>
          </a:prstGeom>
          <a:solidFill xmlns:a="http://schemas.openxmlformats.org/drawingml/2006/main">
            <a:srgbClr val="202B5B"/>
          </a:solidFill>
          <a:ln xmlns:a="http://schemas.openxmlformats.org/drawingml/2006/main" w="9525">
            <a:solidFill>
              <a:srgbClr val="202B5B"/>
            </a:solidFill>
            <a:prstDash val="solid"/>
          </a:ln>
        </p:spPr>
      </p:sp>
      <p:sp>
        <p:nvSpPr>
          <p:cNvPr id="19" name="">
            <a:extLst xmlns:a="http://schemas.openxmlformats.org/drawingml/2006/main">
              <a:ext uri="{FF2B5EF4-FFF2-40B4-BE49-F238E27FC236}">
                <a16:creationId xmlns:a16="http://schemas.microsoft.com/office/drawing/2014/main" id="{04457770-5497-423D-9CC9-1785E07924AB}"/>
              </a:ext>
            </a:extLst>
          </p:cNvPr>
          <p:cNvSpPr>
            <a:spLocks xmlns:a="http://schemas.openxmlformats.org/drawingml/2006/main" noGrp="1"/>
          </p:cNvSpPr>
          <p:nvPr/>
        </p:nvSpPr>
        <p:spPr>
          <a:xfrm xmlns:a="http://schemas.openxmlformats.org/drawingml/2006/main">
            <a:off x="5781675" y="2381250"/>
            <a:ext cx="647700" cy="647700"/>
          </a:xfrm>
          <a:prstGeom xmlns:a="http://schemas.openxmlformats.org/drawingml/2006/main" prst="ellipse">
            <a:avLst/>
          </a:prstGeom>
          <a:solidFill xmlns:a="http://schemas.openxmlformats.org/drawingml/2006/main">
            <a:srgbClr val="007A9E"/>
          </a:solidFill>
          <a:ln xmlns:a="http://schemas.openxmlformats.org/drawingml/2006/main" w="0">
            <a:solidFill>
              <a:srgbClr val="007A9E"/>
            </a:solidFill>
            <a:prstDash val="solid"/>
          </a:ln>
        </p:spPr>
      </p:sp>
      <p:sp>
        <p:nvSpPr>
          <p:cNvPr id="20" name="">
            <a:extLst xmlns:a="http://schemas.openxmlformats.org/drawingml/2006/main">
              <a:ext uri="{FF2B5EF4-FFF2-40B4-BE49-F238E27FC236}">
                <a16:creationId xmlns:a16="http://schemas.microsoft.com/office/drawing/2014/main" id="{FFD6A153-0FE6-411F-BCAB-568024DA8A1F}"/>
              </a:ext>
            </a:extLst>
          </p:cNvPr>
          <p:cNvSpPr>
            <a:spLocks xmlns:a="http://schemas.openxmlformats.org/drawingml/2006/main" noGrp="1"/>
          </p:cNvSpPr>
          <p:nvPr/>
        </p:nvSpPr>
        <p:spPr>
          <a:xfrm xmlns:a="http://schemas.openxmlformats.org/drawingml/2006/main">
            <a:off x="5781675" y="2428875"/>
            <a:ext cx="647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FFFFFF"/>
                </a:solidFill>
                <a:latin typeface="Arial"/>
                <a:ea typeface="Arial"/>
                <a:cs typeface="Arial"/>
              </a:defRPr>
            </a:pPr>
            <a:r>
              <a:rPr sz="1500" b="1" i="0">
                <a:solidFill>
                  <a:srgbClr val="FFFFFF"/>
                </a:solidFill>
                <a:latin typeface="Arial"/>
                <a:ea typeface="Arial"/>
                <a:cs typeface="Arial"/>
              </a:rPr>
              <a:t>3</a:t>
            </a:r>
          </a:p>
        </p:txBody>
      </p:sp>
      <p:sp>
        <p:nvSpPr>
          <p:cNvPr id="21" name="">
            <a:extLst xmlns:a="http://schemas.openxmlformats.org/drawingml/2006/main">
              <a:ext uri="{FF2B5EF4-FFF2-40B4-BE49-F238E27FC236}">
                <a16:creationId xmlns:a16="http://schemas.microsoft.com/office/drawing/2014/main" id="{6D103EC2-5C89-42E9-BEB3-546108E51DE8}"/>
              </a:ext>
            </a:extLst>
          </p:cNvPr>
          <p:cNvSpPr>
            <a:spLocks xmlns:a="http://schemas.openxmlformats.org/drawingml/2006/main" noGrp="1"/>
          </p:cNvSpPr>
          <p:nvPr/>
        </p:nvSpPr>
        <p:spPr>
          <a:xfrm xmlns:a="http://schemas.openxmlformats.org/drawingml/2006/main">
            <a:off x="5343525" y="3238500"/>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75" b="1" i="0">
                <a:solidFill>
                  <a:srgbClr val="FFFFFF"/>
                </a:solidFill>
                <a:latin typeface="Arial"/>
                <a:ea typeface="Arial"/>
                <a:cs typeface="Arial"/>
              </a:defRPr>
            </a:pPr>
            <a:r>
              <a:rPr sz="1575" b="1" i="0">
                <a:solidFill>
                  <a:srgbClr val="FFFFFF"/>
                </a:solidFill>
                <a:latin typeface="Arial"/>
                <a:ea typeface="Arial"/>
                <a:cs typeface="Arial"/>
              </a:rPr>
              <a:t>Learn</a:t>
            </a:r>
          </a:p>
        </p:txBody>
      </p:sp>
      <p:sp>
        <p:nvSpPr>
          <p:cNvPr id="22" name="">
            <a:extLst xmlns:a="http://schemas.openxmlformats.org/drawingml/2006/main">
              <a:ext uri="{FF2B5EF4-FFF2-40B4-BE49-F238E27FC236}">
                <a16:creationId xmlns:a16="http://schemas.microsoft.com/office/drawing/2014/main" id="{69E87207-02AA-4CDB-93E8-4A675AAB486E}"/>
              </a:ext>
            </a:extLst>
          </p:cNvPr>
          <p:cNvSpPr>
            <a:spLocks xmlns:a="http://schemas.openxmlformats.org/drawingml/2006/main" noGrp="1"/>
          </p:cNvSpPr>
          <p:nvPr/>
        </p:nvSpPr>
        <p:spPr>
          <a:xfrm xmlns:a="http://schemas.openxmlformats.org/drawingml/2006/main">
            <a:off x="5391150" y="3714750"/>
            <a:ext cx="142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FFFFFF"/>
                </a:solidFill>
                <a:latin typeface="Arial"/>
                <a:ea typeface="Arial"/>
                <a:cs typeface="Arial"/>
              </a:defRPr>
            </a:pPr>
            <a:r>
              <a:rPr sz="1125" b="0" i="0">
                <a:solidFill>
                  <a:srgbClr val="FFFFFF"/>
                </a:solidFill>
                <a:latin typeface="Arial"/>
                <a:ea typeface="Arial"/>
                <a:cs typeface="Arial"/>
              </a:rPr>
              <a:t>Train Logistic Regression</a:t>
            </a:r>
          </a:p>
        </p:txBody>
      </p:sp>
      <p:sp>
        <p:nvSpPr>
          <p:cNvPr id="23" name="">
            <a:extLst xmlns:a="http://schemas.openxmlformats.org/drawingml/2006/main">
              <a:ext uri="{FF2B5EF4-FFF2-40B4-BE49-F238E27FC236}">
                <a16:creationId xmlns:a16="http://schemas.microsoft.com/office/drawing/2014/main" id="{1440535D-00DD-4ED9-932D-A845929CD18F}"/>
              </a:ext>
            </a:extLst>
          </p:cNvPr>
          <p:cNvSpPr>
            <a:spLocks xmlns:a="http://schemas.openxmlformats.org/drawingml/2006/main" noGrp="1"/>
          </p:cNvSpPr>
          <p:nvPr/>
        </p:nvSpPr>
        <p:spPr>
          <a:xfrm xmlns:a="http://schemas.openxmlformats.org/drawingml/2006/main">
            <a:off x="9296400" y="3400425"/>
            <a:ext cx="476250" cy="0"/>
          </a:xfrm>
          <a:prstGeom xmlns:a="http://schemas.openxmlformats.org/drawingml/2006/main" prst="line">
            <a:avLst/>
          </a:prstGeom>
          <a:noFill xmlns:a="http://schemas.openxmlformats.org/drawingml/2006/main"/>
          <a:ln xmlns:a="http://schemas.openxmlformats.org/drawingml/2006/main" w="38100">
            <a:solidFill>
              <a:srgbClr val="45CFD1"/>
            </a:solidFill>
            <a:prstDash val="solid"/>
          </a:ln>
        </p:spPr>
      </p:sp>
      <p:sp>
        <p:nvSpPr>
          <p:cNvPr id="24" name="">
            <a:extLst xmlns:a="http://schemas.openxmlformats.org/drawingml/2006/main">
              <a:ext uri="{FF2B5EF4-FFF2-40B4-BE49-F238E27FC236}">
                <a16:creationId xmlns:a16="http://schemas.microsoft.com/office/drawing/2014/main" id="{F92DB1F8-4169-422D-8933-A13178D42F73}"/>
              </a:ext>
            </a:extLst>
          </p:cNvPr>
          <p:cNvSpPr>
            <a:spLocks xmlns:a="http://schemas.openxmlformats.org/drawingml/2006/main" noGrp="1"/>
          </p:cNvSpPr>
          <p:nvPr/>
        </p:nvSpPr>
        <p:spPr>
          <a:xfrm xmlns:a="http://schemas.openxmlformats.org/drawingml/2006/main">
            <a:off x="7486650" y="2143125"/>
            <a:ext cx="1809750" cy="2571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B7D8E0"/>
            </a:solidFill>
            <a:prstDash val="solid"/>
          </a:ln>
        </p:spPr>
      </p:sp>
      <p:sp>
        <p:nvSpPr>
          <p:cNvPr id="25" name="">
            <a:extLst xmlns:a="http://schemas.openxmlformats.org/drawingml/2006/main">
              <a:ext uri="{FF2B5EF4-FFF2-40B4-BE49-F238E27FC236}">
                <a16:creationId xmlns:a16="http://schemas.microsoft.com/office/drawing/2014/main" id="{755C162A-7B2E-41D6-8DB5-9225742B070B}"/>
              </a:ext>
            </a:extLst>
          </p:cNvPr>
          <p:cNvSpPr>
            <a:spLocks xmlns:a="http://schemas.openxmlformats.org/drawingml/2006/main" noGrp="1"/>
          </p:cNvSpPr>
          <p:nvPr/>
        </p:nvSpPr>
        <p:spPr>
          <a:xfrm xmlns:a="http://schemas.openxmlformats.org/drawingml/2006/main">
            <a:off x="8067675" y="2381250"/>
            <a:ext cx="647700" cy="647700"/>
          </a:xfrm>
          <a:prstGeom xmlns:a="http://schemas.openxmlformats.org/drawingml/2006/main" prst="ellipse">
            <a:avLst/>
          </a:prstGeom>
          <a:solidFill xmlns:a="http://schemas.openxmlformats.org/drawingml/2006/main">
            <a:srgbClr val="D9EDF2"/>
          </a:solidFill>
          <a:ln xmlns:a="http://schemas.openxmlformats.org/drawingml/2006/main" w="0">
            <a:solidFill>
              <a:srgbClr val="D9EDF2"/>
            </a:solidFill>
            <a:prstDash val="solid"/>
          </a:ln>
        </p:spPr>
      </p:sp>
      <p:sp>
        <p:nvSpPr>
          <p:cNvPr id="26" name="">
            <a:extLst xmlns:a="http://schemas.openxmlformats.org/drawingml/2006/main">
              <a:ext uri="{FF2B5EF4-FFF2-40B4-BE49-F238E27FC236}">
                <a16:creationId xmlns:a16="http://schemas.microsoft.com/office/drawing/2014/main" id="{2F9E6108-B1B9-4DA7-99B2-0AB5D8AC598E}"/>
              </a:ext>
            </a:extLst>
          </p:cNvPr>
          <p:cNvSpPr>
            <a:spLocks xmlns:a="http://schemas.openxmlformats.org/drawingml/2006/main" noGrp="1"/>
          </p:cNvSpPr>
          <p:nvPr/>
        </p:nvSpPr>
        <p:spPr>
          <a:xfrm xmlns:a="http://schemas.openxmlformats.org/drawingml/2006/main">
            <a:off x="8067675" y="2428875"/>
            <a:ext cx="647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111318"/>
                </a:solidFill>
                <a:latin typeface="Arial"/>
                <a:ea typeface="Arial"/>
                <a:cs typeface="Arial"/>
              </a:defRPr>
            </a:pPr>
            <a:r>
              <a:rPr sz="1500" b="1" i="0">
                <a:solidFill>
                  <a:srgbClr val="111318"/>
                </a:solidFill>
                <a:latin typeface="Arial"/>
                <a:ea typeface="Arial"/>
                <a:cs typeface="Arial"/>
              </a:rPr>
              <a:t>4</a:t>
            </a:r>
          </a:p>
        </p:txBody>
      </p:sp>
      <p:sp>
        <p:nvSpPr>
          <p:cNvPr id="27" name="">
            <a:extLst xmlns:a="http://schemas.openxmlformats.org/drawingml/2006/main">
              <a:ext uri="{FF2B5EF4-FFF2-40B4-BE49-F238E27FC236}">
                <a16:creationId xmlns:a16="http://schemas.microsoft.com/office/drawing/2014/main" id="{C2E1FFB5-A32F-428A-AA1C-7B82D8CCEF59}"/>
              </a:ext>
            </a:extLst>
          </p:cNvPr>
          <p:cNvSpPr>
            <a:spLocks xmlns:a="http://schemas.openxmlformats.org/drawingml/2006/main" noGrp="1"/>
          </p:cNvSpPr>
          <p:nvPr/>
        </p:nvSpPr>
        <p:spPr>
          <a:xfrm xmlns:a="http://schemas.openxmlformats.org/drawingml/2006/main">
            <a:off x="7629525" y="3238500"/>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75" b="1" i="0">
                <a:solidFill>
                  <a:srgbClr val="111318"/>
                </a:solidFill>
                <a:latin typeface="Arial"/>
                <a:ea typeface="Arial"/>
                <a:cs typeface="Arial"/>
              </a:defRPr>
            </a:pPr>
            <a:r>
              <a:rPr sz="1575" b="1" i="0">
                <a:solidFill>
                  <a:srgbClr val="111318"/>
                </a:solidFill>
                <a:latin typeface="Arial"/>
                <a:ea typeface="Arial"/>
                <a:cs typeface="Arial"/>
              </a:rPr>
              <a:t>Check</a:t>
            </a:r>
          </a:p>
        </p:txBody>
      </p:sp>
      <p:sp>
        <p:nvSpPr>
          <p:cNvPr id="28" name="">
            <a:extLst xmlns:a="http://schemas.openxmlformats.org/drawingml/2006/main">
              <a:ext uri="{FF2B5EF4-FFF2-40B4-BE49-F238E27FC236}">
                <a16:creationId xmlns:a16="http://schemas.microsoft.com/office/drawing/2014/main" id="{C9090F1A-1BF8-4051-A0D9-335BB6B2CE92}"/>
              </a:ext>
            </a:extLst>
          </p:cNvPr>
          <p:cNvSpPr>
            <a:spLocks xmlns:a="http://schemas.openxmlformats.org/drawingml/2006/main" noGrp="1"/>
          </p:cNvSpPr>
          <p:nvPr/>
        </p:nvSpPr>
        <p:spPr>
          <a:xfrm xmlns:a="http://schemas.openxmlformats.org/drawingml/2006/main">
            <a:off x="7677150" y="3714750"/>
            <a:ext cx="142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111318"/>
                </a:solidFill>
                <a:latin typeface="Arial"/>
                <a:ea typeface="Arial"/>
                <a:cs typeface="Arial"/>
              </a:defRPr>
            </a:pPr>
            <a:r>
              <a:rPr sz="1125" b="0" i="0">
                <a:solidFill>
                  <a:srgbClr val="111318"/>
                </a:solidFill>
                <a:latin typeface="Arial"/>
                <a:ea typeface="Arial"/>
                <a:cs typeface="Arial"/>
              </a:rPr>
              <a:t>Test it on unseen records</a:t>
            </a:r>
          </a:p>
        </p:txBody>
      </p:sp>
      <p:sp>
        <p:nvSpPr>
          <p:cNvPr id="29" name="">
            <a:extLst xmlns:a="http://schemas.openxmlformats.org/drawingml/2006/main">
              <a:ext uri="{FF2B5EF4-FFF2-40B4-BE49-F238E27FC236}">
                <a16:creationId xmlns:a16="http://schemas.microsoft.com/office/drawing/2014/main" id="{5A206EF9-DAE6-4628-B966-518C2206CA75}"/>
              </a:ext>
            </a:extLst>
          </p:cNvPr>
          <p:cNvSpPr>
            <a:spLocks xmlns:a="http://schemas.openxmlformats.org/drawingml/2006/main" noGrp="1"/>
          </p:cNvSpPr>
          <p:nvPr/>
        </p:nvSpPr>
        <p:spPr>
          <a:xfrm xmlns:a="http://schemas.openxmlformats.org/drawingml/2006/main">
            <a:off x="9772650" y="2143125"/>
            <a:ext cx="1809750" cy="2571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B7D8E0"/>
            </a:solidFill>
            <a:prstDash val="solid"/>
          </a:ln>
        </p:spPr>
      </p:sp>
      <p:sp>
        <p:nvSpPr>
          <p:cNvPr id="30" name="">
            <a:extLst xmlns:a="http://schemas.openxmlformats.org/drawingml/2006/main">
              <a:ext uri="{FF2B5EF4-FFF2-40B4-BE49-F238E27FC236}">
                <a16:creationId xmlns:a16="http://schemas.microsoft.com/office/drawing/2014/main" id="{FD3A1CBE-A1FD-4B66-AADE-44EBBCB1C047}"/>
              </a:ext>
            </a:extLst>
          </p:cNvPr>
          <p:cNvSpPr>
            <a:spLocks xmlns:a="http://schemas.openxmlformats.org/drawingml/2006/main" noGrp="1"/>
          </p:cNvSpPr>
          <p:nvPr/>
        </p:nvSpPr>
        <p:spPr>
          <a:xfrm xmlns:a="http://schemas.openxmlformats.org/drawingml/2006/main">
            <a:off x="10353675" y="2381250"/>
            <a:ext cx="647700" cy="647700"/>
          </a:xfrm>
          <a:prstGeom xmlns:a="http://schemas.openxmlformats.org/drawingml/2006/main" prst="ellipse">
            <a:avLst/>
          </a:prstGeom>
          <a:solidFill xmlns:a="http://schemas.openxmlformats.org/drawingml/2006/main">
            <a:srgbClr val="D9EDF2"/>
          </a:solidFill>
          <a:ln xmlns:a="http://schemas.openxmlformats.org/drawingml/2006/main" w="0">
            <a:solidFill>
              <a:srgbClr val="D9EDF2"/>
            </a:solidFill>
            <a:prstDash val="solid"/>
          </a:ln>
        </p:spPr>
      </p:sp>
      <p:sp>
        <p:nvSpPr>
          <p:cNvPr id="31" name="">
            <a:extLst xmlns:a="http://schemas.openxmlformats.org/drawingml/2006/main">
              <a:ext uri="{FF2B5EF4-FFF2-40B4-BE49-F238E27FC236}">
                <a16:creationId xmlns:a16="http://schemas.microsoft.com/office/drawing/2014/main" id="{9D614807-64CE-492E-BE42-AA378D23C4EF}"/>
              </a:ext>
            </a:extLst>
          </p:cNvPr>
          <p:cNvSpPr>
            <a:spLocks xmlns:a="http://schemas.openxmlformats.org/drawingml/2006/main" noGrp="1"/>
          </p:cNvSpPr>
          <p:nvPr/>
        </p:nvSpPr>
        <p:spPr>
          <a:xfrm xmlns:a="http://schemas.openxmlformats.org/drawingml/2006/main">
            <a:off x="10353675" y="2428875"/>
            <a:ext cx="647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111318"/>
                </a:solidFill>
                <a:latin typeface="Arial"/>
                <a:ea typeface="Arial"/>
                <a:cs typeface="Arial"/>
              </a:defRPr>
            </a:pPr>
            <a:r>
              <a:rPr sz="1500" b="1" i="0">
                <a:solidFill>
                  <a:srgbClr val="111318"/>
                </a:solidFill>
                <a:latin typeface="Arial"/>
                <a:ea typeface="Arial"/>
                <a:cs typeface="Arial"/>
              </a:rPr>
              <a:t>5</a:t>
            </a:r>
          </a:p>
        </p:txBody>
      </p:sp>
      <p:sp>
        <p:nvSpPr>
          <p:cNvPr id="32" name="">
            <a:extLst xmlns:a="http://schemas.openxmlformats.org/drawingml/2006/main">
              <a:ext uri="{FF2B5EF4-FFF2-40B4-BE49-F238E27FC236}">
                <a16:creationId xmlns:a16="http://schemas.microsoft.com/office/drawing/2014/main" id="{0874DB56-F3B8-4F8C-8FC9-A8D12C484360}"/>
              </a:ext>
            </a:extLst>
          </p:cNvPr>
          <p:cNvSpPr>
            <a:spLocks xmlns:a="http://schemas.openxmlformats.org/drawingml/2006/main" noGrp="1"/>
          </p:cNvSpPr>
          <p:nvPr/>
        </p:nvSpPr>
        <p:spPr>
          <a:xfrm xmlns:a="http://schemas.openxmlformats.org/drawingml/2006/main">
            <a:off x="9915525" y="3238500"/>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75" b="1" i="0">
                <a:solidFill>
                  <a:srgbClr val="111318"/>
                </a:solidFill>
                <a:latin typeface="Arial"/>
                <a:ea typeface="Arial"/>
                <a:cs typeface="Arial"/>
              </a:defRPr>
            </a:pPr>
            <a:r>
              <a:rPr sz="1575" b="1" i="0">
                <a:solidFill>
                  <a:srgbClr val="111318"/>
                </a:solidFill>
                <a:latin typeface="Arial"/>
                <a:ea typeface="Arial"/>
                <a:cs typeface="Arial"/>
              </a:rPr>
              <a:t>Reuse</a:t>
            </a:r>
          </a:p>
        </p:txBody>
      </p:sp>
      <p:sp>
        <p:nvSpPr>
          <p:cNvPr id="33" name="">
            <a:extLst xmlns:a="http://schemas.openxmlformats.org/drawingml/2006/main">
              <a:ext uri="{FF2B5EF4-FFF2-40B4-BE49-F238E27FC236}">
                <a16:creationId xmlns:a16="http://schemas.microsoft.com/office/drawing/2014/main" id="{7CB184D9-ABBB-4445-9351-EE3ED3F28EA8}"/>
              </a:ext>
            </a:extLst>
          </p:cNvPr>
          <p:cNvSpPr>
            <a:spLocks xmlns:a="http://schemas.openxmlformats.org/drawingml/2006/main" noGrp="1"/>
          </p:cNvSpPr>
          <p:nvPr/>
        </p:nvSpPr>
        <p:spPr>
          <a:xfrm xmlns:a="http://schemas.openxmlformats.org/drawingml/2006/main">
            <a:off x="9963150" y="3714750"/>
            <a:ext cx="142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111318"/>
                </a:solidFill>
                <a:latin typeface="Arial"/>
                <a:ea typeface="Arial"/>
                <a:cs typeface="Arial"/>
              </a:defRPr>
            </a:pPr>
            <a:r>
              <a:rPr sz="1125" b="0" i="0">
                <a:solidFill>
                  <a:srgbClr val="111318"/>
                </a:solidFill>
                <a:latin typeface="Arial"/>
                <a:ea typeface="Arial"/>
                <a:cs typeface="Arial"/>
              </a:rPr>
              <a:t>Save it for a new customer</a:t>
            </a:r>
          </a:p>
        </p:txBody>
      </p:sp>
      <p:sp>
        <p:nvSpPr>
          <p:cNvPr id="34" name="">
            <a:extLst xmlns:a="http://schemas.openxmlformats.org/drawingml/2006/main">
              <a:ext uri="{FF2B5EF4-FFF2-40B4-BE49-F238E27FC236}">
                <a16:creationId xmlns:a16="http://schemas.microsoft.com/office/drawing/2014/main" id="{ABBB1D5A-5FA5-446A-B94C-4BAB9821B5EC}"/>
              </a:ext>
            </a:extLst>
          </p:cNvPr>
          <p:cNvSpPr>
            <a:spLocks xmlns:a="http://schemas.openxmlformats.org/drawingml/2006/main" noGrp="1"/>
          </p:cNvSpPr>
          <p:nvPr/>
        </p:nvSpPr>
        <p:spPr>
          <a:xfrm xmlns:a="http://schemas.openxmlformats.org/drawingml/2006/main">
            <a:off x="1790700" y="5219700"/>
            <a:ext cx="8610600"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B7D8E0"/>
            </a:solidFill>
            <a:prstDash val="solid"/>
          </a:ln>
        </p:spPr>
      </p:sp>
      <p:sp>
        <p:nvSpPr>
          <p:cNvPr id="35" name="">
            <a:extLst xmlns:a="http://schemas.openxmlformats.org/drawingml/2006/main">
              <a:ext uri="{FF2B5EF4-FFF2-40B4-BE49-F238E27FC236}">
                <a16:creationId xmlns:a16="http://schemas.microsoft.com/office/drawing/2014/main" id="{51321814-C26D-4528-9671-5F0D90F8A17E}"/>
              </a:ext>
            </a:extLst>
          </p:cNvPr>
          <p:cNvSpPr>
            <a:spLocks xmlns:a="http://schemas.openxmlformats.org/drawingml/2006/main" noGrp="1"/>
          </p:cNvSpPr>
          <p:nvPr/>
        </p:nvSpPr>
        <p:spPr>
          <a:xfrm xmlns:a="http://schemas.openxmlformats.org/drawingml/2006/main">
            <a:off x="2143125" y="5372100"/>
            <a:ext cx="904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75" b="1" i="0">
                <a:solidFill>
                  <a:srgbClr val="111318"/>
                </a:solidFill>
                <a:latin typeface="Arial"/>
                <a:ea typeface="Arial"/>
                <a:cs typeface="Arial"/>
              </a:defRPr>
            </a:pPr>
            <a:r>
              <a:rPr sz="1875" b="1" i="0">
                <a:solidFill>
                  <a:srgbClr val="111318"/>
                </a:solidFill>
                <a:latin typeface="Arial"/>
                <a:ea typeface="Arial"/>
                <a:cs typeface="Arial"/>
              </a:rPr>
              <a:t>80%</a:t>
            </a:r>
          </a:p>
        </p:txBody>
      </p:sp>
      <p:sp>
        <p:nvSpPr>
          <p:cNvPr id="36" name="">
            <a:extLst xmlns:a="http://schemas.openxmlformats.org/drawingml/2006/main">
              <a:ext uri="{FF2B5EF4-FFF2-40B4-BE49-F238E27FC236}">
                <a16:creationId xmlns:a16="http://schemas.microsoft.com/office/drawing/2014/main" id="{7E0E2926-00ED-433B-B8C6-81ECE4A18872}"/>
              </a:ext>
            </a:extLst>
          </p:cNvPr>
          <p:cNvSpPr>
            <a:spLocks xmlns:a="http://schemas.openxmlformats.org/drawingml/2006/main" noGrp="1"/>
          </p:cNvSpPr>
          <p:nvPr/>
        </p:nvSpPr>
        <p:spPr>
          <a:xfrm xmlns:a="http://schemas.openxmlformats.org/drawingml/2006/main">
            <a:off x="3048000" y="5438775"/>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i="0">
                <a:solidFill>
                  <a:srgbClr val="111318"/>
                </a:solidFill>
                <a:latin typeface="Arial"/>
                <a:ea typeface="Arial"/>
                <a:cs typeface="Arial"/>
              </a:defRPr>
            </a:pPr>
            <a:r>
              <a:rPr sz="1200" b="0" i="0">
                <a:solidFill>
                  <a:srgbClr val="111318"/>
                </a:solidFill>
                <a:latin typeface="Arial"/>
                <a:ea typeface="Arial"/>
                <a:cs typeface="Arial"/>
              </a:rPr>
              <a:t>learns from the data</a:t>
            </a:r>
          </a:p>
        </p:txBody>
      </p:sp>
      <p:sp>
        <p:nvSpPr>
          <p:cNvPr id="37" name="">
            <a:extLst xmlns:a="http://schemas.openxmlformats.org/drawingml/2006/main">
              <a:ext uri="{FF2B5EF4-FFF2-40B4-BE49-F238E27FC236}">
                <a16:creationId xmlns:a16="http://schemas.microsoft.com/office/drawing/2014/main" id="{F75DF98F-E819-4F17-8173-C5C988B047BA}"/>
              </a:ext>
            </a:extLst>
          </p:cNvPr>
          <p:cNvSpPr>
            <a:spLocks xmlns:a="http://schemas.openxmlformats.org/drawingml/2006/main" noGrp="1"/>
          </p:cNvSpPr>
          <p:nvPr/>
        </p:nvSpPr>
        <p:spPr>
          <a:xfrm xmlns:a="http://schemas.openxmlformats.org/drawingml/2006/main">
            <a:off x="5905500" y="5334000"/>
            <a:ext cx="0" cy="428625"/>
          </a:xfrm>
          <a:prstGeom xmlns:a="http://schemas.openxmlformats.org/drawingml/2006/main" prst="line">
            <a:avLst/>
          </a:prstGeom>
          <a:noFill xmlns:a="http://schemas.openxmlformats.org/drawingml/2006/main"/>
          <a:ln xmlns:a="http://schemas.openxmlformats.org/drawingml/2006/main" w="14288">
            <a:solidFill>
              <a:srgbClr val="B7D8E0"/>
            </a:solidFill>
            <a:prstDash val="solid"/>
          </a:ln>
        </p:spPr>
      </p:sp>
      <p:sp>
        <p:nvSpPr>
          <p:cNvPr id="38" name="">
            <a:extLst xmlns:a="http://schemas.openxmlformats.org/drawingml/2006/main">
              <a:ext uri="{FF2B5EF4-FFF2-40B4-BE49-F238E27FC236}">
                <a16:creationId xmlns:a16="http://schemas.microsoft.com/office/drawing/2014/main" id="{37E888A0-A4D6-4809-9E8D-43D7CD094094}"/>
              </a:ext>
            </a:extLst>
          </p:cNvPr>
          <p:cNvSpPr>
            <a:spLocks xmlns:a="http://schemas.openxmlformats.org/drawingml/2006/main" noGrp="1"/>
          </p:cNvSpPr>
          <p:nvPr/>
        </p:nvSpPr>
        <p:spPr>
          <a:xfrm xmlns:a="http://schemas.openxmlformats.org/drawingml/2006/main">
            <a:off x="6477000" y="5372100"/>
            <a:ext cx="904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75" b="1" i="0">
                <a:solidFill>
                  <a:srgbClr val="111318"/>
                </a:solidFill>
                <a:latin typeface="Arial"/>
                <a:ea typeface="Arial"/>
                <a:cs typeface="Arial"/>
              </a:defRPr>
            </a:pPr>
            <a:r>
              <a:rPr sz="1875" b="1" i="0">
                <a:solidFill>
                  <a:srgbClr val="111318"/>
                </a:solidFill>
                <a:latin typeface="Arial"/>
                <a:ea typeface="Arial"/>
                <a:cs typeface="Arial"/>
              </a:rPr>
              <a:t>20%</a:t>
            </a:r>
          </a:p>
        </p:txBody>
      </p:sp>
      <p:sp>
        <p:nvSpPr>
          <p:cNvPr id="39" name="">
            <a:extLst xmlns:a="http://schemas.openxmlformats.org/drawingml/2006/main">
              <a:ext uri="{FF2B5EF4-FFF2-40B4-BE49-F238E27FC236}">
                <a16:creationId xmlns:a16="http://schemas.microsoft.com/office/drawing/2014/main" id="{5B035690-459D-4FCC-A8FA-BDD8F421C649}"/>
              </a:ext>
            </a:extLst>
          </p:cNvPr>
          <p:cNvSpPr>
            <a:spLocks xmlns:a="http://schemas.openxmlformats.org/drawingml/2006/main" noGrp="1"/>
          </p:cNvSpPr>
          <p:nvPr/>
        </p:nvSpPr>
        <p:spPr>
          <a:xfrm xmlns:a="http://schemas.openxmlformats.org/drawingml/2006/main">
            <a:off x="7429500" y="5438775"/>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i="0">
                <a:solidFill>
                  <a:srgbClr val="111318"/>
                </a:solidFill>
                <a:latin typeface="Arial"/>
                <a:ea typeface="Arial"/>
                <a:cs typeface="Arial"/>
              </a:defRPr>
            </a:pPr>
            <a:r>
              <a:rPr sz="1200" b="0" i="0">
                <a:solidFill>
                  <a:srgbClr val="111318"/>
                </a:solidFill>
                <a:latin typeface="Arial"/>
                <a:ea typeface="Arial"/>
                <a:cs typeface="Arial"/>
              </a:rPr>
              <a:t>checks the result</a:t>
            </a:r>
          </a:p>
        </p:txBody>
      </p:sp>
      <p:sp>
        <p:nvSpPr>
          <p:cNvPr id="40" name="">
            <a:extLst xmlns:a="http://schemas.openxmlformats.org/drawingml/2006/main">
              <a:ext uri="{FF2B5EF4-FFF2-40B4-BE49-F238E27FC236}">
                <a16:creationId xmlns:a16="http://schemas.microsoft.com/office/drawing/2014/main" id="{034EDA51-56B3-44BD-A91C-9DF98BA28AC7}"/>
              </a:ext>
            </a:extLst>
          </p:cNvPr>
          <p:cNvSpPr>
            <a:spLocks xmlns:a="http://schemas.openxmlformats.org/drawingml/2006/main" noGrp="1"/>
          </p:cNvSpPr>
          <p:nvPr/>
        </p:nvSpPr>
        <p:spPr>
          <a:xfrm xmlns:a="http://schemas.openxmlformats.org/drawingml/2006/main">
            <a:off x="609600" y="6515100"/>
            <a:ext cx="1095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0" i="1">
                <a:solidFill>
                  <a:srgbClr val="111318"/>
                </a:solidFill>
                <a:latin typeface="Arial"/>
                <a:ea typeface="Arial"/>
                <a:cs typeface="Arial"/>
              </a:defRPr>
            </a:pPr>
            <a:r>
              <a:rPr sz="750" b="0" i="1">
                <a:solidFill>
                  <a:srgbClr val="111318"/>
                </a:solidFill>
                <a:latin typeface="Arial"/>
                <a:ea typeface="Arial"/>
                <a:cs typeface="Arial"/>
              </a:rPr>
              <a:t>Source: Master synopsis, sections E–G</a:t>
            </a:r>
          </a:p>
        </p:txBody>
      </p:sp>
    </p:spTree>
    <p:extLst>
      <p:ext uri="{BB962C8B-B14F-4D97-AF65-F5344CB8AC3E}">
        <p14:creationId xmlns:p14="http://schemas.microsoft.com/office/powerpoint/2010/main" val="183999967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E014F7C-E5E3-44B1-8410-2AF74C92D9F1}"/>
              </a:ext>
            </a:extLst>
          </p:cNvPr>
          <p:cNvSpPr>
            <a:spLocks xmlns:a="http://schemas.openxmlformats.org/drawingml/2006/main" noGrp="1"/>
          </p:cNvSpPr>
          <p:nvPr/>
        </p:nvSpPr>
        <p:spPr>
          <a:xfrm xmlns:a="http://schemas.openxmlformats.org/drawingml/2006/main">
            <a:off x="609600" y="30480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111318"/>
                </a:solidFill>
                <a:latin typeface="Arial"/>
                <a:ea typeface="Arial"/>
                <a:cs typeface="Arial"/>
              </a:defRPr>
            </a:pPr>
            <a:r>
              <a:rPr sz="975" b="1" i="0">
                <a:solidFill>
                  <a:srgbClr val="111318"/>
                </a:solidFill>
                <a:latin typeface="Arial"/>
                <a:ea typeface="Arial"/>
                <a:cs typeface="Arial"/>
              </a:rPr>
              <a:t>WHAT THE RESULT MEANS</a:t>
            </a:r>
          </a:p>
        </p:txBody>
      </p:sp>
      <p:sp>
        <p:nvSpPr>
          <p:cNvPr id="2" name="">
            <a:extLst xmlns:a="http://schemas.openxmlformats.org/drawingml/2006/main">
              <a:ext uri="{FF2B5EF4-FFF2-40B4-BE49-F238E27FC236}">
                <a16:creationId xmlns:a16="http://schemas.microsoft.com/office/drawing/2014/main" id="{5A73B482-2B4A-4F75-B543-5F3111E902AF}"/>
              </a:ext>
            </a:extLst>
          </p:cNvPr>
          <p:cNvSpPr>
            <a:spLocks xmlns:a="http://schemas.openxmlformats.org/drawingml/2006/main" noGrp="1"/>
          </p:cNvSpPr>
          <p:nvPr/>
        </p:nvSpPr>
        <p:spPr>
          <a:xfrm xmlns:a="http://schemas.openxmlformats.org/drawingml/2006/main">
            <a:off x="609600" y="628650"/>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111318"/>
                </a:solidFill>
                <a:latin typeface="Arial"/>
                <a:ea typeface="Arial"/>
                <a:cs typeface="Arial"/>
              </a:defRPr>
            </a:pPr>
            <a:r>
              <a:rPr sz="2550" b="1" i="0">
                <a:solidFill>
                  <a:srgbClr val="111318"/>
                </a:solidFill>
                <a:latin typeface="Arial"/>
                <a:ea typeface="Arial"/>
                <a:cs typeface="Arial"/>
              </a:rPr>
              <a:t>The prediction starts a conversation, not an automatic action</a:t>
            </a:r>
          </a:p>
        </p:txBody>
      </p:sp>
      <p:sp>
        <p:nvSpPr>
          <p:cNvPr id="3" name="">
            <a:extLst xmlns:a="http://schemas.openxmlformats.org/drawingml/2006/main">
              <a:ext uri="{FF2B5EF4-FFF2-40B4-BE49-F238E27FC236}">
                <a16:creationId xmlns:a16="http://schemas.microsoft.com/office/drawing/2014/main" id="{ED5E8D11-5AFC-4C70-8B67-EE746E7D93F8}"/>
              </a:ext>
            </a:extLst>
          </p:cNvPr>
          <p:cNvSpPr>
            <a:spLocks xmlns:a="http://schemas.openxmlformats.org/drawingml/2006/main" noGrp="1"/>
          </p:cNvSpPr>
          <p:nvPr/>
        </p:nvSpPr>
        <p:spPr>
          <a:xfrm xmlns:a="http://schemas.openxmlformats.org/drawingml/2006/main">
            <a:off x="11125200" y="3429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i="0">
                <a:solidFill>
                  <a:srgbClr val="111318"/>
                </a:solidFill>
                <a:latin typeface="Arial"/>
                <a:ea typeface="Arial"/>
                <a:cs typeface="Arial"/>
              </a:defRPr>
            </a:pPr>
            <a:r>
              <a:rPr sz="1050" b="1" i="0">
                <a:solidFill>
                  <a:srgbClr val="111318"/>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66B6D7A5-FA2F-4AF7-89C1-C5E3981FF182}"/>
              </a:ext>
            </a:extLst>
          </p:cNvPr>
          <p:cNvSpPr>
            <a:spLocks xmlns:a="http://schemas.openxmlformats.org/drawingml/2006/main" noGrp="1"/>
          </p:cNvSpPr>
          <p:nvPr/>
        </p:nvSpPr>
        <p:spPr>
          <a:xfrm xmlns:a="http://schemas.openxmlformats.org/drawingml/2006/main">
            <a:off x="609600" y="1381125"/>
            <a:ext cx="10953750" cy="0"/>
          </a:xfrm>
          <a:prstGeom xmlns:a="http://schemas.openxmlformats.org/drawingml/2006/main" prst="line">
            <a:avLst/>
          </a:prstGeom>
          <a:noFill xmlns:a="http://schemas.openxmlformats.org/drawingml/2006/main"/>
          <a:ln xmlns:a="http://schemas.openxmlformats.org/drawingml/2006/main" w="13335">
            <a:solidFill>
              <a:srgbClr val="B7D8E0"/>
            </a:solidFill>
            <a:prstDash val="solid"/>
          </a:ln>
        </p:spPr>
      </p:sp>
      <p:sp>
        <p:nvSpPr>
          <p:cNvPr id="5" name="">
            <a:extLst xmlns:a="http://schemas.openxmlformats.org/drawingml/2006/main">
              <a:ext uri="{FF2B5EF4-FFF2-40B4-BE49-F238E27FC236}">
                <a16:creationId xmlns:a16="http://schemas.microsoft.com/office/drawing/2014/main" id="{0C04255E-D5C9-4675-8761-6A777A9C6B86}"/>
              </a:ext>
            </a:extLst>
          </p:cNvPr>
          <p:cNvSpPr>
            <a:spLocks xmlns:a="http://schemas.openxmlformats.org/drawingml/2006/main" noGrp="1"/>
          </p:cNvSpPr>
          <p:nvPr/>
        </p:nvSpPr>
        <p:spPr>
          <a:xfrm xmlns:a="http://schemas.openxmlformats.org/drawingml/2006/main">
            <a:off x="4619625" y="1905000"/>
            <a:ext cx="2952750" cy="1714500"/>
          </a:xfrm>
          <a:prstGeom xmlns:a="http://schemas.openxmlformats.org/drawingml/2006/main" prst="ellipse">
            <a:avLst/>
          </a:prstGeom>
          <a:solidFill xmlns:a="http://schemas.openxmlformats.org/drawingml/2006/main">
            <a:srgbClr val="202B5B"/>
          </a:solidFill>
          <a:ln xmlns:a="http://schemas.openxmlformats.org/drawingml/2006/main" w="0">
            <a:solidFill>
              <a:srgbClr val="202B5B"/>
            </a:solidFill>
            <a:prstDash val="solid"/>
          </a:ln>
        </p:spPr>
      </p:sp>
      <p:sp>
        <p:nvSpPr>
          <p:cNvPr id="6" name="">
            <a:extLst xmlns:a="http://schemas.openxmlformats.org/drawingml/2006/main">
              <a:ext uri="{FF2B5EF4-FFF2-40B4-BE49-F238E27FC236}">
                <a16:creationId xmlns:a16="http://schemas.microsoft.com/office/drawing/2014/main" id="{AA60C9A6-D792-4EDA-A00E-27D6FE27870E}"/>
              </a:ext>
            </a:extLst>
          </p:cNvPr>
          <p:cNvSpPr>
            <a:spLocks xmlns:a="http://schemas.openxmlformats.org/drawingml/2006/main" noGrp="1"/>
          </p:cNvSpPr>
          <p:nvPr/>
        </p:nvSpPr>
        <p:spPr>
          <a:xfrm xmlns:a="http://schemas.openxmlformats.org/drawingml/2006/main">
            <a:off x="5048250" y="2352675"/>
            <a:ext cx="2095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7891"/>
          </a:bodyPr>
          <a:lstStyle xmlns:a="http://schemas.openxmlformats.org/drawingml/2006/main"/>
          <a:p xmlns:a="http://schemas.openxmlformats.org/drawingml/2006/main">
            <a:pPr algn="ctr">
              <a:lnSpc>
                <a:spcPct val="100000"/>
              </a:lnSpc>
              <a:buNone/>
              <a:defRPr sz="2025" b="1" i="0">
                <a:solidFill>
                  <a:srgbClr val="FFFFFF"/>
                </a:solidFill>
                <a:latin typeface="Arial"/>
                <a:ea typeface="Arial"/>
                <a:cs typeface="Arial"/>
              </a:defRPr>
            </a:pPr>
            <a:r>
              <a:rPr sz="2025" b="1" i="0">
                <a:solidFill>
                  <a:srgbClr val="FFFFFF"/>
                </a:solidFill>
                <a:latin typeface="Arial"/>
                <a:ea typeface="Arial"/>
                <a:cs typeface="Arial"/>
              </a:rPr>
              <a:t>NEW CUSTOMER</a:t>
            </a:r>
          </a:p>
          <a:p xmlns:a="http://schemas.openxmlformats.org/drawingml/2006/main">
            <a:pPr algn="ctr">
              <a:lnSpc>
                <a:spcPct val="100000"/>
              </a:lnSpc>
              <a:buNone/>
              <a:defRPr sz="2025" b="1" i="0">
                <a:solidFill>
                  <a:srgbClr val="FFFFFF"/>
                </a:solidFill>
                <a:latin typeface="Arial"/>
                <a:ea typeface="Arial"/>
                <a:cs typeface="Arial"/>
              </a:defRPr>
            </a:pPr>
            <a:r>
              <a:rPr sz="2025" b="1" i="0">
                <a:solidFill>
                  <a:srgbClr val="FFFFFF"/>
                </a:solidFill>
                <a:latin typeface="Arial"/>
                <a:ea typeface="Arial"/>
                <a:cs typeface="Arial"/>
              </a:rPr>
              <a:t>RECORD</a:t>
            </a:r>
          </a:p>
        </p:txBody>
      </p:sp>
      <p:sp>
        <p:nvSpPr>
          <p:cNvPr id="7" name="">
            <a:extLst xmlns:a="http://schemas.openxmlformats.org/drawingml/2006/main">
              <a:ext uri="{FF2B5EF4-FFF2-40B4-BE49-F238E27FC236}">
                <a16:creationId xmlns:a16="http://schemas.microsoft.com/office/drawing/2014/main" id="{63272A4B-701C-464C-9BF5-58823C27D0ED}"/>
              </a:ext>
            </a:extLst>
          </p:cNvPr>
          <p:cNvSpPr>
            <a:spLocks xmlns:a="http://schemas.openxmlformats.org/drawingml/2006/main" noGrp="1"/>
          </p:cNvSpPr>
          <p:nvPr/>
        </p:nvSpPr>
        <p:spPr>
          <a:xfrm xmlns:a="http://schemas.openxmlformats.org/drawingml/2006/main">
            <a:off x="6096000" y="3619500"/>
            <a:ext cx="0" cy="590550"/>
          </a:xfrm>
          <a:prstGeom xmlns:a="http://schemas.openxmlformats.org/drawingml/2006/main" prst="line">
            <a:avLst/>
          </a:prstGeom>
          <a:noFill xmlns:a="http://schemas.openxmlformats.org/drawingml/2006/main"/>
          <a:ln xmlns:a="http://schemas.openxmlformats.org/drawingml/2006/main" w="47625">
            <a:solidFill>
              <a:srgbClr val="45CFD1"/>
            </a:solidFill>
            <a:prstDash val="solid"/>
          </a:ln>
        </p:spPr>
      </p:sp>
      <p:sp>
        <p:nvSpPr>
          <p:cNvPr id="8" name="">
            <a:extLst xmlns:a="http://schemas.openxmlformats.org/drawingml/2006/main">
              <a:ext uri="{FF2B5EF4-FFF2-40B4-BE49-F238E27FC236}">
                <a16:creationId xmlns:a16="http://schemas.microsoft.com/office/drawing/2014/main" id="{A48ED627-EC24-49D3-9A0B-36CA4576BDEE}"/>
              </a:ext>
            </a:extLst>
          </p:cNvPr>
          <p:cNvSpPr>
            <a:spLocks xmlns:a="http://schemas.openxmlformats.org/drawingml/2006/main" noGrp="1"/>
          </p:cNvSpPr>
          <p:nvPr/>
        </p:nvSpPr>
        <p:spPr>
          <a:xfrm xmlns:a="http://schemas.openxmlformats.org/drawingml/2006/main">
            <a:off x="5781675" y="3933825"/>
            <a:ext cx="628650" cy="628650"/>
          </a:xfrm>
          <a:prstGeom xmlns:a="http://schemas.openxmlformats.org/drawingml/2006/main" prst="ellipse">
            <a:avLst/>
          </a:prstGeom>
          <a:solidFill xmlns:a="http://schemas.openxmlformats.org/drawingml/2006/main">
            <a:srgbClr val="007A9E"/>
          </a:solidFill>
          <a:ln xmlns:a="http://schemas.openxmlformats.org/drawingml/2006/main" w="0">
            <a:solidFill>
              <a:srgbClr val="007A9E"/>
            </a:solidFill>
            <a:prstDash val="solid"/>
          </a:ln>
        </p:spPr>
      </p:sp>
      <p:sp>
        <p:nvSpPr>
          <p:cNvPr id="9" name="">
            <a:extLst xmlns:a="http://schemas.openxmlformats.org/drawingml/2006/main">
              <a:ext uri="{FF2B5EF4-FFF2-40B4-BE49-F238E27FC236}">
                <a16:creationId xmlns:a16="http://schemas.microsoft.com/office/drawing/2014/main" id="{F7BD2A1B-AB2D-432D-BC75-6581954576BE}"/>
              </a:ext>
            </a:extLst>
          </p:cNvPr>
          <p:cNvSpPr>
            <a:spLocks xmlns:a="http://schemas.openxmlformats.org/drawingml/2006/main" noGrp="1"/>
          </p:cNvSpPr>
          <p:nvPr/>
        </p:nvSpPr>
        <p:spPr>
          <a:xfrm xmlns:a="http://schemas.openxmlformats.org/drawingml/2006/main">
            <a:off x="5781675" y="3962400"/>
            <a:ext cx="628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875" b="1" i="0">
                <a:solidFill>
                  <a:srgbClr val="FFFFFF"/>
                </a:solidFill>
                <a:latin typeface="Arial"/>
                <a:ea typeface="Arial"/>
                <a:cs typeface="Arial"/>
              </a:defRPr>
            </a:pPr>
            <a:r>
              <a:rPr sz="1875" b="1" i="0">
                <a:solidFill>
                  <a:srgbClr val="FFFFFF"/>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512D4C9F-C390-4F39-A61F-27E896A54462}"/>
              </a:ext>
            </a:extLst>
          </p:cNvPr>
          <p:cNvSpPr>
            <a:spLocks xmlns:a="http://schemas.openxmlformats.org/drawingml/2006/main" noGrp="1"/>
          </p:cNvSpPr>
          <p:nvPr/>
        </p:nvSpPr>
        <p:spPr>
          <a:xfrm xmlns:a="http://schemas.openxmlformats.org/drawingml/2006/main">
            <a:off x="3152775" y="4400550"/>
            <a:ext cx="2628900" cy="904875"/>
          </a:xfrm>
          <a:prstGeom xmlns:a="http://schemas.openxmlformats.org/drawingml/2006/main" prst="line">
            <a:avLst/>
          </a:prstGeom>
          <a:noFill xmlns:a="http://schemas.openxmlformats.org/drawingml/2006/main"/>
          <a:ln xmlns:a="http://schemas.openxmlformats.org/drawingml/2006/main" w="38100">
            <a:solidFill>
              <a:srgbClr val="45CFD1"/>
            </a:solidFill>
            <a:prstDash val="solid"/>
          </a:ln>
        </p:spPr>
      </p:sp>
      <p:sp>
        <p:nvSpPr>
          <p:cNvPr id="11" name="">
            <a:extLst xmlns:a="http://schemas.openxmlformats.org/drawingml/2006/main">
              <a:ext uri="{FF2B5EF4-FFF2-40B4-BE49-F238E27FC236}">
                <a16:creationId xmlns:a16="http://schemas.microsoft.com/office/drawing/2014/main" id="{CEC0DD06-C4AC-4B68-8CEE-4C0CD5C94680}"/>
              </a:ext>
            </a:extLst>
          </p:cNvPr>
          <p:cNvSpPr>
            <a:spLocks xmlns:a="http://schemas.openxmlformats.org/drawingml/2006/main" noGrp="1"/>
          </p:cNvSpPr>
          <p:nvPr/>
        </p:nvSpPr>
        <p:spPr>
          <a:xfrm xmlns:a="http://schemas.openxmlformats.org/drawingml/2006/main">
            <a:off x="6410325" y="4400550"/>
            <a:ext cx="2628900" cy="904875"/>
          </a:xfrm>
          <a:prstGeom xmlns:a="http://schemas.openxmlformats.org/drawingml/2006/main" prst="line">
            <a:avLst/>
          </a:prstGeom>
          <a:noFill xmlns:a="http://schemas.openxmlformats.org/drawingml/2006/main"/>
          <a:ln xmlns:a="http://schemas.openxmlformats.org/drawingml/2006/main" w="38100">
            <a:solidFill>
              <a:srgbClr val="45CFD1"/>
            </a:solidFill>
            <a:prstDash val="solid"/>
          </a:ln>
        </p:spPr>
      </p:sp>
      <p:sp>
        <p:nvSpPr>
          <p:cNvPr id="12" name="">
            <a:extLst xmlns:a="http://schemas.openxmlformats.org/drawingml/2006/main">
              <a:ext uri="{FF2B5EF4-FFF2-40B4-BE49-F238E27FC236}">
                <a16:creationId xmlns:a16="http://schemas.microsoft.com/office/drawing/2014/main" id="{4A7A7475-F9F4-47CF-983D-4E06642A6239}"/>
              </a:ext>
            </a:extLst>
          </p:cNvPr>
          <p:cNvSpPr>
            <a:spLocks xmlns:a="http://schemas.openxmlformats.org/drawingml/2006/main" noGrp="1"/>
          </p:cNvSpPr>
          <p:nvPr/>
        </p:nvSpPr>
        <p:spPr>
          <a:xfrm xmlns:a="http://schemas.openxmlformats.org/drawingml/2006/main">
            <a:off x="1524000" y="5086350"/>
            <a:ext cx="3238500" cy="904875"/>
          </a:xfrm>
          <a:prstGeom xmlns:a="http://schemas.openxmlformats.org/drawingml/2006/main" prst="roundRect">
            <a:avLst>
              <a:gd name="adj" fmla="val 8421"/>
            </a:avLst>
          </a:prstGeom>
          <a:solidFill xmlns:a="http://schemas.openxmlformats.org/drawingml/2006/main">
            <a:srgbClr val="EAF5F8"/>
          </a:solidFill>
          <a:ln xmlns:a="http://schemas.openxmlformats.org/drawingml/2006/main" w="0">
            <a:solidFill>
              <a:srgbClr val="EAF5F8"/>
            </a:solidFill>
            <a:prstDash val="solid"/>
          </a:ln>
        </p:spPr>
      </p:sp>
      <p:sp>
        <p:nvSpPr>
          <p:cNvPr id="13" name="">
            <a:extLst xmlns:a="http://schemas.openxmlformats.org/drawingml/2006/main">
              <a:ext uri="{FF2B5EF4-FFF2-40B4-BE49-F238E27FC236}">
                <a16:creationId xmlns:a16="http://schemas.microsoft.com/office/drawing/2014/main" id="{61D0E3CB-762A-436A-91B3-3EBA8DE03A81}"/>
              </a:ext>
            </a:extLst>
          </p:cNvPr>
          <p:cNvSpPr>
            <a:spLocks xmlns:a="http://schemas.openxmlformats.org/drawingml/2006/main" noGrp="1"/>
          </p:cNvSpPr>
          <p:nvPr/>
        </p:nvSpPr>
        <p:spPr>
          <a:xfrm xmlns:a="http://schemas.openxmlformats.org/drawingml/2006/main">
            <a:off x="1714500" y="5248275"/>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i="0">
                <a:solidFill>
                  <a:srgbClr val="111318"/>
                </a:solidFill>
                <a:latin typeface="Arial"/>
                <a:ea typeface="Arial"/>
                <a:cs typeface="Arial"/>
              </a:defRPr>
            </a:pPr>
            <a:r>
              <a:rPr sz="1500" b="1" i="0">
                <a:solidFill>
                  <a:srgbClr val="111318"/>
                </a:solidFill>
                <a:latin typeface="Arial"/>
                <a:ea typeface="Arial"/>
                <a:cs typeface="Arial"/>
              </a:rPr>
              <a:t>LIKELY TO STAY</a:t>
            </a:r>
          </a:p>
        </p:txBody>
      </p:sp>
      <p:sp>
        <p:nvSpPr>
          <p:cNvPr id="14" name="">
            <a:extLst xmlns:a="http://schemas.openxmlformats.org/drawingml/2006/main">
              <a:ext uri="{FF2B5EF4-FFF2-40B4-BE49-F238E27FC236}">
                <a16:creationId xmlns:a16="http://schemas.microsoft.com/office/drawing/2014/main" id="{5BC591AB-ADE1-4E48-B852-2420E7AF5C3B}"/>
              </a:ext>
            </a:extLst>
          </p:cNvPr>
          <p:cNvSpPr>
            <a:spLocks xmlns:a="http://schemas.openxmlformats.org/drawingml/2006/main" noGrp="1"/>
          </p:cNvSpPr>
          <p:nvPr/>
        </p:nvSpPr>
        <p:spPr>
          <a:xfrm xmlns:a="http://schemas.openxmlformats.org/drawingml/2006/main">
            <a:off x="1714500" y="56197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111318"/>
                </a:solidFill>
                <a:latin typeface="Arial"/>
                <a:ea typeface="Arial"/>
                <a:cs typeface="Arial"/>
              </a:defRPr>
            </a:pPr>
            <a:r>
              <a:rPr sz="1125" b="0" i="0">
                <a:solidFill>
                  <a:srgbClr val="111318"/>
                </a:solidFill>
                <a:latin typeface="Arial"/>
                <a:ea typeface="Arial"/>
                <a:cs typeface="Arial"/>
              </a:rPr>
              <a:t>No churn alert</a:t>
            </a:r>
          </a:p>
        </p:txBody>
      </p:sp>
      <p:sp>
        <p:nvSpPr>
          <p:cNvPr id="15" name="">
            <a:extLst xmlns:a="http://schemas.openxmlformats.org/drawingml/2006/main">
              <a:ext uri="{FF2B5EF4-FFF2-40B4-BE49-F238E27FC236}">
                <a16:creationId xmlns:a16="http://schemas.microsoft.com/office/drawing/2014/main" id="{88789F70-72CD-4AFF-9AB1-556C14ABCB8F}"/>
              </a:ext>
            </a:extLst>
          </p:cNvPr>
          <p:cNvSpPr>
            <a:spLocks xmlns:a="http://schemas.openxmlformats.org/drawingml/2006/main" noGrp="1"/>
          </p:cNvSpPr>
          <p:nvPr/>
        </p:nvSpPr>
        <p:spPr>
          <a:xfrm xmlns:a="http://schemas.openxmlformats.org/drawingml/2006/main">
            <a:off x="7429500" y="5086350"/>
            <a:ext cx="3238500" cy="904875"/>
          </a:xfrm>
          <a:prstGeom xmlns:a="http://schemas.openxmlformats.org/drawingml/2006/main" prst="roundRect">
            <a:avLst>
              <a:gd name="adj" fmla="val 8421"/>
            </a:avLst>
          </a:prstGeom>
          <a:solidFill xmlns:a="http://schemas.openxmlformats.org/drawingml/2006/main">
            <a:srgbClr val="202B5B"/>
          </a:solidFill>
          <a:ln xmlns:a="http://schemas.openxmlformats.org/drawingml/2006/main" w="0">
            <a:solidFill>
              <a:srgbClr val="202B5B"/>
            </a:solidFill>
            <a:prstDash val="solid"/>
          </a:ln>
        </p:spPr>
      </p:sp>
      <p:sp>
        <p:nvSpPr>
          <p:cNvPr id="16" name="">
            <a:extLst xmlns:a="http://schemas.openxmlformats.org/drawingml/2006/main">
              <a:ext uri="{FF2B5EF4-FFF2-40B4-BE49-F238E27FC236}">
                <a16:creationId xmlns:a16="http://schemas.microsoft.com/office/drawing/2014/main" id="{0B6E8FC4-AE0D-4EBF-8FE6-E81A2DFA027D}"/>
              </a:ext>
            </a:extLst>
          </p:cNvPr>
          <p:cNvSpPr>
            <a:spLocks xmlns:a="http://schemas.openxmlformats.org/drawingml/2006/main" noGrp="1"/>
          </p:cNvSpPr>
          <p:nvPr/>
        </p:nvSpPr>
        <p:spPr>
          <a:xfrm xmlns:a="http://schemas.openxmlformats.org/drawingml/2006/main">
            <a:off x="7620000" y="5248275"/>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i="0">
                <a:solidFill>
                  <a:srgbClr val="FFFFFF"/>
                </a:solidFill>
                <a:latin typeface="Arial"/>
                <a:ea typeface="Arial"/>
                <a:cs typeface="Arial"/>
              </a:defRPr>
            </a:pPr>
            <a:r>
              <a:rPr sz="1500" b="1" i="0">
                <a:solidFill>
                  <a:srgbClr val="FFFFFF"/>
                </a:solidFill>
                <a:latin typeface="Arial"/>
                <a:ea typeface="Arial"/>
                <a:cs typeface="Arial"/>
              </a:rPr>
              <a:t>LIKELY TO CHURN</a:t>
            </a:r>
          </a:p>
        </p:txBody>
      </p:sp>
      <p:sp>
        <p:nvSpPr>
          <p:cNvPr id="17" name="">
            <a:extLst xmlns:a="http://schemas.openxmlformats.org/drawingml/2006/main">
              <a:ext uri="{FF2B5EF4-FFF2-40B4-BE49-F238E27FC236}">
                <a16:creationId xmlns:a16="http://schemas.microsoft.com/office/drawing/2014/main" id="{EA5F1540-FCB2-4E23-9690-F6729CED0600}"/>
              </a:ext>
            </a:extLst>
          </p:cNvPr>
          <p:cNvSpPr>
            <a:spLocks xmlns:a="http://schemas.openxmlformats.org/drawingml/2006/main" noGrp="1"/>
          </p:cNvSpPr>
          <p:nvPr/>
        </p:nvSpPr>
        <p:spPr>
          <a:xfrm xmlns:a="http://schemas.openxmlformats.org/drawingml/2006/main">
            <a:off x="7620000" y="56197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FFFFFF"/>
                </a:solidFill>
                <a:latin typeface="Arial"/>
                <a:ea typeface="Arial"/>
                <a:cs typeface="Arial"/>
              </a:defRPr>
            </a:pPr>
            <a:r>
              <a:rPr sz="1125" b="0" i="0">
                <a:solidFill>
                  <a:srgbClr val="FFFFFF"/>
                </a:solidFill>
                <a:latin typeface="Arial"/>
                <a:ea typeface="Arial"/>
                <a:cs typeface="Arial"/>
              </a:rPr>
              <a:t>Review the account context</a:t>
            </a:r>
          </a:p>
        </p:txBody>
      </p:sp>
      <p:sp>
        <p:nvSpPr>
          <p:cNvPr id="18" name="">
            <a:extLst xmlns:a="http://schemas.openxmlformats.org/drawingml/2006/main">
              <a:ext uri="{FF2B5EF4-FFF2-40B4-BE49-F238E27FC236}">
                <a16:creationId xmlns:a16="http://schemas.microsoft.com/office/drawing/2014/main" id="{29F88D02-7B40-4AF1-83C2-B371E5EA8293}"/>
              </a:ext>
            </a:extLst>
          </p:cNvPr>
          <p:cNvSpPr>
            <a:spLocks xmlns:a="http://schemas.openxmlformats.org/drawingml/2006/main" noGrp="1"/>
          </p:cNvSpPr>
          <p:nvPr/>
        </p:nvSpPr>
        <p:spPr>
          <a:xfrm xmlns:a="http://schemas.openxmlformats.org/drawingml/2006/main">
            <a:off x="609600" y="195262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111318"/>
                </a:solidFill>
                <a:latin typeface="Arial"/>
                <a:ea typeface="Arial"/>
                <a:cs typeface="Arial"/>
              </a:defRPr>
            </a:pPr>
            <a:r>
              <a:rPr sz="1425" b="1" i="0">
                <a:solidFill>
                  <a:srgbClr val="111318"/>
                </a:solidFill>
                <a:latin typeface="Arial"/>
                <a:ea typeface="Arial"/>
                <a:cs typeface="Arial"/>
              </a:rPr>
              <a:t>Business response</a:t>
            </a:r>
          </a:p>
        </p:txBody>
      </p:sp>
      <p:sp>
        <p:nvSpPr>
          <p:cNvPr id="19" name="">
            <a:extLst xmlns:a="http://schemas.openxmlformats.org/drawingml/2006/main">
              <a:ext uri="{FF2B5EF4-FFF2-40B4-BE49-F238E27FC236}">
                <a16:creationId xmlns:a16="http://schemas.microsoft.com/office/drawing/2014/main" id="{C1E94F29-5E3C-42C4-825B-AFAFCBDF54F5}"/>
              </a:ext>
            </a:extLst>
          </p:cNvPr>
          <p:cNvSpPr>
            <a:spLocks xmlns:a="http://schemas.openxmlformats.org/drawingml/2006/main" noGrp="1"/>
          </p:cNvSpPr>
          <p:nvPr/>
        </p:nvSpPr>
        <p:spPr>
          <a:xfrm xmlns:a="http://schemas.openxmlformats.org/drawingml/2006/main">
            <a:off x="609600" y="2352675"/>
            <a:ext cx="304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i="0">
                <a:solidFill>
                  <a:srgbClr val="111318"/>
                </a:solidFill>
                <a:latin typeface="Arial"/>
                <a:ea typeface="Arial"/>
                <a:cs typeface="Arial"/>
              </a:defRPr>
            </a:pPr>
            <a:r>
              <a:rPr sz="1275" b="0" i="0">
                <a:solidFill>
                  <a:srgbClr val="111318"/>
                </a:solidFill>
                <a:latin typeface="Arial"/>
                <a:ea typeface="Arial"/>
                <a:cs typeface="Arial"/>
              </a:rPr>
              <a:t>A team may consider engagement, service recovery or a suitable offer.</a:t>
            </a:r>
          </a:p>
        </p:txBody>
      </p:sp>
      <p:sp>
        <p:nvSpPr>
          <p:cNvPr id="20" name="">
            <a:extLst xmlns:a="http://schemas.openxmlformats.org/drawingml/2006/main">
              <a:ext uri="{FF2B5EF4-FFF2-40B4-BE49-F238E27FC236}">
                <a16:creationId xmlns:a16="http://schemas.microsoft.com/office/drawing/2014/main" id="{0BB8250F-9178-4A26-B51C-51CE31AF6CE2}"/>
              </a:ext>
            </a:extLst>
          </p:cNvPr>
          <p:cNvSpPr>
            <a:spLocks xmlns:a="http://schemas.openxmlformats.org/drawingml/2006/main" noGrp="1"/>
          </p:cNvSpPr>
          <p:nvPr/>
        </p:nvSpPr>
        <p:spPr>
          <a:xfrm xmlns:a="http://schemas.openxmlformats.org/drawingml/2006/main">
            <a:off x="8572500" y="195262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111318"/>
                </a:solidFill>
                <a:latin typeface="Arial"/>
                <a:ea typeface="Arial"/>
                <a:cs typeface="Arial"/>
              </a:defRPr>
            </a:pPr>
            <a:r>
              <a:rPr sz="1425" b="1" i="0">
                <a:solidFill>
                  <a:srgbClr val="111318"/>
                </a:solidFill>
                <a:latin typeface="Arial"/>
                <a:ea typeface="Arial"/>
                <a:cs typeface="Arial"/>
              </a:rPr>
              <a:t>Honest boundary</a:t>
            </a:r>
          </a:p>
        </p:txBody>
      </p:sp>
      <p:sp>
        <p:nvSpPr>
          <p:cNvPr id="21" name="">
            <a:extLst xmlns:a="http://schemas.openxmlformats.org/drawingml/2006/main">
              <a:ext uri="{FF2B5EF4-FFF2-40B4-BE49-F238E27FC236}">
                <a16:creationId xmlns:a16="http://schemas.microsoft.com/office/drawing/2014/main" id="{25EAB82D-BDB5-48A8-969A-C5C1607F7C81}"/>
              </a:ext>
            </a:extLst>
          </p:cNvPr>
          <p:cNvSpPr>
            <a:spLocks xmlns:a="http://schemas.openxmlformats.org/drawingml/2006/main" noGrp="1"/>
          </p:cNvSpPr>
          <p:nvPr/>
        </p:nvSpPr>
        <p:spPr>
          <a:xfrm xmlns:a="http://schemas.openxmlformats.org/drawingml/2006/main">
            <a:off x="8572500" y="2352675"/>
            <a:ext cx="2952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i="0">
                <a:solidFill>
                  <a:srgbClr val="111318"/>
                </a:solidFill>
                <a:latin typeface="Arial"/>
                <a:ea typeface="Arial"/>
                <a:cs typeface="Arial"/>
              </a:defRPr>
            </a:pPr>
            <a:r>
              <a:rPr sz="1275" b="0" i="0">
                <a:solidFill>
                  <a:srgbClr val="111318"/>
                </a:solidFill>
                <a:latin typeface="Arial"/>
                <a:ea typeface="Arial"/>
                <a:cs typeface="Arial"/>
              </a:rPr>
              <a:t>The synopsis reports no numerical results or measured retention uplift.</a:t>
            </a:r>
          </a:p>
        </p:txBody>
      </p:sp>
      <p:sp>
        <p:nvSpPr>
          <p:cNvPr id="22" name="">
            <a:extLst xmlns:a="http://schemas.openxmlformats.org/drawingml/2006/main">
              <a:ext uri="{FF2B5EF4-FFF2-40B4-BE49-F238E27FC236}">
                <a16:creationId xmlns:a16="http://schemas.microsoft.com/office/drawing/2014/main" id="{4F71D33C-F841-49AA-BD00-2A03F7C6E8EB}"/>
              </a:ext>
            </a:extLst>
          </p:cNvPr>
          <p:cNvSpPr>
            <a:spLocks xmlns:a="http://schemas.openxmlformats.org/drawingml/2006/main" noGrp="1"/>
          </p:cNvSpPr>
          <p:nvPr/>
        </p:nvSpPr>
        <p:spPr>
          <a:xfrm xmlns:a="http://schemas.openxmlformats.org/drawingml/2006/main">
            <a:off x="609600" y="6515100"/>
            <a:ext cx="1095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0" i="1">
                <a:solidFill>
                  <a:srgbClr val="111318"/>
                </a:solidFill>
                <a:latin typeface="Arial"/>
                <a:ea typeface="Arial"/>
                <a:cs typeface="Arial"/>
              </a:defRPr>
            </a:pPr>
            <a:r>
              <a:rPr sz="750" b="0" i="1">
                <a:solidFill>
                  <a:srgbClr val="111318"/>
                </a:solidFill>
                <a:latin typeface="Arial"/>
                <a:ea typeface="Arial"/>
                <a:cs typeface="Arial"/>
              </a:rPr>
              <a:t>Source: Master synopsis, sections D, G–I</a:t>
            </a:r>
          </a:p>
        </p:txBody>
      </p:sp>
    </p:spTree>
    <p:extLst>
      <p:ext uri="{BB962C8B-B14F-4D97-AF65-F5344CB8AC3E}">
        <p14:creationId xmlns:p14="http://schemas.microsoft.com/office/powerpoint/2010/main" val="140339807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D0BBB4EA-9779-4448-9FE4-9D4B70362C8F}"/>
              </a:ext>
            </a:extLst>
          </p:cNvPr>
          <p:cNvSpPr>
            <a:spLocks xmlns:a="http://schemas.openxmlformats.org/drawingml/2006/main" noGrp="1"/>
          </p:cNvSpPr>
          <p:nvPr/>
        </p:nvSpPr>
        <p:spPr>
          <a:xfrm xmlns:a="http://schemas.openxmlformats.org/drawingml/2006/main">
            <a:off x="609600" y="30480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111318"/>
                </a:solidFill>
                <a:latin typeface="Arial"/>
                <a:ea typeface="Arial"/>
                <a:cs typeface="Arial"/>
              </a:defRPr>
            </a:pPr>
            <a:r>
              <a:rPr sz="975" b="1" i="0">
                <a:solidFill>
                  <a:srgbClr val="111318"/>
                </a:solidFill>
                <a:latin typeface="Arial"/>
                <a:ea typeface="Arial"/>
                <a:cs typeface="Arial"/>
              </a:rPr>
              <a:t>PRESENT STATE AND FUTURE SCOPE</a:t>
            </a:r>
          </a:p>
        </p:txBody>
      </p:sp>
      <p:sp>
        <p:nvSpPr>
          <p:cNvPr id="2" name="">
            <a:extLst xmlns:a="http://schemas.openxmlformats.org/drawingml/2006/main">
              <a:ext uri="{FF2B5EF4-FFF2-40B4-BE49-F238E27FC236}">
                <a16:creationId xmlns:a16="http://schemas.microsoft.com/office/drawing/2014/main" id="{839B1A08-BBF2-473B-A1D6-64CA174CED8B}"/>
              </a:ext>
            </a:extLst>
          </p:cNvPr>
          <p:cNvSpPr>
            <a:spLocks xmlns:a="http://schemas.openxmlformats.org/drawingml/2006/main" noGrp="1"/>
          </p:cNvSpPr>
          <p:nvPr/>
        </p:nvSpPr>
        <p:spPr>
          <a:xfrm xmlns:a="http://schemas.openxmlformats.org/drawingml/2006/main">
            <a:off x="609600" y="628650"/>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5784"/>
          </a:bodyPr>
          <a:lstStyle xmlns:a="http://schemas.openxmlformats.org/drawingml/2006/main"/>
          <a:p xmlns:a="http://schemas.openxmlformats.org/drawingml/2006/main">
            <a:pPr algn="l">
              <a:lnSpc>
                <a:spcPct val="100000"/>
              </a:lnSpc>
              <a:buNone/>
              <a:defRPr sz="2550" b="1" i="0">
                <a:solidFill>
                  <a:srgbClr val="111318"/>
                </a:solidFill>
                <a:latin typeface="Arial"/>
                <a:ea typeface="Arial"/>
                <a:cs typeface="Arial"/>
              </a:defRPr>
            </a:pPr>
            <a:r>
              <a:rPr sz="2550" b="1" i="0">
                <a:solidFill>
                  <a:srgbClr val="111318"/>
                </a:solidFill>
                <a:latin typeface="Arial"/>
                <a:ea typeface="Arial"/>
                <a:cs typeface="Arial"/>
              </a:rPr>
              <a:t>The prototype is complete enough to learn from—and clear about what comes next</a:t>
            </a:r>
          </a:p>
        </p:txBody>
      </p:sp>
      <p:sp>
        <p:nvSpPr>
          <p:cNvPr id="3" name="">
            <a:extLst xmlns:a="http://schemas.openxmlformats.org/drawingml/2006/main">
              <a:ext uri="{FF2B5EF4-FFF2-40B4-BE49-F238E27FC236}">
                <a16:creationId xmlns:a16="http://schemas.microsoft.com/office/drawing/2014/main" id="{7992F79A-3E45-49E2-BD00-5D31BE247DF5}"/>
              </a:ext>
            </a:extLst>
          </p:cNvPr>
          <p:cNvSpPr>
            <a:spLocks xmlns:a="http://schemas.openxmlformats.org/drawingml/2006/main" noGrp="1"/>
          </p:cNvSpPr>
          <p:nvPr/>
        </p:nvSpPr>
        <p:spPr>
          <a:xfrm xmlns:a="http://schemas.openxmlformats.org/drawingml/2006/main">
            <a:off x="11125200" y="3429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i="0">
                <a:solidFill>
                  <a:srgbClr val="111318"/>
                </a:solidFill>
                <a:latin typeface="Arial"/>
                <a:ea typeface="Arial"/>
                <a:cs typeface="Arial"/>
              </a:defRPr>
            </a:pPr>
            <a:r>
              <a:rPr sz="1050" b="1" i="0">
                <a:solidFill>
                  <a:srgbClr val="111318"/>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4850EA1B-46B8-4C6F-812B-66C1E6D100A5}"/>
              </a:ext>
            </a:extLst>
          </p:cNvPr>
          <p:cNvSpPr>
            <a:spLocks xmlns:a="http://schemas.openxmlformats.org/drawingml/2006/main" noGrp="1"/>
          </p:cNvSpPr>
          <p:nvPr/>
        </p:nvSpPr>
        <p:spPr>
          <a:xfrm xmlns:a="http://schemas.openxmlformats.org/drawingml/2006/main">
            <a:off x="609600" y="1381125"/>
            <a:ext cx="10953750" cy="0"/>
          </a:xfrm>
          <a:prstGeom xmlns:a="http://schemas.openxmlformats.org/drawingml/2006/main" prst="line">
            <a:avLst/>
          </a:prstGeom>
          <a:noFill xmlns:a="http://schemas.openxmlformats.org/drawingml/2006/main"/>
          <a:ln xmlns:a="http://schemas.openxmlformats.org/drawingml/2006/main" w="13335">
            <a:solidFill>
              <a:srgbClr val="B7D8E0"/>
            </a:solidFill>
            <a:prstDash val="solid"/>
          </a:ln>
        </p:spPr>
      </p:sp>
      <p:sp>
        <p:nvSpPr>
          <p:cNvPr id="5" name="">
            <a:extLst xmlns:a="http://schemas.openxmlformats.org/drawingml/2006/main">
              <a:ext uri="{FF2B5EF4-FFF2-40B4-BE49-F238E27FC236}">
                <a16:creationId xmlns:a16="http://schemas.microsoft.com/office/drawing/2014/main" id="{4E618FBF-61B1-405A-A1E0-CD45865AE716}"/>
              </a:ext>
            </a:extLst>
          </p:cNvPr>
          <p:cNvSpPr>
            <a:spLocks xmlns:a="http://schemas.openxmlformats.org/drawingml/2006/main" noGrp="1"/>
          </p:cNvSpPr>
          <p:nvPr/>
        </p:nvSpPr>
        <p:spPr>
          <a:xfrm xmlns:a="http://schemas.openxmlformats.org/drawingml/2006/main">
            <a:off x="609600" y="1714500"/>
            <a:ext cx="5000625" cy="4000500"/>
          </a:xfrm>
          <a:prstGeom xmlns:a="http://schemas.openxmlformats.org/drawingml/2006/main" prst="roundRect">
            <a:avLst>
              <a:gd name="adj" fmla="val 2381"/>
            </a:avLst>
          </a:prstGeom>
          <a:solidFill xmlns:a="http://schemas.openxmlformats.org/drawingml/2006/main">
            <a:srgbClr val="EAF5F8"/>
          </a:solidFill>
          <a:ln xmlns:a="http://schemas.openxmlformats.org/drawingml/2006/main" w="0">
            <a:solidFill>
              <a:srgbClr val="EAF5F8"/>
            </a:solidFill>
            <a:prstDash val="solid"/>
          </a:ln>
        </p:spPr>
      </p:sp>
      <p:sp>
        <p:nvSpPr>
          <p:cNvPr id="6" name="">
            <a:extLst xmlns:a="http://schemas.openxmlformats.org/drawingml/2006/main">
              <a:ext uri="{FF2B5EF4-FFF2-40B4-BE49-F238E27FC236}">
                <a16:creationId xmlns:a16="http://schemas.microsoft.com/office/drawing/2014/main" id="{047F04B1-EBF2-467E-AB15-806C61092A6C}"/>
              </a:ext>
            </a:extLst>
          </p:cNvPr>
          <p:cNvSpPr>
            <a:spLocks xmlns:a="http://schemas.openxmlformats.org/drawingml/2006/main" noGrp="1"/>
          </p:cNvSpPr>
          <p:nvPr/>
        </p:nvSpPr>
        <p:spPr>
          <a:xfrm xmlns:a="http://schemas.openxmlformats.org/drawingml/2006/main">
            <a:off x="876300" y="1981200"/>
            <a:ext cx="2095500" cy="285750"/>
          </a:xfrm>
          <a:prstGeom xmlns:a="http://schemas.openxmlformats.org/drawingml/2006/main" prst="roundRect">
            <a:avLst>
              <a:gd name="adj" fmla="val 20000"/>
            </a:avLst>
          </a:prstGeom>
          <a:solidFill xmlns:a="http://schemas.openxmlformats.org/drawingml/2006/main">
            <a:srgbClr val="D9EDF2"/>
          </a:solidFill>
          <a:ln xmlns:a="http://schemas.openxmlformats.org/drawingml/2006/main" w="0">
            <a:solidFill>
              <a:srgbClr val="D9EDF2"/>
            </a:solidFill>
            <a:prstDash val="solid"/>
          </a:ln>
        </p:spPr>
      </p:sp>
      <p:sp>
        <p:nvSpPr>
          <p:cNvPr id="7" name="">
            <a:extLst xmlns:a="http://schemas.openxmlformats.org/drawingml/2006/main">
              <a:ext uri="{FF2B5EF4-FFF2-40B4-BE49-F238E27FC236}">
                <a16:creationId xmlns:a16="http://schemas.microsoft.com/office/drawing/2014/main" id="{09230144-7BF6-42F2-8F51-CBDA6C733225}"/>
              </a:ext>
            </a:extLst>
          </p:cNvPr>
          <p:cNvSpPr>
            <a:spLocks xmlns:a="http://schemas.openxmlformats.org/drawingml/2006/main" noGrp="1"/>
          </p:cNvSpPr>
          <p:nvPr/>
        </p:nvSpPr>
        <p:spPr>
          <a:xfrm xmlns:a="http://schemas.openxmlformats.org/drawingml/2006/main">
            <a:off x="971550" y="2038350"/>
            <a:ext cx="190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i="0">
                <a:solidFill>
                  <a:srgbClr val="111318"/>
                </a:solidFill>
                <a:latin typeface="Arial"/>
                <a:ea typeface="Arial"/>
                <a:cs typeface="Arial"/>
              </a:defRPr>
            </a:pPr>
            <a:r>
              <a:rPr sz="900" b="1" i="0">
                <a:solidFill>
                  <a:srgbClr val="111318"/>
                </a:solidFill>
                <a:latin typeface="Arial"/>
                <a:ea typeface="Arial"/>
                <a:cs typeface="Arial"/>
              </a:rPr>
              <a:t>WHAT EXISTS TODAY</a:t>
            </a:r>
          </a:p>
        </p:txBody>
      </p:sp>
      <p:sp>
        <p:nvSpPr>
          <p:cNvPr id="8" name="">
            <a:extLst xmlns:a="http://schemas.openxmlformats.org/drawingml/2006/main">
              <a:ext uri="{FF2B5EF4-FFF2-40B4-BE49-F238E27FC236}">
                <a16:creationId xmlns:a16="http://schemas.microsoft.com/office/drawing/2014/main" id="{C4E4E012-73F7-45F1-96B4-AB6015EA56B0}"/>
              </a:ext>
            </a:extLst>
          </p:cNvPr>
          <p:cNvSpPr>
            <a:spLocks xmlns:a="http://schemas.openxmlformats.org/drawingml/2006/main" noGrp="1"/>
          </p:cNvSpPr>
          <p:nvPr/>
        </p:nvSpPr>
        <p:spPr>
          <a:xfrm xmlns:a="http://schemas.openxmlformats.org/drawingml/2006/main">
            <a:off x="904875" y="2571750"/>
            <a:ext cx="361950" cy="361950"/>
          </a:xfrm>
          <a:prstGeom xmlns:a="http://schemas.openxmlformats.org/drawingml/2006/main" prst="ellipse">
            <a:avLst/>
          </a:prstGeom>
          <a:solidFill xmlns:a="http://schemas.openxmlformats.org/drawingml/2006/main">
            <a:srgbClr val="007A9E"/>
          </a:solidFill>
          <a:ln xmlns:a="http://schemas.openxmlformats.org/drawingml/2006/main" w="0">
            <a:solidFill>
              <a:srgbClr val="007A9E"/>
            </a:solidFill>
            <a:prstDash val="solid"/>
          </a:ln>
        </p:spPr>
      </p:sp>
      <p:sp>
        <p:nvSpPr>
          <p:cNvPr id="9" name="">
            <a:extLst xmlns:a="http://schemas.openxmlformats.org/drawingml/2006/main">
              <a:ext uri="{FF2B5EF4-FFF2-40B4-BE49-F238E27FC236}">
                <a16:creationId xmlns:a16="http://schemas.microsoft.com/office/drawing/2014/main" id="{0B58DE4E-1E8A-4B36-BC5C-7B5AC731D43A}"/>
              </a:ext>
            </a:extLst>
          </p:cNvPr>
          <p:cNvSpPr>
            <a:spLocks xmlns:a="http://schemas.openxmlformats.org/drawingml/2006/main" noGrp="1"/>
          </p:cNvSpPr>
          <p:nvPr/>
        </p:nvSpPr>
        <p:spPr>
          <a:xfrm xmlns:a="http://schemas.openxmlformats.org/drawingml/2006/main">
            <a:off x="904875" y="2619375"/>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FFFFFF"/>
                </a:solidFill>
                <a:latin typeface="Arial"/>
                <a:ea typeface="Arial"/>
                <a:cs typeface="Arial"/>
              </a:defRPr>
            </a:pPr>
            <a:r>
              <a:rPr sz="1500" b="1" i="0">
                <a:solidFill>
                  <a:srgbClr val="FFFFFF"/>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D2645E86-6ACE-467B-945B-6D51B52E1ED1}"/>
              </a:ext>
            </a:extLst>
          </p:cNvPr>
          <p:cNvSpPr>
            <a:spLocks xmlns:a="http://schemas.openxmlformats.org/drawingml/2006/main" noGrp="1"/>
          </p:cNvSpPr>
          <p:nvPr/>
        </p:nvSpPr>
        <p:spPr>
          <a:xfrm xmlns:a="http://schemas.openxmlformats.org/drawingml/2006/main">
            <a:off x="1428750" y="2609850"/>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111318"/>
                </a:solidFill>
                <a:latin typeface="Arial"/>
                <a:ea typeface="Arial"/>
                <a:cs typeface="Arial"/>
              </a:defRPr>
            </a:pPr>
            <a:r>
              <a:rPr sz="1350" b="1" i="0">
                <a:solidFill>
                  <a:srgbClr val="111318"/>
                </a:solidFill>
                <a:latin typeface="Arial"/>
                <a:ea typeface="Arial"/>
                <a:cs typeface="Arial"/>
              </a:rPr>
              <a:t>A small static dataset</a:t>
            </a:r>
          </a:p>
        </p:txBody>
      </p:sp>
      <p:sp>
        <p:nvSpPr>
          <p:cNvPr id="11" name="">
            <a:extLst xmlns:a="http://schemas.openxmlformats.org/drawingml/2006/main">
              <a:ext uri="{FF2B5EF4-FFF2-40B4-BE49-F238E27FC236}">
                <a16:creationId xmlns:a16="http://schemas.microsoft.com/office/drawing/2014/main" id="{1003ECBB-BC8F-4295-BEC7-6A81BB59D349}"/>
              </a:ext>
            </a:extLst>
          </p:cNvPr>
          <p:cNvSpPr>
            <a:spLocks xmlns:a="http://schemas.openxmlformats.org/drawingml/2006/main" noGrp="1"/>
          </p:cNvSpPr>
          <p:nvPr/>
        </p:nvSpPr>
        <p:spPr>
          <a:xfrm xmlns:a="http://schemas.openxmlformats.org/drawingml/2006/main">
            <a:off x="904875" y="3257550"/>
            <a:ext cx="361950" cy="361950"/>
          </a:xfrm>
          <a:prstGeom xmlns:a="http://schemas.openxmlformats.org/drawingml/2006/main" prst="ellipse">
            <a:avLst/>
          </a:prstGeom>
          <a:solidFill xmlns:a="http://schemas.openxmlformats.org/drawingml/2006/main">
            <a:srgbClr val="007A9E"/>
          </a:solidFill>
          <a:ln xmlns:a="http://schemas.openxmlformats.org/drawingml/2006/main" w="0">
            <a:solidFill>
              <a:srgbClr val="007A9E"/>
            </a:solidFill>
            <a:prstDash val="solid"/>
          </a:ln>
        </p:spPr>
      </p:sp>
      <p:sp>
        <p:nvSpPr>
          <p:cNvPr id="12" name="">
            <a:extLst xmlns:a="http://schemas.openxmlformats.org/drawingml/2006/main">
              <a:ext uri="{FF2B5EF4-FFF2-40B4-BE49-F238E27FC236}">
                <a16:creationId xmlns:a16="http://schemas.microsoft.com/office/drawing/2014/main" id="{B5D70F41-C678-405A-B18A-6213F2C9445A}"/>
              </a:ext>
            </a:extLst>
          </p:cNvPr>
          <p:cNvSpPr>
            <a:spLocks xmlns:a="http://schemas.openxmlformats.org/drawingml/2006/main" noGrp="1"/>
          </p:cNvSpPr>
          <p:nvPr/>
        </p:nvSpPr>
        <p:spPr>
          <a:xfrm xmlns:a="http://schemas.openxmlformats.org/drawingml/2006/main">
            <a:off x="904875" y="3305175"/>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FFFFFF"/>
                </a:solidFill>
                <a:latin typeface="Arial"/>
                <a:ea typeface="Arial"/>
                <a:cs typeface="Arial"/>
              </a:defRPr>
            </a:pPr>
            <a:r>
              <a:rPr sz="1500" b="1" i="0">
                <a:solidFill>
                  <a:srgbClr val="FFFFFF"/>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6FEAAB97-D994-43D9-A6EA-517BE5DEF5BD}"/>
              </a:ext>
            </a:extLst>
          </p:cNvPr>
          <p:cNvSpPr>
            <a:spLocks xmlns:a="http://schemas.openxmlformats.org/drawingml/2006/main" noGrp="1"/>
          </p:cNvSpPr>
          <p:nvPr/>
        </p:nvSpPr>
        <p:spPr>
          <a:xfrm xmlns:a="http://schemas.openxmlformats.org/drawingml/2006/main">
            <a:off x="1428750" y="3295650"/>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111318"/>
                </a:solidFill>
                <a:latin typeface="Arial"/>
                <a:ea typeface="Arial"/>
                <a:cs typeface="Arial"/>
              </a:defRPr>
            </a:pPr>
            <a:r>
              <a:rPr sz="1350" b="0" i="0">
                <a:solidFill>
                  <a:srgbClr val="111318"/>
                </a:solidFill>
                <a:latin typeface="Arial"/>
                <a:ea typeface="Arial"/>
                <a:cs typeface="Arial"/>
              </a:rPr>
              <a:t>One Logistic Regression model</a:t>
            </a:r>
          </a:p>
        </p:txBody>
      </p:sp>
      <p:sp>
        <p:nvSpPr>
          <p:cNvPr id="14" name="">
            <a:extLst xmlns:a="http://schemas.openxmlformats.org/drawingml/2006/main">
              <a:ext uri="{FF2B5EF4-FFF2-40B4-BE49-F238E27FC236}">
                <a16:creationId xmlns:a16="http://schemas.microsoft.com/office/drawing/2014/main" id="{77F5A7EE-05D8-48FA-B343-237BC6EBDFAA}"/>
              </a:ext>
            </a:extLst>
          </p:cNvPr>
          <p:cNvSpPr>
            <a:spLocks xmlns:a="http://schemas.openxmlformats.org/drawingml/2006/main" noGrp="1"/>
          </p:cNvSpPr>
          <p:nvPr/>
        </p:nvSpPr>
        <p:spPr>
          <a:xfrm xmlns:a="http://schemas.openxmlformats.org/drawingml/2006/main">
            <a:off x="904875" y="3943350"/>
            <a:ext cx="361950" cy="361950"/>
          </a:xfrm>
          <a:prstGeom xmlns:a="http://schemas.openxmlformats.org/drawingml/2006/main" prst="ellipse">
            <a:avLst/>
          </a:prstGeom>
          <a:solidFill xmlns:a="http://schemas.openxmlformats.org/drawingml/2006/main">
            <a:srgbClr val="007A9E"/>
          </a:solidFill>
          <a:ln xmlns:a="http://schemas.openxmlformats.org/drawingml/2006/main" w="0">
            <a:solidFill>
              <a:srgbClr val="007A9E"/>
            </a:solidFill>
            <a:prstDash val="solid"/>
          </a:ln>
        </p:spPr>
      </p:sp>
      <p:sp>
        <p:nvSpPr>
          <p:cNvPr id="15" name="">
            <a:extLst xmlns:a="http://schemas.openxmlformats.org/drawingml/2006/main">
              <a:ext uri="{FF2B5EF4-FFF2-40B4-BE49-F238E27FC236}">
                <a16:creationId xmlns:a16="http://schemas.microsoft.com/office/drawing/2014/main" id="{B112C3EA-A916-4919-BB15-480E12E9BA69}"/>
              </a:ext>
            </a:extLst>
          </p:cNvPr>
          <p:cNvSpPr>
            <a:spLocks xmlns:a="http://schemas.openxmlformats.org/drawingml/2006/main" noGrp="1"/>
          </p:cNvSpPr>
          <p:nvPr/>
        </p:nvSpPr>
        <p:spPr>
          <a:xfrm xmlns:a="http://schemas.openxmlformats.org/drawingml/2006/main">
            <a:off x="904875" y="3990975"/>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FFFFFF"/>
                </a:solidFill>
                <a:latin typeface="Arial"/>
                <a:ea typeface="Arial"/>
                <a:cs typeface="Arial"/>
              </a:defRPr>
            </a:pPr>
            <a:r>
              <a:rPr sz="1500" b="1" i="0">
                <a:solidFill>
                  <a:srgbClr val="FFFFFF"/>
                </a:solidFill>
                <a:latin typeface="Arial"/>
                <a:ea typeface="Arial"/>
                <a:cs typeface="Arial"/>
              </a:rPr>
              <a:t>✓</a:t>
            </a:r>
          </a:p>
        </p:txBody>
      </p:sp>
      <p:sp>
        <p:nvSpPr>
          <p:cNvPr id="16" name="">
            <a:extLst xmlns:a="http://schemas.openxmlformats.org/drawingml/2006/main">
              <a:ext uri="{FF2B5EF4-FFF2-40B4-BE49-F238E27FC236}">
                <a16:creationId xmlns:a16="http://schemas.microsoft.com/office/drawing/2014/main" id="{7130AE6B-314C-46A8-9D33-F809947F0EAE}"/>
              </a:ext>
            </a:extLst>
          </p:cNvPr>
          <p:cNvSpPr>
            <a:spLocks xmlns:a="http://schemas.openxmlformats.org/drawingml/2006/main" noGrp="1"/>
          </p:cNvSpPr>
          <p:nvPr/>
        </p:nvSpPr>
        <p:spPr>
          <a:xfrm xmlns:a="http://schemas.openxmlformats.org/drawingml/2006/main">
            <a:off x="1428750" y="3981450"/>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111318"/>
                </a:solidFill>
                <a:latin typeface="Arial"/>
                <a:ea typeface="Arial"/>
                <a:cs typeface="Arial"/>
              </a:defRPr>
            </a:pPr>
            <a:r>
              <a:rPr sz="1350" b="0" i="0">
                <a:solidFill>
                  <a:srgbClr val="111318"/>
                </a:solidFill>
                <a:latin typeface="Arial"/>
                <a:ea typeface="Arial"/>
                <a:cs typeface="Arial"/>
              </a:rPr>
              <a:t>Offline testing with an 80:20 split</a:t>
            </a:r>
          </a:p>
        </p:txBody>
      </p:sp>
      <p:sp>
        <p:nvSpPr>
          <p:cNvPr id="17" name="">
            <a:extLst xmlns:a="http://schemas.openxmlformats.org/drawingml/2006/main">
              <a:ext uri="{FF2B5EF4-FFF2-40B4-BE49-F238E27FC236}">
                <a16:creationId xmlns:a16="http://schemas.microsoft.com/office/drawing/2014/main" id="{B249E45C-CA9E-43BB-900F-14A76025E060}"/>
              </a:ext>
            </a:extLst>
          </p:cNvPr>
          <p:cNvSpPr>
            <a:spLocks xmlns:a="http://schemas.openxmlformats.org/drawingml/2006/main" noGrp="1"/>
          </p:cNvSpPr>
          <p:nvPr/>
        </p:nvSpPr>
        <p:spPr>
          <a:xfrm xmlns:a="http://schemas.openxmlformats.org/drawingml/2006/main">
            <a:off x="904875" y="4629150"/>
            <a:ext cx="361950" cy="361950"/>
          </a:xfrm>
          <a:prstGeom xmlns:a="http://schemas.openxmlformats.org/drawingml/2006/main" prst="ellipse">
            <a:avLst/>
          </a:prstGeom>
          <a:solidFill xmlns:a="http://schemas.openxmlformats.org/drawingml/2006/main">
            <a:srgbClr val="007A9E"/>
          </a:solidFill>
          <a:ln xmlns:a="http://schemas.openxmlformats.org/drawingml/2006/main" w="0">
            <a:solidFill>
              <a:srgbClr val="007A9E"/>
            </a:solidFill>
            <a:prstDash val="solid"/>
          </a:ln>
        </p:spPr>
      </p:sp>
      <p:sp>
        <p:nvSpPr>
          <p:cNvPr id="18" name="">
            <a:extLst xmlns:a="http://schemas.openxmlformats.org/drawingml/2006/main">
              <a:ext uri="{FF2B5EF4-FFF2-40B4-BE49-F238E27FC236}">
                <a16:creationId xmlns:a16="http://schemas.microsoft.com/office/drawing/2014/main" id="{4C0CB54B-7B15-4A4E-9483-98243DB5BF12}"/>
              </a:ext>
            </a:extLst>
          </p:cNvPr>
          <p:cNvSpPr>
            <a:spLocks xmlns:a="http://schemas.openxmlformats.org/drawingml/2006/main" noGrp="1"/>
          </p:cNvSpPr>
          <p:nvPr/>
        </p:nvSpPr>
        <p:spPr>
          <a:xfrm xmlns:a="http://schemas.openxmlformats.org/drawingml/2006/main">
            <a:off x="904875" y="4676775"/>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FFFFFF"/>
                </a:solidFill>
                <a:latin typeface="Arial"/>
                <a:ea typeface="Arial"/>
                <a:cs typeface="Arial"/>
              </a:defRPr>
            </a:pPr>
            <a:r>
              <a:rPr sz="1500" b="1" i="0">
                <a:solidFill>
                  <a:srgbClr val="FFFFFF"/>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FC88B471-4DED-4559-B3E6-1F081EA73581}"/>
              </a:ext>
            </a:extLst>
          </p:cNvPr>
          <p:cNvSpPr>
            <a:spLocks xmlns:a="http://schemas.openxmlformats.org/drawingml/2006/main" noGrp="1"/>
          </p:cNvSpPr>
          <p:nvPr/>
        </p:nvSpPr>
        <p:spPr>
          <a:xfrm xmlns:a="http://schemas.openxmlformats.org/drawingml/2006/main">
            <a:off x="1428750" y="4667250"/>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111318"/>
                </a:solidFill>
                <a:latin typeface="Arial"/>
                <a:ea typeface="Arial"/>
                <a:cs typeface="Arial"/>
              </a:defRPr>
            </a:pPr>
            <a:r>
              <a:rPr sz="1350" b="0" i="0">
                <a:solidFill>
                  <a:srgbClr val="111318"/>
                </a:solidFill>
                <a:latin typeface="Arial"/>
                <a:ea typeface="Arial"/>
                <a:cs typeface="Arial"/>
              </a:rPr>
              <a:t>Saved model and scaler</a:t>
            </a:r>
          </a:p>
        </p:txBody>
      </p:sp>
      <p:sp>
        <p:nvSpPr>
          <p:cNvPr id="20" name="">
            <a:extLst xmlns:a="http://schemas.openxmlformats.org/drawingml/2006/main">
              <a:ext uri="{FF2B5EF4-FFF2-40B4-BE49-F238E27FC236}">
                <a16:creationId xmlns:a16="http://schemas.microsoft.com/office/drawing/2014/main" id="{C8B77761-960B-4E92-AA18-F7BF900C9BCB}"/>
              </a:ext>
            </a:extLst>
          </p:cNvPr>
          <p:cNvSpPr>
            <a:spLocks xmlns:a="http://schemas.openxmlformats.org/drawingml/2006/main" noGrp="1"/>
          </p:cNvSpPr>
          <p:nvPr/>
        </p:nvSpPr>
        <p:spPr>
          <a:xfrm xmlns:a="http://schemas.openxmlformats.org/drawingml/2006/main">
            <a:off x="6581775" y="1714500"/>
            <a:ext cx="5000625" cy="4000500"/>
          </a:xfrm>
          <a:prstGeom xmlns:a="http://schemas.openxmlformats.org/drawingml/2006/main" prst="roundRect">
            <a:avLst>
              <a:gd name="adj" fmla="val 2381"/>
            </a:avLst>
          </a:prstGeom>
          <a:solidFill xmlns:a="http://schemas.openxmlformats.org/drawingml/2006/main">
            <a:srgbClr val="202B5B"/>
          </a:solidFill>
          <a:ln xmlns:a="http://schemas.openxmlformats.org/drawingml/2006/main" w="0">
            <a:solidFill>
              <a:srgbClr val="202B5B"/>
            </a:solidFill>
            <a:prstDash val="solid"/>
          </a:ln>
        </p:spPr>
      </p:sp>
      <p:sp>
        <p:nvSpPr>
          <p:cNvPr id="21" name="">
            <a:extLst xmlns:a="http://schemas.openxmlformats.org/drawingml/2006/main">
              <a:ext uri="{FF2B5EF4-FFF2-40B4-BE49-F238E27FC236}">
                <a16:creationId xmlns:a16="http://schemas.microsoft.com/office/drawing/2014/main" id="{D8DF6B23-E3B9-4385-8F14-CD3931A28659}"/>
              </a:ext>
            </a:extLst>
          </p:cNvPr>
          <p:cNvSpPr>
            <a:spLocks xmlns:a="http://schemas.openxmlformats.org/drawingml/2006/main" noGrp="1"/>
          </p:cNvSpPr>
          <p:nvPr/>
        </p:nvSpPr>
        <p:spPr>
          <a:xfrm xmlns:a="http://schemas.openxmlformats.org/drawingml/2006/main">
            <a:off x="6848475" y="1981200"/>
            <a:ext cx="2095500" cy="285750"/>
          </a:xfrm>
          <a:prstGeom xmlns:a="http://schemas.openxmlformats.org/drawingml/2006/main" prst="roundRect">
            <a:avLst>
              <a:gd name="adj" fmla="val 20000"/>
            </a:avLst>
          </a:prstGeom>
          <a:solidFill xmlns:a="http://schemas.openxmlformats.org/drawingml/2006/main">
            <a:srgbClr val="007A9E"/>
          </a:solidFill>
          <a:ln xmlns:a="http://schemas.openxmlformats.org/drawingml/2006/main" w="0">
            <a:solidFill>
              <a:srgbClr val="007A9E"/>
            </a:solidFill>
            <a:prstDash val="solid"/>
          </a:ln>
        </p:spPr>
      </p:sp>
      <p:sp>
        <p:nvSpPr>
          <p:cNvPr id="22" name="">
            <a:extLst xmlns:a="http://schemas.openxmlformats.org/drawingml/2006/main">
              <a:ext uri="{FF2B5EF4-FFF2-40B4-BE49-F238E27FC236}">
                <a16:creationId xmlns:a16="http://schemas.microsoft.com/office/drawing/2014/main" id="{4DC7F60C-23D4-4342-8640-D5A07201BAB8}"/>
              </a:ext>
            </a:extLst>
          </p:cNvPr>
          <p:cNvSpPr>
            <a:spLocks xmlns:a="http://schemas.openxmlformats.org/drawingml/2006/main" noGrp="1"/>
          </p:cNvSpPr>
          <p:nvPr/>
        </p:nvSpPr>
        <p:spPr>
          <a:xfrm xmlns:a="http://schemas.openxmlformats.org/drawingml/2006/main">
            <a:off x="6943725" y="2038350"/>
            <a:ext cx="190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i="0">
                <a:solidFill>
                  <a:srgbClr val="FFFFFF"/>
                </a:solidFill>
                <a:latin typeface="Arial"/>
                <a:ea typeface="Arial"/>
                <a:cs typeface="Arial"/>
              </a:defRPr>
            </a:pPr>
            <a:r>
              <a:rPr sz="900" b="1" i="0">
                <a:solidFill>
                  <a:srgbClr val="FFFFFF"/>
                </a:solidFill>
                <a:latin typeface="Arial"/>
                <a:ea typeface="Arial"/>
                <a:cs typeface="Arial"/>
              </a:rPr>
              <a:t>WHERE IT CAN GO</a:t>
            </a:r>
          </a:p>
        </p:txBody>
      </p:sp>
      <p:sp>
        <p:nvSpPr>
          <p:cNvPr id="23" name="">
            <a:extLst xmlns:a="http://schemas.openxmlformats.org/drawingml/2006/main">
              <a:ext uri="{FF2B5EF4-FFF2-40B4-BE49-F238E27FC236}">
                <a16:creationId xmlns:a16="http://schemas.microsoft.com/office/drawing/2014/main" id="{0694F63F-0881-422E-AD6B-FCD93B0AF737}"/>
              </a:ext>
            </a:extLst>
          </p:cNvPr>
          <p:cNvSpPr>
            <a:spLocks xmlns:a="http://schemas.openxmlformats.org/drawingml/2006/main" noGrp="1"/>
          </p:cNvSpPr>
          <p:nvPr/>
        </p:nvSpPr>
        <p:spPr>
          <a:xfrm xmlns:a="http://schemas.openxmlformats.org/drawingml/2006/main">
            <a:off x="6877050" y="2571750"/>
            <a:ext cx="361950" cy="361950"/>
          </a:xfrm>
          <a:prstGeom xmlns:a="http://schemas.openxmlformats.org/drawingml/2006/main" prst="ellipse">
            <a:avLst/>
          </a:prstGeom>
          <a:solidFill xmlns:a="http://schemas.openxmlformats.org/drawingml/2006/main">
            <a:srgbClr val="007A9E"/>
          </a:solidFill>
          <a:ln xmlns:a="http://schemas.openxmlformats.org/drawingml/2006/main" w="0">
            <a:solidFill>
              <a:srgbClr val="007A9E"/>
            </a:solidFill>
            <a:prstDash val="solid"/>
          </a:ln>
        </p:spPr>
      </p:sp>
      <p:sp>
        <p:nvSpPr>
          <p:cNvPr id="24" name="">
            <a:extLst xmlns:a="http://schemas.openxmlformats.org/drawingml/2006/main">
              <a:ext uri="{FF2B5EF4-FFF2-40B4-BE49-F238E27FC236}">
                <a16:creationId xmlns:a16="http://schemas.microsoft.com/office/drawing/2014/main" id="{18B07A12-7B00-4CA5-925E-387CA7CDF586}"/>
              </a:ext>
            </a:extLst>
          </p:cNvPr>
          <p:cNvSpPr>
            <a:spLocks xmlns:a="http://schemas.openxmlformats.org/drawingml/2006/main" noGrp="1"/>
          </p:cNvSpPr>
          <p:nvPr/>
        </p:nvSpPr>
        <p:spPr>
          <a:xfrm xmlns:a="http://schemas.openxmlformats.org/drawingml/2006/main">
            <a:off x="6877050" y="2619375"/>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FFFFFF"/>
                </a:solidFill>
                <a:latin typeface="Arial"/>
                <a:ea typeface="Arial"/>
                <a:cs typeface="Arial"/>
              </a:defRPr>
            </a:pPr>
            <a:r>
              <a:rPr sz="1500" b="1" i="0">
                <a:solidFill>
                  <a:srgbClr val="FFFFFF"/>
                </a:solidFill>
                <a:latin typeface="Arial"/>
                <a:ea typeface="Arial"/>
                <a:cs typeface="Arial"/>
              </a:rPr>
              <a:t>1</a:t>
            </a:r>
          </a:p>
        </p:txBody>
      </p:sp>
      <p:sp>
        <p:nvSpPr>
          <p:cNvPr id="25" name="">
            <a:extLst xmlns:a="http://schemas.openxmlformats.org/drawingml/2006/main">
              <a:ext uri="{FF2B5EF4-FFF2-40B4-BE49-F238E27FC236}">
                <a16:creationId xmlns:a16="http://schemas.microsoft.com/office/drawing/2014/main" id="{CFAA8FC0-FCB8-4ED4-8F57-43DD0BBCFDF5}"/>
              </a:ext>
            </a:extLst>
          </p:cNvPr>
          <p:cNvSpPr>
            <a:spLocks xmlns:a="http://schemas.openxmlformats.org/drawingml/2006/main" noGrp="1"/>
          </p:cNvSpPr>
          <p:nvPr/>
        </p:nvSpPr>
        <p:spPr>
          <a:xfrm xmlns:a="http://schemas.openxmlformats.org/drawingml/2006/main">
            <a:off x="7400925" y="2609850"/>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FFFFFF"/>
                </a:solidFill>
                <a:latin typeface="Arial"/>
                <a:ea typeface="Arial"/>
                <a:cs typeface="Arial"/>
              </a:defRPr>
            </a:pPr>
            <a:r>
              <a:rPr sz="1350" b="0" i="0">
                <a:solidFill>
                  <a:srgbClr val="FFFFFF"/>
                </a:solidFill>
                <a:latin typeface="Arial"/>
                <a:ea typeface="Arial"/>
                <a:cs typeface="Arial"/>
              </a:rPr>
              <a:t>Compare more algorithms</a:t>
            </a:r>
          </a:p>
        </p:txBody>
      </p:sp>
      <p:sp>
        <p:nvSpPr>
          <p:cNvPr id="26" name="">
            <a:extLst xmlns:a="http://schemas.openxmlformats.org/drawingml/2006/main">
              <a:ext uri="{FF2B5EF4-FFF2-40B4-BE49-F238E27FC236}">
                <a16:creationId xmlns:a16="http://schemas.microsoft.com/office/drawing/2014/main" id="{27E95385-B50D-4B0A-BCB4-ACED66798BA0}"/>
              </a:ext>
            </a:extLst>
          </p:cNvPr>
          <p:cNvSpPr>
            <a:spLocks xmlns:a="http://schemas.openxmlformats.org/drawingml/2006/main" noGrp="1"/>
          </p:cNvSpPr>
          <p:nvPr/>
        </p:nvSpPr>
        <p:spPr>
          <a:xfrm xmlns:a="http://schemas.openxmlformats.org/drawingml/2006/main">
            <a:off x="6877050" y="3257550"/>
            <a:ext cx="361950" cy="361950"/>
          </a:xfrm>
          <a:prstGeom xmlns:a="http://schemas.openxmlformats.org/drawingml/2006/main" prst="ellipse">
            <a:avLst/>
          </a:prstGeom>
          <a:solidFill xmlns:a="http://schemas.openxmlformats.org/drawingml/2006/main">
            <a:srgbClr val="007A9E"/>
          </a:solidFill>
          <a:ln xmlns:a="http://schemas.openxmlformats.org/drawingml/2006/main" w="0">
            <a:solidFill>
              <a:srgbClr val="007A9E"/>
            </a:solidFill>
            <a:prstDash val="solid"/>
          </a:ln>
        </p:spPr>
      </p:sp>
      <p:sp>
        <p:nvSpPr>
          <p:cNvPr id="27" name="">
            <a:extLst xmlns:a="http://schemas.openxmlformats.org/drawingml/2006/main">
              <a:ext uri="{FF2B5EF4-FFF2-40B4-BE49-F238E27FC236}">
                <a16:creationId xmlns:a16="http://schemas.microsoft.com/office/drawing/2014/main" id="{90B84B3E-85E5-4804-8F15-FADDF619EED9}"/>
              </a:ext>
            </a:extLst>
          </p:cNvPr>
          <p:cNvSpPr>
            <a:spLocks xmlns:a="http://schemas.openxmlformats.org/drawingml/2006/main" noGrp="1"/>
          </p:cNvSpPr>
          <p:nvPr/>
        </p:nvSpPr>
        <p:spPr>
          <a:xfrm xmlns:a="http://schemas.openxmlformats.org/drawingml/2006/main">
            <a:off x="6877050" y="3305175"/>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FFFFFF"/>
                </a:solidFill>
                <a:latin typeface="Arial"/>
                <a:ea typeface="Arial"/>
                <a:cs typeface="Arial"/>
              </a:defRPr>
            </a:pPr>
            <a:r>
              <a:rPr sz="1500" b="1" i="0">
                <a:solidFill>
                  <a:srgbClr val="FFFFFF"/>
                </a:solidFill>
                <a:latin typeface="Arial"/>
                <a:ea typeface="Arial"/>
                <a:cs typeface="Arial"/>
              </a:rPr>
              <a:t>2</a:t>
            </a:r>
          </a:p>
        </p:txBody>
      </p:sp>
      <p:sp>
        <p:nvSpPr>
          <p:cNvPr id="28" name="">
            <a:extLst xmlns:a="http://schemas.openxmlformats.org/drawingml/2006/main">
              <a:ext uri="{FF2B5EF4-FFF2-40B4-BE49-F238E27FC236}">
                <a16:creationId xmlns:a16="http://schemas.microsoft.com/office/drawing/2014/main" id="{5EF37AE5-B9B6-48E8-A9A6-291B3506EFCF}"/>
              </a:ext>
            </a:extLst>
          </p:cNvPr>
          <p:cNvSpPr>
            <a:spLocks xmlns:a="http://schemas.openxmlformats.org/drawingml/2006/main" noGrp="1"/>
          </p:cNvSpPr>
          <p:nvPr/>
        </p:nvSpPr>
        <p:spPr>
          <a:xfrm xmlns:a="http://schemas.openxmlformats.org/drawingml/2006/main">
            <a:off x="7400925" y="3295650"/>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FFFFFF"/>
                </a:solidFill>
                <a:latin typeface="Arial"/>
                <a:ea typeface="Arial"/>
                <a:cs typeface="Arial"/>
              </a:defRPr>
            </a:pPr>
            <a:r>
              <a:rPr sz="1350" b="0" i="0">
                <a:solidFill>
                  <a:srgbClr val="FFFFFF"/>
                </a:solidFill>
                <a:latin typeface="Arial"/>
                <a:ea typeface="Arial"/>
                <a:cs typeface="Arial"/>
              </a:rPr>
              <a:t>Improve validation and encoding</a:t>
            </a:r>
          </a:p>
        </p:txBody>
      </p:sp>
      <p:sp>
        <p:nvSpPr>
          <p:cNvPr id="29" name="">
            <a:extLst xmlns:a="http://schemas.openxmlformats.org/drawingml/2006/main">
              <a:ext uri="{FF2B5EF4-FFF2-40B4-BE49-F238E27FC236}">
                <a16:creationId xmlns:a16="http://schemas.microsoft.com/office/drawing/2014/main" id="{E2F35C57-0F4F-466C-8738-CE4A375D59ED}"/>
              </a:ext>
            </a:extLst>
          </p:cNvPr>
          <p:cNvSpPr>
            <a:spLocks xmlns:a="http://schemas.openxmlformats.org/drawingml/2006/main" noGrp="1"/>
          </p:cNvSpPr>
          <p:nvPr/>
        </p:nvSpPr>
        <p:spPr>
          <a:xfrm xmlns:a="http://schemas.openxmlformats.org/drawingml/2006/main">
            <a:off x="6877050" y="3943350"/>
            <a:ext cx="361950" cy="361950"/>
          </a:xfrm>
          <a:prstGeom xmlns:a="http://schemas.openxmlformats.org/drawingml/2006/main" prst="ellipse">
            <a:avLst/>
          </a:prstGeom>
          <a:solidFill xmlns:a="http://schemas.openxmlformats.org/drawingml/2006/main">
            <a:srgbClr val="007A9E"/>
          </a:solidFill>
          <a:ln xmlns:a="http://schemas.openxmlformats.org/drawingml/2006/main" w="0">
            <a:solidFill>
              <a:srgbClr val="007A9E"/>
            </a:solidFill>
            <a:prstDash val="solid"/>
          </a:ln>
        </p:spPr>
      </p:sp>
      <p:sp>
        <p:nvSpPr>
          <p:cNvPr id="30" name="">
            <a:extLst xmlns:a="http://schemas.openxmlformats.org/drawingml/2006/main">
              <a:ext uri="{FF2B5EF4-FFF2-40B4-BE49-F238E27FC236}">
                <a16:creationId xmlns:a16="http://schemas.microsoft.com/office/drawing/2014/main" id="{82FB3F17-D47D-4D23-B781-D2892EF35A9F}"/>
              </a:ext>
            </a:extLst>
          </p:cNvPr>
          <p:cNvSpPr>
            <a:spLocks xmlns:a="http://schemas.openxmlformats.org/drawingml/2006/main" noGrp="1"/>
          </p:cNvSpPr>
          <p:nvPr/>
        </p:nvSpPr>
        <p:spPr>
          <a:xfrm xmlns:a="http://schemas.openxmlformats.org/drawingml/2006/main">
            <a:off x="6877050" y="3990975"/>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FFFFFF"/>
                </a:solidFill>
                <a:latin typeface="Arial"/>
                <a:ea typeface="Arial"/>
                <a:cs typeface="Arial"/>
              </a:defRPr>
            </a:pPr>
            <a:r>
              <a:rPr sz="1500" b="1" i="0">
                <a:solidFill>
                  <a:srgbClr val="FFFFFF"/>
                </a:solidFill>
                <a:latin typeface="Arial"/>
                <a:ea typeface="Arial"/>
                <a:cs typeface="Arial"/>
              </a:rPr>
              <a:t>3</a:t>
            </a:r>
          </a:p>
        </p:txBody>
      </p:sp>
      <p:sp>
        <p:nvSpPr>
          <p:cNvPr id="31" name="">
            <a:extLst xmlns:a="http://schemas.openxmlformats.org/drawingml/2006/main">
              <a:ext uri="{FF2B5EF4-FFF2-40B4-BE49-F238E27FC236}">
                <a16:creationId xmlns:a16="http://schemas.microsoft.com/office/drawing/2014/main" id="{A4043F3C-1182-4678-B643-486B552AD1DA}"/>
              </a:ext>
            </a:extLst>
          </p:cNvPr>
          <p:cNvSpPr>
            <a:spLocks xmlns:a="http://schemas.openxmlformats.org/drawingml/2006/main" noGrp="1"/>
          </p:cNvSpPr>
          <p:nvPr/>
        </p:nvSpPr>
        <p:spPr>
          <a:xfrm xmlns:a="http://schemas.openxmlformats.org/drawingml/2006/main">
            <a:off x="7400925" y="3981450"/>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FFFFFF"/>
                </a:solidFill>
                <a:latin typeface="Arial"/>
                <a:ea typeface="Arial"/>
                <a:cs typeface="Arial"/>
              </a:defRPr>
            </a:pPr>
            <a:r>
              <a:rPr sz="1350" b="0" i="0">
                <a:solidFill>
                  <a:srgbClr val="FFFFFF"/>
                </a:solidFill>
                <a:latin typeface="Arial"/>
                <a:ea typeface="Arial"/>
                <a:cs typeface="Arial"/>
              </a:rPr>
              <a:t>Add richer customer information</a:t>
            </a:r>
          </a:p>
        </p:txBody>
      </p:sp>
      <p:sp>
        <p:nvSpPr>
          <p:cNvPr id="32" name="">
            <a:extLst xmlns:a="http://schemas.openxmlformats.org/drawingml/2006/main">
              <a:ext uri="{FF2B5EF4-FFF2-40B4-BE49-F238E27FC236}">
                <a16:creationId xmlns:a16="http://schemas.microsoft.com/office/drawing/2014/main" id="{040E6C31-BB74-4D6E-A684-C40B4023F8A4}"/>
              </a:ext>
            </a:extLst>
          </p:cNvPr>
          <p:cNvSpPr>
            <a:spLocks xmlns:a="http://schemas.openxmlformats.org/drawingml/2006/main" noGrp="1"/>
          </p:cNvSpPr>
          <p:nvPr/>
        </p:nvSpPr>
        <p:spPr>
          <a:xfrm xmlns:a="http://schemas.openxmlformats.org/drawingml/2006/main">
            <a:off x="6877050" y="4629150"/>
            <a:ext cx="361950" cy="361950"/>
          </a:xfrm>
          <a:prstGeom xmlns:a="http://schemas.openxmlformats.org/drawingml/2006/main" prst="ellipse">
            <a:avLst/>
          </a:prstGeom>
          <a:solidFill xmlns:a="http://schemas.openxmlformats.org/drawingml/2006/main">
            <a:srgbClr val="007A9E"/>
          </a:solidFill>
          <a:ln xmlns:a="http://schemas.openxmlformats.org/drawingml/2006/main" w="0">
            <a:solidFill>
              <a:srgbClr val="007A9E"/>
            </a:solidFill>
            <a:prstDash val="solid"/>
          </a:ln>
        </p:spPr>
      </p:sp>
      <p:sp>
        <p:nvSpPr>
          <p:cNvPr id="33" name="">
            <a:extLst xmlns:a="http://schemas.openxmlformats.org/drawingml/2006/main">
              <a:ext uri="{FF2B5EF4-FFF2-40B4-BE49-F238E27FC236}">
                <a16:creationId xmlns:a16="http://schemas.microsoft.com/office/drawing/2014/main" id="{FAACD892-8DE9-46A4-A717-9E4423EEDB80}"/>
              </a:ext>
            </a:extLst>
          </p:cNvPr>
          <p:cNvSpPr>
            <a:spLocks xmlns:a="http://schemas.openxmlformats.org/drawingml/2006/main" noGrp="1"/>
          </p:cNvSpPr>
          <p:nvPr/>
        </p:nvSpPr>
        <p:spPr>
          <a:xfrm xmlns:a="http://schemas.openxmlformats.org/drawingml/2006/main">
            <a:off x="6877050" y="4676775"/>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FFFFFF"/>
                </a:solidFill>
                <a:latin typeface="Arial"/>
                <a:ea typeface="Arial"/>
                <a:cs typeface="Arial"/>
              </a:defRPr>
            </a:pPr>
            <a:r>
              <a:rPr sz="1500" b="1" i="0">
                <a:solidFill>
                  <a:srgbClr val="FFFFFF"/>
                </a:solidFill>
                <a:latin typeface="Arial"/>
                <a:ea typeface="Arial"/>
                <a:cs typeface="Arial"/>
              </a:rPr>
              <a:t>4</a:t>
            </a:r>
          </a:p>
        </p:txBody>
      </p:sp>
      <p:sp>
        <p:nvSpPr>
          <p:cNvPr id="34" name="">
            <a:extLst xmlns:a="http://schemas.openxmlformats.org/drawingml/2006/main">
              <a:ext uri="{FF2B5EF4-FFF2-40B4-BE49-F238E27FC236}">
                <a16:creationId xmlns:a16="http://schemas.microsoft.com/office/drawing/2014/main" id="{F616734D-733C-42AA-827F-7848BC8AA6FE}"/>
              </a:ext>
            </a:extLst>
          </p:cNvPr>
          <p:cNvSpPr>
            <a:spLocks xmlns:a="http://schemas.openxmlformats.org/drawingml/2006/main" noGrp="1"/>
          </p:cNvSpPr>
          <p:nvPr/>
        </p:nvSpPr>
        <p:spPr>
          <a:xfrm xmlns:a="http://schemas.openxmlformats.org/drawingml/2006/main">
            <a:off x="7400925" y="4667250"/>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FFFFFF"/>
                </a:solidFill>
                <a:latin typeface="Arial"/>
                <a:ea typeface="Arial"/>
                <a:cs typeface="Arial"/>
              </a:defRPr>
            </a:pPr>
            <a:r>
              <a:rPr sz="1350" b="1" i="0">
                <a:solidFill>
                  <a:srgbClr val="FFFFFF"/>
                </a:solidFill>
                <a:latin typeface="Arial"/>
                <a:ea typeface="Arial"/>
                <a:cs typeface="Arial"/>
              </a:rPr>
              <a:t>Build a web app and connect live data</a:t>
            </a:r>
          </a:p>
        </p:txBody>
      </p:sp>
      <p:sp>
        <p:nvSpPr>
          <p:cNvPr id="35" name="">
            <a:extLst xmlns:a="http://schemas.openxmlformats.org/drawingml/2006/main">
              <a:ext uri="{FF2B5EF4-FFF2-40B4-BE49-F238E27FC236}">
                <a16:creationId xmlns:a16="http://schemas.microsoft.com/office/drawing/2014/main" id="{1F2D30B0-609B-429D-BF38-8CD0A448325C}"/>
              </a:ext>
            </a:extLst>
          </p:cNvPr>
          <p:cNvSpPr>
            <a:spLocks xmlns:a="http://schemas.openxmlformats.org/drawingml/2006/main" noGrp="1"/>
          </p:cNvSpPr>
          <p:nvPr/>
        </p:nvSpPr>
        <p:spPr>
          <a:xfrm xmlns:a="http://schemas.openxmlformats.org/drawingml/2006/main">
            <a:off x="1485900" y="5962650"/>
            <a:ext cx="9220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i="0">
                <a:solidFill>
                  <a:srgbClr val="111318"/>
                </a:solidFill>
                <a:latin typeface="Arial"/>
                <a:ea typeface="Arial"/>
                <a:cs typeface="Arial"/>
              </a:defRPr>
            </a:pPr>
            <a:r>
              <a:rPr sz="1275" b="1" i="0">
                <a:solidFill>
                  <a:srgbClr val="111318"/>
                </a:solidFill>
                <a:latin typeface="Arial"/>
                <a:ea typeface="Arial"/>
                <a:cs typeface="Arial"/>
              </a:rPr>
              <a:t>The current dataset has about 1,000 records, so wider testing matters before real business use.</a:t>
            </a:r>
          </a:p>
        </p:txBody>
      </p:sp>
      <p:sp>
        <p:nvSpPr>
          <p:cNvPr id="36" name="">
            <a:extLst xmlns:a="http://schemas.openxmlformats.org/drawingml/2006/main">
              <a:ext uri="{FF2B5EF4-FFF2-40B4-BE49-F238E27FC236}">
                <a16:creationId xmlns:a16="http://schemas.microsoft.com/office/drawing/2014/main" id="{2680D4F9-E65B-4D41-A138-7ABCE83F55E2}"/>
              </a:ext>
            </a:extLst>
          </p:cNvPr>
          <p:cNvSpPr>
            <a:spLocks xmlns:a="http://schemas.openxmlformats.org/drawingml/2006/main" noGrp="1"/>
          </p:cNvSpPr>
          <p:nvPr/>
        </p:nvSpPr>
        <p:spPr>
          <a:xfrm xmlns:a="http://schemas.openxmlformats.org/drawingml/2006/main">
            <a:off x="609600" y="6515100"/>
            <a:ext cx="1095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0" i="1">
                <a:solidFill>
                  <a:srgbClr val="111318"/>
                </a:solidFill>
                <a:latin typeface="Arial"/>
                <a:ea typeface="Arial"/>
                <a:cs typeface="Arial"/>
              </a:defRPr>
            </a:pPr>
            <a:r>
              <a:rPr sz="750" b="0" i="1">
                <a:solidFill>
                  <a:srgbClr val="111318"/>
                </a:solidFill>
                <a:latin typeface="Arial"/>
                <a:ea typeface="Arial"/>
                <a:cs typeface="Arial"/>
              </a:rPr>
              <a:t>Source: Master synopsis, sections I–J</a:t>
            </a:r>
          </a:p>
        </p:txBody>
      </p:sp>
    </p:spTree>
    <p:extLst>
      <p:ext uri="{BB962C8B-B14F-4D97-AF65-F5344CB8AC3E}">
        <p14:creationId xmlns:p14="http://schemas.microsoft.com/office/powerpoint/2010/main" val="1825465508"/>
      </p:ext>
    </p:extLst>
  </p:cSld>
</p:sld>
</file>

<file path=ppt/slides/slide7.xml><?xml version="1.0" encoding="utf-8"?>
<p:sld xmlns:p="http://schemas.openxmlformats.org/presentationml/2006/main">
  <p:cSld>
    <p:bg>
      <p:bgPr>
        <a:solidFill xmlns:a="http://schemas.openxmlformats.org/drawingml/2006/main">
          <a:srgbClr val="F5FAFB"/>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DAD7606-5AEE-47FA-9147-79E47BD7D0D7}"/>
              </a:ext>
            </a:extLst>
          </p:cNvPr>
          <p:cNvSpPr>
            <a:spLocks xmlns:a="http://schemas.openxmlformats.org/drawingml/2006/main" noGrp="1"/>
          </p:cNvSpPr>
          <p:nvPr/>
        </p:nvSpPr>
        <p:spPr>
          <a:xfrm xmlns:a="http://schemas.openxmlformats.org/drawingml/2006/main">
            <a:off x="609600" y="30480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111318"/>
                </a:solidFill>
                <a:latin typeface="Arial"/>
                <a:ea typeface="Arial"/>
                <a:cs typeface="Arial"/>
              </a:defRPr>
            </a:pPr>
            <a:r>
              <a:rPr sz="975" b="1" i="0">
                <a:solidFill>
                  <a:srgbClr val="111318"/>
                </a:solidFill>
                <a:latin typeface="Arial"/>
                <a:ea typeface="Arial"/>
                <a:cs typeface="Arial"/>
              </a:rPr>
              <a:t>PROJECT EVIDENCE</a:t>
            </a:r>
          </a:p>
        </p:txBody>
      </p:sp>
      <p:sp>
        <p:nvSpPr>
          <p:cNvPr id="2" name="">
            <a:extLst xmlns:a="http://schemas.openxmlformats.org/drawingml/2006/main">
              <a:ext uri="{FF2B5EF4-FFF2-40B4-BE49-F238E27FC236}">
                <a16:creationId xmlns:a16="http://schemas.microsoft.com/office/drawing/2014/main" id="{36A76B3A-80F3-4ECA-9A7B-4D4720D8EBBB}"/>
              </a:ext>
            </a:extLst>
          </p:cNvPr>
          <p:cNvSpPr>
            <a:spLocks xmlns:a="http://schemas.openxmlformats.org/drawingml/2006/main" noGrp="1"/>
          </p:cNvSpPr>
          <p:nvPr/>
        </p:nvSpPr>
        <p:spPr>
          <a:xfrm xmlns:a="http://schemas.openxmlformats.org/drawingml/2006/main">
            <a:off x="609600" y="628650"/>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111318"/>
                </a:solidFill>
                <a:latin typeface="Arial"/>
                <a:ea typeface="Arial"/>
                <a:cs typeface="Arial"/>
              </a:defRPr>
            </a:pPr>
            <a:r>
              <a:rPr sz="2550" b="1" i="0">
                <a:solidFill>
                  <a:srgbClr val="111318"/>
                </a:solidFill>
                <a:latin typeface="Arial"/>
                <a:ea typeface="Arial"/>
                <a:cs typeface="Arial"/>
              </a:rPr>
              <a:t>Code</a:t>
            </a:r>
          </a:p>
        </p:txBody>
      </p:sp>
      <p:sp>
        <p:nvSpPr>
          <p:cNvPr id="3" name="">
            <a:extLst xmlns:a="http://schemas.openxmlformats.org/drawingml/2006/main">
              <a:ext uri="{FF2B5EF4-FFF2-40B4-BE49-F238E27FC236}">
                <a16:creationId xmlns:a16="http://schemas.microsoft.com/office/drawing/2014/main" id="{D2B3ABF7-B40E-423B-8F07-F3B52B503F3E}"/>
              </a:ext>
            </a:extLst>
          </p:cNvPr>
          <p:cNvSpPr>
            <a:spLocks xmlns:a="http://schemas.openxmlformats.org/drawingml/2006/main" noGrp="1"/>
          </p:cNvSpPr>
          <p:nvPr/>
        </p:nvSpPr>
        <p:spPr>
          <a:xfrm xmlns:a="http://schemas.openxmlformats.org/drawingml/2006/main">
            <a:off x="11125200" y="3429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i="0">
                <a:solidFill>
                  <a:srgbClr val="111318"/>
                </a:solidFill>
                <a:latin typeface="Arial"/>
                <a:ea typeface="Arial"/>
                <a:cs typeface="Arial"/>
              </a:defRPr>
            </a:pPr>
            <a:r>
              <a:rPr sz="1050" b="1" i="0">
                <a:solidFill>
                  <a:srgbClr val="111318"/>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A9BA5CB5-7271-49D8-998B-68785A72B8CF}"/>
              </a:ext>
            </a:extLst>
          </p:cNvPr>
          <p:cNvSpPr>
            <a:spLocks xmlns:a="http://schemas.openxmlformats.org/drawingml/2006/main" noGrp="1"/>
          </p:cNvSpPr>
          <p:nvPr/>
        </p:nvSpPr>
        <p:spPr>
          <a:xfrm xmlns:a="http://schemas.openxmlformats.org/drawingml/2006/main">
            <a:off x="609600" y="1381125"/>
            <a:ext cx="10953750" cy="0"/>
          </a:xfrm>
          <a:prstGeom xmlns:a="http://schemas.openxmlformats.org/drawingml/2006/main" prst="line">
            <a:avLst/>
          </a:prstGeom>
          <a:noFill xmlns:a="http://schemas.openxmlformats.org/drawingml/2006/main"/>
          <a:ln xmlns:a="http://schemas.openxmlformats.org/drawingml/2006/main" w="13335">
            <a:solidFill>
              <a:srgbClr val="B7D8E0"/>
            </a:solidFill>
            <a:prstDash val="solid"/>
          </a:ln>
        </p:spPr>
      </p:sp>
      <p:sp>
        <p:nvSpPr>
          <p:cNvPr id="5" name="">
            <a:extLst xmlns:a="http://schemas.openxmlformats.org/drawingml/2006/main">
              <a:ext uri="{FF2B5EF4-FFF2-40B4-BE49-F238E27FC236}">
                <a16:creationId xmlns:a16="http://schemas.microsoft.com/office/drawing/2014/main" id="{9FD20209-A943-4897-9B92-2AA689AC2CE3}"/>
              </a:ext>
            </a:extLst>
          </p:cNvPr>
          <p:cNvSpPr>
            <a:spLocks xmlns:a="http://schemas.openxmlformats.org/drawingml/2006/main" noGrp="1"/>
          </p:cNvSpPr>
          <p:nvPr/>
        </p:nvSpPr>
        <p:spPr>
          <a:xfrm xmlns:a="http://schemas.openxmlformats.org/drawingml/2006/main">
            <a:off x="609600" y="1571625"/>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1">
                <a:solidFill>
                  <a:srgbClr val="111318"/>
                </a:solidFill>
                <a:latin typeface="Arial"/>
                <a:ea typeface="Arial"/>
                <a:cs typeface="Arial"/>
              </a:defRPr>
            </a:pPr>
            <a:r>
              <a:rPr sz="1350" b="0" i="1">
                <a:solidFill>
                  <a:srgbClr val="111318"/>
                </a:solidFill>
                <a:latin typeface="Arial"/>
                <a:ea typeface="Arial"/>
                <a:cs typeface="Arial"/>
              </a:rPr>
              <a:t>Paste two or three clear screenshots. Crop tightly so the code stays readable.</a:t>
            </a:r>
          </a:p>
        </p:txBody>
      </p:sp>
      <p:sp>
        <p:nvSpPr>
          <p:cNvPr id="6" name="">
            <a:extLst xmlns:a="http://schemas.openxmlformats.org/drawingml/2006/main">
              <a:ext uri="{FF2B5EF4-FFF2-40B4-BE49-F238E27FC236}">
                <a16:creationId xmlns:a16="http://schemas.microsoft.com/office/drawing/2014/main" id="{895C1840-283F-4B66-B997-5DEEA74DCC43}"/>
              </a:ext>
            </a:extLst>
          </p:cNvPr>
          <p:cNvSpPr>
            <a:spLocks xmlns:a="http://schemas.openxmlformats.org/drawingml/2006/main" noGrp="1"/>
          </p:cNvSpPr>
          <p:nvPr/>
        </p:nvSpPr>
        <p:spPr>
          <a:xfrm xmlns:a="http://schemas.openxmlformats.org/drawingml/2006/main">
            <a:off x="609600" y="2114550"/>
            <a:ext cx="3429000" cy="34290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19050">
            <a:solidFill>
              <a:srgbClr val="B7D8E0"/>
            </a:solidFill>
            <a:prstDash val="solid"/>
          </a:ln>
        </p:spPr>
      </p:sp>
      <p:sp>
        <p:nvSpPr>
          <p:cNvPr id="7" name="">
            <a:extLst xmlns:a="http://schemas.openxmlformats.org/drawingml/2006/main">
              <a:ext uri="{FF2B5EF4-FFF2-40B4-BE49-F238E27FC236}">
                <a16:creationId xmlns:a16="http://schemas.microsoft.com/office/drawing/2014/main" id="{6EF1ED7D-27D7-4BE5-911C-D7BFA4BD5782}"/>
              </a:ext>
            </a:extLst>
          </p:cNvPr>
          <p:cNvSpPr>
            <a:spLocks xmlns:a="http://schemas.openxmlformats.org/drawingml/2006/main" noGrp="1"/>
          </p:cNvSpPr>
          <p:nvPr/>
        </p:nvSpPr>
        <p:spPr>
          <a:xfrm xmlns:a="http://schemas.openxmlformats.org/drawingml/2006/main">
            <a:off x="1990725" y="3114675"/>
            <a:ext cx="666750" cy="666750"/>
          </a:xfrm>
          <a:prstGeom xmlns:a="http://schemas.openxmlformats.org/drawingml/2006/main" prst="ellipse">
            <a:avLst/>
          </a:prstGeom>
          <a:solidFill xmlns:a="http://schemas.openxmlformats.org/drawingml/2006/main">
            <a:srgbClr val="007A9E"/>
          </a:solidFill>
          <a:ln xmlns:a="http://schemas.openxmlformats.org/drawingml/2006/main" w="0">
            <a:solidFill>
              <a:srgbClr val="007A9E"/>
            </a:solidFill>
            <a:prstDash val="solid"/>
          </a:ln>
        </p:spPr>
      </p:sp>
      <p:sp>
        <p:nvSpPr>
          <p:cNvPr id="8" name="">
            <a:extLst xmlns:a="http://schemas.openxmlformats.org/drawingml/2006/main">
              <a:ext uri="{FF2B5EF4-FFF2-40B4-BE49-F238E27FC236}">
                <a16:creationId xmlns:a16="http://schemas.microsoft.com/office/drawing/2014/main" id="{21B7F460-73CD-4054-9B4A-94041E76F029}"/>
              </a:ext>
            </a:extLst>
          </p:cNvPr>
          <p:cNvSpPr>
            <a:spLocks xmlns:a="http://schemas.openxmlformats.org/drawingml/2006/main" noGrp="1"/>
          </p:cNvSpPr>
          <p:nvPr/>
        </p:nvSpPr>
        <p:spPr>
          <a:xfrm xmlns:a="http://schemas.openxmlformats.org/drawingml/2006/main">
            <a:off x="1990725" y="316230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FFFFFF"/>
                </a:solidFill>
                <a:latin typeface="Arial"/>
                <a:ea typeface="Arial"/>
                <a:cs typeface="Arial"/>
              </a:defRPr>
            </a:pPr>
            <a:r>
              <a:rPr sz="1500" b="1" i="0">
                <a:solidFill>
                  <a:srgbClr val="FFFFFF"/>
                </a:solidFill>
                <a:latin typeface="Arial"/>
                <a:ea typeface="Arial"/>
                <a:cs typeface="Arial"/>
              </a:rPr>
              <a:t>&lt;/&gt;</a:t>
            </a:r>
          </a:p>
        </p:txBody>
      </p:sp>
      <p:sp>
        <p:nvSpPr>
          <p:cNvPr id="9" name="">
            <a:extLst xmlns:a="http://schemas.openxmlformats.org/drawingml/2006/main">
              <a:ext uri="{FF2B5EF4-FFF2-40B4-BE49-F238E27FC236}">
                <a16:creationId xmlns:a16="http://schemas.microsoft.com/office/drawing/2014/main" id="{0F4CCEFB-0E1E-4394-AB65-CA3701D33CA1}"/>
              </a:ext>
            </a:extLst>
          </p:cNvPr>
          <p:cNvSpPr>
            <a:spLocks xmlns:a="http://schemas.openxmlformats.org/drawingml/2006/main" noGrp="1"/>
          </p:cNvSpPr>
          <p:nvPr/>
        </p:nvSpPr>
        <p:spPr>
          <a:xfrm xmlns:a="http://schemas.openxmlformats.org/drawingml/2006/main">
            <a:off x="800100" y="4067175"/>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1" i="0">
                <a:solidFill>
                  <a:srgbClr val="111318"/>
                </a:solidFill>
                <a:latin typeface="Arial"/>
                <a:ea typeface="Arial"/>
                <a:cs typeface="Arial"/>
              </a:defRPr>
            </a:pPr>
            <a:r>
              <a:rPr sz="1350" b="1" i="0">
                <a:solidFill>
                  <a:srgbClr val="111318"/>
                </a:solidFill>
                <a:latin typeface="Arial"/>
                <a:ea typeface="Arial"/>
                <a:cs typeface="Arial"/>
              </a:rPr>
              <a:t>PREPARING DATA</a:t>
            </a:r>
          </a:p>
        </p:txBody>
      </p:sp>
      <p:sp>
        <p:nvSpPr>
          <p:cNvPr id="10" name="">
            <a:extLst xmlns:a="http://schemas.openxmlformats.org/drawingml/2006/main">
              <a:ext uri="{FF2B5EF4-FFF2-40B4-BE49-F238E27FC236}">
                <a16:creationId xmlns:a16="http://schemas.microsoft.com/office/drawing/2014/main" id="{56FF11A2-791F-4C2C-AE10-DF7C04990DBE}"/>
              </a:ext>
            </a:extLst>
          </p:cNvPr>
          <p:cNvSpPr>
            <a:spLocks xmlns:a="http://schemas.openxmlformats.org/drawingml/2006/main" noGrp="1"/>
          </p:cNvSpPr>
          <p:nvPr/>
        </p:nvSpPr>
        <p:spPr>
          <a:xfrm xmlns:a="http://schemas.openxmlformats.org/drawingml/2006/main">
            <a:off x="800100" y="4533900"/>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1">
                <a:solidFill>
                  <a:srgbClr val="111318"/>
                </a:solidFill>
                <a:latin typeface="Arial"/>
                <a:ea typeface="Arial"/>
                <a:cs typeface="Arial"/>
              </a:defRPr>
            </a:pPr>
            <a:r>
              <a:rPr sz="1125" b="0" i="1">
                <a:solidFill>
                  <a:srgbClr val="111318"/>
                </a:solidFill>
                <a:latin typeface="Arial"/>
                <a:ea typeface="Arial"/>
                <a:cs typeface="Arial"/>
              </a:rPr>
              <a:t>Paste screenshot here</a:t>
            </a:r>
          </a:p>
        </p:txBody>
      </p:sp>
      <p:sp>
        <p:nvSpPr>
          <p:cNvPr id="11" name="">
            <a:extLst xmlns:a="http://schemas.openxmlformats.org/drawingml/2006/main">
              <a:ext uri="{FF2B5EF4-FFF2-40B4-BE49-F238E27FC236}">
                <a16:creationId xmlns:a16="http://schemas.microsoft.com/office/drawing/2014/main" id="{CDEC3B55-4215-4524-AB00-B526DF8F8D22}"/>
              </a:ext>
            </a:extLst>
          </p:cNvPr>
          <p:cNvSpPr>
            <a:spLocks xmlns:a="http://schemas.openxmlformats.org/drawingml/2006/main" noGrp="1"/>
          </p:cNvSpPr>
          <p:nvPr/>
        </p:nvSpPr>
        <p:spPr>
          <a:xfrm xmlns:a="http://schemas.openxmlformats.org/drawingml/2006/main">
            <a:off x="4381500" y="2114550"/>
            <a:ext cx="3429000" cy="3429000"/>
          </a:xfrm>
          <a:prstGeom xmlns:a="http://schemas.openxmlformats.org/drawingml/2006/main" prst="roundRect">
            <a:avLst>
              <a:gd name="adj" fmla="val 2222"/>
            </a:avLst>
          </a:prstGeom>
          <a:solidFill xmlns:a="http://schemas.openxmlformats.org/drawingml/2006/main">
            <a:srgbClr val="202B5B"/>
          </a:solidFill>
          <a:ln xmlns:a="http://schemas.openxmlformats.org/drawingml/2006/main" w="19050">
            <a:solidFill>
              <a:srgbClr val="202B5B"/>
            </a:solidFill>
            <a:prstDash val="solid"/>
          </a:ln>
        </p:spPr>
      </p:sp>
      <p:sp>
        <p:nvSpPr>
          <p:cNvPr id="12" name="">
            <a:extLst xmlns:a="http://schemas.openxmlformats.org/drawingml/2006/main">
              <a:ext uri="{FF2B5EF4-FFF2-40B4-BE49-F238E27FC236}">
                <a16:creationId xmlns:a16="http://schemas.microsoft.com/office/drawing/2014/main" id="{FC71645C-E0B0-45E2-8B93-BDA1A23BFCE6}"/>
              </a:ext>
            </a:extLst>
          </p:cNvPr>
          <p:cNvSpPr>
            <a:spLocks xmlns:a="http://schemas.openxmlformats.org/drawingml/2006/main" noGrp="1"/>
          </p:cNvSpPr>
          <p:nvPr/>
        </p:nvSpPr>
        <p:spPr>
          <a:xfrm xmlns:a="http://schemas.openxmlformats.org/drawingml/2006/main">
            <a:off x="5762625" y="3114675"/>
            <a:ext cx="666750" cy="666750"/>
          </a:xfrm>
          <a:prstGeom xmlns:a="http://schemas.openxmlformats.org/drawingml/2006/main" prst="ellipse">
            <a:avLst/>
          </a:prstGeom>
          <a:solidFill xmlns:a="http://schemas.openxmlformats.org/drawingml/2006/main">
            <a:srgbClr val="007A9E"/>
          </a:solidFill>
          <a:ln xmlns:a="http://schemas.openxmlformats.org/drawingml/2006/main" w="0">
            <a:solidFill>
              <a:srgbClr val="007A9E"/>
            </a:solidFill>
            <a:prstDash val="solid"/>
          </a:ln>
        </p:spPr>
      </p:sp>
      <p:sp>
        <p:nvSpPr>
          <p:cNvPr id="13" name="">
            <a:extLst xmlns:a="http://schemas.openxmlformats.org/drawingml/2006/main">
              <a:ext uri="{FF2B5EF4-FFF2-40B4-BE49-F238E27FC236}">
                <a16:creationId xmlns:a16="http://schemas.microsoft.com/office/drawing/2014/main" id="{4FECBCD5-5C92-43C0-9E96-A9FC164C1A1A}"/>
              </a:ext>
            </a:extLst>
          </p:cNvPr>
          <p:cNvSpPr>
            <a:spLocks xmlns:a="http://schemas.openxmlformats.org/drawingml/2006/main" noGrp="1"/>
          </p:cNvSpPr>
          <p:nvPr/>
        </p:nvSpPr>
        <p:spPr>
          <a:xfrm xmlns:a="http://schemas.openxmlformats.org/drawingml/2006/main">
            <a:off x="5762625" y="316230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FFFFFF"/>
                </a:solidFill>
                <a:latin typeface="Arial"/>
                <a:ea typeface="Arial"/>
                <a:cs typeface="Arial"/>
              </a:defRPr>
            </a:pPr>
            <a:r>
              <a:rPr sz="1500" b="1" i="0">
                <a:solidFill>
                  <a:srgbClr val="FFFFFF"/>
                </a:solidFill>
                <a:latin typeface="Arial"/>
                <a:ea typeface="Arial"/>
                <a:cs typeface="Arial"/>
              </a:rPr>
              <a:t>&lt;/&gt;</a:t>
            </a:r>
          </a:p>
        </p:txBody>
      </p:sp>
      <p:sp>
        <p:nvSpPr>
          <p:cNvPr id="14" name="">
            <a:extLst xmlns:a="http://schemas.openxmlformats.org/drawingml/2006/main">
              <a:ext uri="{FF2B5EF4-FFF2-40B4-BE49-F238E27FC236}">
                <a16:creationId xmlns:a16="http://schemas.microsoft.com/office/drawing/2014/main" id="{2455406F-3734-43E0-9920-66EE12E0B91F}"/>
              </a:ext>
            </a:extLst>
          </p:cNvPr>
          <p:cNvSpPr>
            <a:spLocks xmlns:a="http://schemas.openxmlformats.org/drawingml/2006/main" noGrp="1"/>
          </p:cNvSpPr>
          <p:nvPr/>
        </p:nvSpPr>
        <p:spPr>
          <a:xfrm xmlns:a="http://schemas.openxmlformats.org/drawingml/2006/main">
            <a:off x="4572000" y="4067175"/>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1" i="0">
                <a:solidFill>
                  <a:srgbClr val="FFFFFF"/>
                </a:solidFill>
                <a:latin typeface="Arial"/>
                <a:ea typeface="Arial"/>
                <a:cs typeface="Arial"/>
              </a:defRPr>
            </a:pPr>
            <a:r>
              <a:rPr sz="1350" b="1" i="0">
                <a:solidFill>
                  <a:srgbClr val="FFFFFF"/>
                </a:solidFill>
                <a:latin typeface="Arial"/>
                <a:ea typeface="Arial"/>
                <a:cs typeface="Arial"/>
              </a:rPr>
              <a:t>TRAINING MODEL</a:t>
            </a:r>
          </a:p>
        </p:txBody>
      </p:sp>
      <p:sp>
        <p:nvSpPr>
          <p:cNvPr id="15" name="">
            <a:extLst xmlns:a="http://schemas.openxmlformats.org/drawingml/2006/main">
              <a:ext uri="{FF2B5EF4-FFF2-40B4-BE49-F238E27FC236}">
                <a16:creationId xmlns:a16="http://schemas.microsoft.com/office/drawing/2014/main" id="{4B0E003C-5C46-4C5F-BC1D-33E99B34D7E7}"/>
              </a:ext>
            </a:extLst>
          </p:cNvPr>
          <p:cNvSpPr>
            <a:spLocks xmlns:a="http://schemas.openxmlformats.org/drawingml/2006/main" noGrp="1"/>
          </p:cNvSpPr>
          <p:nvPr/>
        </p:nvSpPr>
        <p:spPr>
          <a:xfrm xmlns:a="http://schemas.openxmlformats.org/drawingml/2006/main">
            <a:off x="4572000" y="4533900"/>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1">
                <a:solidFill>
                  <a:srgbClr val="FFFFFF"/>
                </a:solidFill>
                <a:latin typeface="Arial"/>
                <a:ea typeface="Arial"/>
                <a:cs typeface="Arial"/>
              </a:defRPr>
            </a:pPr>
            <a:r>
              <a:rPr sz="1125" b="0" i="1">
                <a:solidFill>
                  <a:srgbClr val="FFFFFF"/>
                </a:solidFill>
                <a:latin typeface="Arial"/>
                <a:ea typeface="Arial"/>
                <a:cs typeface="Arial"/>
              </a:rPr>
              <a:t>Paste screenshot here</a:t>
            </a:r>
          </a:p>
        </p:txBody>
      </p:sp>
      <p:sp>
        <p:nvSpPr>
          <p:cNvPr id="16" name="">
            <a:extLst xmlns:a="http://schemas.openxmlformats.org/drawingml/2006/main">
              <a:ext uri="{FF2B5EF4-FFF2-40B4-BE49-F238E27FC236}">
                <a16:creationId xmlns:a16="http://schemas.microsoft.com/office/drawing/2014/main" id="{E77FA109-2D1F-4A5F-9017-57A6D5DFE478}"/>
              </a:ext>
            </a:extLst>
          </p:cNvPr>
          <p:cNvSpPr>
            <a:spLocks xmlns:a="http://schemas.openxmlformats.org/drawingml/2006/main" noGrp="1"/>
          </p:cNvSpPr>
          <p:nvPr/>
        </p:nvSpPr>
        <p:spPr>
          <a:xfrm xmlns:a="http://schemas.openxmlformats.org/drawingml/2006/main">
            <a:off x="8153400" y="2114550"/>
            <a:ext cx="3429000" cy="34290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19050">
            <a:solidFill>
              <a:srgbClr val="B7D8E0"/>
            </a:solidFill>
            <a:prstDash val="solid"/>
          </a:ln>
        </p:spPr>
      </p:sp>
      <p:sp>
        <p:nvSpPr>
          <p:cNvPr id="17" name="">
            <a:extLst xmlns:a="http://schemas.openxmlformats.org/drawingml/2006/main">
              <a:ext uri="{FF2B5EF4-FFF2-40B4-BE49-F238E27FC236}">
                <a16:creationId xmlns:a16="http://schemas.microsoft.com/office/drawing/2014/main" id="{04E204C1-2783-460B-BCED-B736ACAC6267}"/>
              </a:ext>
            </a:extLst>
          </p:cNvPr>
          <p:cNvSpPr>
            <a:spLocks xmlns:a="http://schemas.openxmlformats.org/drawingml/2006/main" noGrp="1"/>
          </p:cNvSpPr>
          <p:nvPr/>
        </p:nvSpPr>
        <p:spPr>
          <a:xfrm xmlns:a="http://schemas.openxmlformats.org/drawingml/2006/main">
            <a:off x="9534525" y="3114675"/>
            <a:ext cx="666750" cy="666750"/>
          </a:xfrm>
          <a:prstGeom xmlns:a="http://schemas.openxmlformats.org/drawingml/2006/main" prst="ellipse">
            <a:avLst/>
          </a:prstGeom>
          <a:solidFill xmlns:a="http://schemas.openxmlformats.org/drawingml/2006/main">
            <a:srgbClr val="007A9E"/>
          </a:solidFill>
          <a:ln xmlns:a="http://schemas.openxmlformats.org/drawingml/2006/main" w="0">
            <a:solidFill>
              <a:srgbClr val="007A9E"/>
            </a:solidFill>
            <a:prstDash val="solid"/>
          </a:ln>
        </p:spPr>
      </p:sp>
      <p:sp>
        <p:nvSpPr>
          <p:cNvPr id="18" name="">
            <a:extLst xmlns:a="http://schemas.openxmlformats.org/drawingml/2006/main">
              <a:ext uri="{FF2B5EF4-FFF2-40B4-BE49-F238E27FC236}">
                <a16:creationId xmlns:a16="http://schemas.microsoft.com/office/drawing/2014/main" id="{C2B244CA-8AE7-4116-8675-B9042379878A}"/>
              </a:ext>
            </a:extLst>
          </p:cNvPr>
          <p:cNvSpPr>
            <a:spLocks xmlns:a="http://schemas.openxmlformats.org/drawingml/2006/main" noGrp="1"/>
          </p:cNvSpPr>
          <p:nvPr/>
        </p:nvSpPr>
        <p:spPr>
          <a:xfrm xmlns:a="http://schemas.openxmlformats.org/drawingml/2006/main">
            <a:off x="9534525" y="316230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FFFFFF"/>
                </a:solidFill>
                <a:latin typeface="Arial"/>
                <a:ea typeface="Arial"/>
                <a:cs typeface="Arial"/>
              </a:defRPr>
            </a:pPr>
            <a:r>
              <a:rPr sz="1500" b="1" i="0">
                <a:solidFill>
                  <a:srgbClr val="FFFFFF"/>
                </a:solidFill>
                <a:latin typeface="Arial"/>
                <a:ea typeface="Arial"/>
                <a:cs typeface="Arial"/>
              </a:rPr>
              <a:t>&lt;/&gt;</a:t>
            </a:r>
          </a:p>
        </p:txBody>
      </p:sp>
      <p:sp>
        <p:nvSpPr>
          <p:cNvPr id="19" name="">
            <a:extLst xmlns:a="http://schemas.openxmlformats.org/drawingml/2006/main">
              <a:ext uri="{FF2B5EF4-FFF2-40B4-BE49-F238E27FC236}">
                <a16:creationId xmlns:a16="http://schemas.microsoft.com/office/drawing/2014/main" id="{9CC6F243-E31E-463D-86AB-3483A331186A}"/>
              </a:ext>
            </a:extLst>
          </p:cNvPr>
          <p:cNvSpPr>
            <a:spLocks xmlns:a="http://schemas.openxmlformats.org/drawingml/2006/main" noGrp="1"/>
          </p:cNvSpPr>
          <p:nvPr/>
        </p:nvSpPr>
        <p:spPr>
          <a:xfrm xmlns:a="http://schemas.openxmlformats.org/drawingml/2006/main">
            <a:off x="8343900" y="4067175"/>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1" i="0">
                <a:solidFill>
                  <a:srgbClr val="111318"/>
                </a:solidFill>
                <a:latin typeface="Arial"/>
                <a:ea typeface="Arial"/>
                <a:cs typeface="Arial"/>
              </a:defRPr>
            </a:pPr>
            <a:r>
              <a:rPr sz="1350" b="1" i="0">
                <a:solidFill>
                  <a:srgbClr val="111318"/>
                </a:solidFill>
                <a:latin typeface="Arial"/>
                <a:ea typeface="Arial"/>
                <a:cs typeface="Arial"/>
              </a:rPr>
              <a:t>PREDICTION OUTPUT</a:t>
            </a:r>
          </a:p>
        </p:txBody>
      </p:sp>
      <p:sp>
        <p:nvSpPr>
          <p:cNvPr id="20" name="">
            <a:extLst xmlns:a="http://schemas.openxmlformats.org/drawingml/2006/main">
              <a:ext uri="{FF2B5EF4-FFF2-40B4-BE49-F238E27FC236}">
                <a16:creationId xmlns:a16="http://schemas.microsoft.com/office/drawing/2014/main" id="{6AA69739-9356-42A4-93DB-D07985CF6AC8}"/>
              </a:ext>
            </a:extLst>
          </p:cNvPr>
          <p:cNvSpPr>
            <a:spLocks xmlns:a="http://schemas.openxmlformats.org/drawingml/2006/main" noGrp="1"/>
          </p:cNvSpPr>
          <p:nvPr/>
        </p:nvSpPr>
        <p:spPr>
          <a:xfrm xmlns:a="http://schemas.openxmlformats.org/drawingml/2006/main">
            <a:off x="8343900" y="4533900"/>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1">
                <a:solidFill>
                  <a:srgbClr val="111318"/>
                </a:solidFill>
                <a:latin typeface="Arial"/>
                <a:ea typeface="Arial"/>
                <a:cs typeface="Arial"/>
              </a:defRPr>
            </a:pPr>
            <a:r>
              <a:rPr sz="1125" b="0" i="1">
                <a:solidFill>
                  <a:srgbClr val="111318"/>
                </a:solidFill>
                <a:latin typeface="Arial"/>
                <a:ea typeface="Arial"/>
                <a:cs typeface="Arial"/>
              </a:rPr>
              <a:t>Paste screenshot here</a:t>
            </a:r>
          </a:p>
        </p:txBody>
      </p:sp>
      <p:sp>
        <p:nvSpPr>
          <p:cNvPr id="21" name="">
            <a:extLst xmlns:a="http://schemas.openxmlformats.org/drawingml/2006/main">
              <a:ext uri="{FF2B5EF4-FFF2-40B4-BE49-F238E27FC236}">
                <a16:creationId xmlns:a16="http://schemas.microsoft.com/office/drawing/2014/main" id="{832CCDB8-61E3-467A-9F92-FEC58DA41474}"/>
              </a:ext>
            </a:extLst>
          </p:cNvPr>
          <p:cNvSpPr>
            <a:spLocks xmlns:a="http://schemas.openxmlformats.org/drawingml/2006/main" noGrp="1"/>
          </p:cNvSpPr>
          <p:nvPr/>
        </p:nvSpPr>
        <p:spPr>
          <a:xfrm xmlns:a="http://schemas.openxmlformats.org/drawingml/2006/main">
            <a:off x="609600" y="6515100"/>
            <a:ext cx="1095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0" i="1">
                <a:solidFill>
                  <a:srgbClr val="111318"/>
                </a:solidFill>
                <a:latin typeface="Arial"/>
                <a:ea typeface="Arial"/>
                <a:cs typeface="Arial"/>
              </a:defRPr>
            </a:pPr>
            <a:r>
              <a:rPr sz="750" b="0" i="1">
                <a:solidFill>
                  <a:srgbClr val="111318"/>
                </a:solidFill>
                <a:latin typeface="Arial"/>
                <a:ea typeface="Arial"/>
                <a:cs typeface="Arial"/>
              </a:rPr>
              <a:t>Editable image placeholders</a:t>
            </a:r>
          </a:p>
        </p:txBody>
      </p:sp>
    </p:spTree>
    <p:extLst>
      <p:ext uri="{BB962C8B-B14F-4D97-AF65-F5344CB8AC3E}">
        <p14:creationId xmlns:p14="http://schemas.microsoft.com/office/powerpoint/2010/main" val="114990975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AFD4CD2-4EC3-4354-B011-D3F8EA654C82}"/>
              </a:ext>
            </a:extLst>
          </p:cNvPr>
          <p:cNvSpPr>
            <a:spLocks xmlns:a="http://schemas.openxmlformats.org/drawingml/2006/main" noGrp="1"/>
          </p:cNvSpPr>
          <p:nvPr/>
        </p:nvSpPr>
        <p:spPr>
          <a:xfrm xmlns:a="http://schemas.openxmlformats.org/drawingml/2006/main">
            <a:off x="0" y="0"/>
            <a:ext cx="3667125" cy="6858000"/>
          </a:xfrm>
          <a:prstGeom xmlns:a="http://schemas.openxmlformats.org/drawingml/2006/main" prst="rect">
            <a:avLst/>
          </a:prstGeom>
          <a:solidFill xmlns:a="http://schemas.openxmlformats.org/drawingml/2006/main">
            <a:srgbClr val="202B5B"/>
          </a:solidFill>
          <a:ln xmlns:a="http://schemas.openxmlformats.org/drawingml/2006/main" w="0">
            <a:solidFill>
              <a:srgbClr val="202B5B"/>
            </a:solidFill>
            <a:prstDash val="solid"/>
          </a:ln>
        </p:spPr>
      </p:sp>
      <p:sp>
        <p:nvSpPr>
          <p:cNvPr id="2" name="">
            <a:extLst xmlns:a="http://schemas.openxmlformats.org/drawingml/2006/main">
              <a:ext uri="{FF2B5EF4-FFF2-40B4-BE49-F238E27FC236}">
                <a16:creationId xmlns:a16="http://schemas.microsoft.com/office/drawing/2014/main" id="{655E3E74-EBB6-44B0-B51E-BD31F5EB52CD}"/>
              </a:ext>
            </a:extLst>
          </p:cNvPr>
          <p:cNvSpPr>
            <a:spLocks xmlns:a="http://schemas.openxmlformats.org/drawingml/2006/main" noGrp="1"/>
          </p:cNvSpPr>
          <p:nvPr/>
        </p:nvSpPr>
        <p:spPr>
          <a:xfrm xmlns:a="http://schemas.openxmlformats.org/drawingml/2006/main">
            <a:off x="647700" y="647700"/>
            <a:ext cx="552450" cy="552450"/>
          </a:xfrm>
          <a:prstGeom xmlns:a="http://schemas.openxmlformats.org/drawingml/2006/main" prst="ellipse">
            <a:avLst/>
          </a:prstGeom>
          <a:solidFill xmlns:a="http://schemas.openxmlformats.org/drawingml/2006/main">
            <a:srgbClr val="007A9E"/>
          </a:solidFill>
          <a:ln xmlns:a="http://schemas.openxmlformats.org/drawingml/2006/main" w="0">
            <a:solidFill>
              <a:srgbClr val="007A9E"/>
            </a:solidFill>
            <a:prstDash val="solid"/>
          </a:ln>
        </p:spPr>
      </p:sp>
      <p:sp>
        <p:nvSpPr>
          <p:cNvPr id="3" name="">
            <a:extLst xmlns:a="http://schemas.openxmlformats.org/drawingml/2006/main">
              <a:ext uri="{FF2B5EF4-FFF2-40B4-BE49-F238E27FC236}">
                <a16:creationId xmlns:a16="http://schemas.microsoft.com/office/drawing/2014/main" id="{1F4137AE-BE21-4A39-B45B-7AB19FACA7BF}"/>
              </a:ext>
            </a:extLst>
          </p:cNvPr>
          <p:cNvSpPr>
            <a:spLocks xmlns:a="http://schemas.openxmlformats.org/drawingml/2006/main" noGrp="1"/>
          </p:cNvSpPr>
          <p:nvPr/>
        </p:nvSpPr>
        <p:spPr>
          <a:xfrm xmlns:a="http://schemas.openxmlformats.org/drawingml/2006/main">
            <a:off x="647700" y="695325"/>
            <a:ext cx="552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FFFFFF"/>
                </a:solidFill>
                <a:latin typeface="Arial"/>
                <a:ea typeface="Arial"/>
                <a:cs typeface="Arial"/>
              </a:defRPr>
            </a:pPr>
            <a:r>
              <a:rPr sz="1500" b="1" i="0">
                <a:solidFill>
                  <a:srgbClr val="FFFFFF"/>
                </a:solidFill>
                <a:latin typeface="Arial"/>
                <a:ea typeface="Arial"/>
                <a:cs typeface="Arial"/>
              </a:rPr>
              <a:t>✓</a:t>
            </a:r>
          </a:p>
        </p:txBody>
      </p:sp>
      <p:sp>
        <p:nvSpPr>
          <p:cNvPr id="4" name="">
            <a:extLst xmlns:a="http://schemas.openxmlformats.org/drawingml/2006/main">
              <a:ext uri="{FF2B5EF4-FFF2-40B4-BE49-F238E27FC236}">
                <a16:creationId xmlns:a16="http://schemas.microsoft.com/office/drawing/2014/main" id="{22AA7F07-02ED-4FD2-AA12-0688AF4E4595}"/>
              </a:ext>
            </a:extLst>
          </p:cNvPr>
          <p:cNvSpPr>
            <a:spLocks xmlns:a="http://schemas.openxmlformats.org/drawingml/2006/main" noGrp="1"/>
          </p:cNvSpPr>
          <p:nvPr/>
        </p:nvSpPr>
        <p:spPr>
          <a:xfrm xmlns:a="http://schemas.openxmlformats.org/drawingml/2006/main">
            <a:off x="647700" y="152400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CERTIFICATE</a:t>
            </a:r>
          </a:p>
        </p:txBody>
      </p:sp>
      <p:sp>
        <p:nvSpPr>
          <p:cNvPr id="5" name="">
            <a:extLst xmlns:a="http://schemas.openxmlformats.org/drawingml/2006/main">
              <a:ext uri="{FF2B5EF4-FFF2-40B4-BE49-F238E27FC236}">
                <a16:creationId xmlns:a16="http://schemas.microsoft.com/office/drawing/2014/main" id="{1B314937-368F-4A62-B01C-2B1029954234}"/>
              </a:ext>
            </a:extLst>
          </p:cNvPr>
          <p:cNvSpPr>
            <a:spLocks xmlns:a="http://schemas.openxmlformats.org/drawingml/2006/main" noGrp="1"/>
          </p:cNvSpPr>
          <p:nvPr/>
        </p:nvSpPr>
        <p:spPr>
          <a:xfrm xmlns:a="http://schemas.openxmlformats.org/drawingml/2006/main">
            <a:off x="647700" y="194310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225" b="1" i="0">
                <a:solidFill>
                  <a:srgbClr val="FFFFFF"/>
                </a:solidFill>
                <a:latin typeface="Arial"/>
                <a:ea typeface="Arial"/>
                <a:cs typeface="Arial"/>
              </a:defRPr>
            </a:pPr>
            <a:r>
              <a:rPr sz="3225" b="1" i="0">
                <a:solidFill>
                  <a:srgbClr val="FFFFFF"/>
                </a:solidFill>
                <a:latin typeface="Arial"/>
                <a:ea typeface="Arial"/>
                <a:cs typeface="Arial"/>
              </a:rPr>
              <a:t>Certificate</a:t>
            </a:r>
          </a:p>
        </p:txBody>
      </p:sp>
      <p:sp>
        <p:nvSpPr>
          <p:cNvPr id="6" name="">
            <a:extLst xmlns:a="http://schemas.openxmlformats.org/drawingml/2006/main">
              <a:ext uri="{FF2B5EF4-FFF2-40B4-BE49-F238E27FC236}">
                <a16:creationId xmlns:a16="http://schemas.microsoft.com/office/drawing/2014/main" id="{BD965599-AB67-485C-A599-B1F6B3743FEB}"/>
              </a:ext>
            </a:extLst>
          </p:cNvPr>
          <p:cNvSpPr>
            <a:spLocks xmlns:a="http://schemas.openxmlformats.org/drawingml/2006/main" noGrp="1"/>
          </p:cNvSpPr>
          <p:nvPr/>
        </p:nvSpPr>
        <p:spPr>
          <a:xfrm xmlns:a="http://schemas.openxmlformats.org/drawingml/2006/main">
            <a:off x="647700" y="293370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i="0">
                <a:solidFill>
                  <a:srgbClr val="FFFFFF"/>
                </a:solidFill>
                <a:latin typeface="Arial"/>
                <a:ea typeface="Arial"/>
                <a:cs typeface="Arial"/>
              </a:defRPr>
            </a:pPr>
            <a:r>
              <a:rPr sz="1500" b="0" i="0">
                <a:solidFill>
                  <a:srgbClr val="FFFFFF"/>
                </a:solidFill>
                <a:latin typeface="Arial"/>
                <a:ea typeface="Arial"/>
                <a:cs typeface="Arial"/>
              </a:rPr>
              <a:t>Place the participant certificate in the frame.</a:t>
            </a:r>
          </a:p>
        </p:txBody>
      </p:sp>
      <p:sp>
        <p:nvSpPr>
          <p:cNvPr id="7" name="">
            <a:extLst xmlns:a="http://schemas.openxmlformats.org/drawingml/2006/main">
              <a:ext uri="{FF2B5EF4-FFF2-40B4-BE49-F238E27FC236}">
                <a16:creationId xmlns:a16="http://schemas.microsoft.com/office/drawing/2014/main" id="{C248B068-9AA7-43E1-A0C1-92A1FA658804}"/>
              </a:ext>
            </a:extLst>
          </p:cNvPr>
          <p:cNvSpPr>
            <a:spLocks xmlns:a="http://schemas.openxmlformats.org/drawingml/2006/main" noGrp="1"/>
          </p:cNvSpPr>
          <p:nvPr/>
        </p:nvSpPr>
        <p:spPr>
          <a:xfrm xmlns:a="http://schemas.openxmlformats.org/drawingml/2006/main">
            <a:off x="647700" y="4191000"/>
            <a:ext cx="2381250" cy="0"/>
          </a:xfrm>
          <a:prstGeom xmlns:a="http://schemas.openxmlformats.org/drawingml/2006/main" prst="line">
            <a:avLst/>
          </a:prstGeom>
          <a:noFill xmlns:a="http://schemas.openxmlformats.org/drawingml/2006/main"/>
          <a:ln xmlns:a="http://schemas.openxmlformats.org/drawingml/2006/main" w="28575">
            <a:solidFill>
              <a:srgbClr val="45CFD1"/>
            </a:solidFill>
            <a:prstDash val="solid"/>
          </a:ln>
        </p:spPr>
      </p:sp>
      <p:sp>
        <p:nvSpPr>
          <p:cNvPr id="8" name="">
            <a:extLst xmlns:a="http://schemas.openxmlformats.org/drawingml/2006/main">
              <a:ext uri="{FF2B5EF4-FFF2-40B4-BE49-F238E27FC236}">
                <a16:creationId xmlns:a16="http://schemas.microsoft.com/office/drawing/2014/main" id="{E1B74A52-2CE6-4DD9-A07B-49F6FADF7A19}"/>
              </a:ext>
            </a:extLst>
          </p:cNvPr>
          <p:cNvSpPr>
            <a:spLocks xmlns:a="http://schemas.openxmlformats.org/drawingml/2006/main" noGrp="1"/>
          </p:cNvSpPr>
          <p:nvPr/>
        </p:nvSpPr>
        <p:spPr>
          <a:xfrm xmlns:a="http://schemas.openxmlformats.org/drawingml/2006/main">
            <a:off x="647700" y="4476750"/>
            <a:ext cx="238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FFFFFF"/>
                </a:solidFill>
                <a:latin typeface="Arial"/>
                <a:ea typeface="Arial"/>
                <a:cs typeface="Arial"/>
              </a:defRPr>
            </a:pPr>
            <a:r>
              <a:rPr sz="1200" b="1" i="0">
                <a:solidFill>
                  <a:srgbClr val="FFFFFF"/>
                </a:solidFill>
                <a:latin typeface="Arial"/>
                <a:ea typeface="Arial"/>
                <a:cs typeface="Arial"/>
              </a:rPr>
              <a:t>Keep the complete image visible, including names, signatures and seals.</a:t>
            </a:r>
          </a:p>
        </p:txBody>
      </p:sp>
      <p:sp>
        <p:nvSpPr>
          <p:cNvPr id="9" name="">
            <a:extLst xmlns:a="http://schemas.openxmlformats.org/drawingml/2006/main">
              <a:ext uri="{FF2B5EF4-FFF2-40B4-BE49-F238E27FC236}">
                <a16:creationId xmlns:a16="http://schemas.microsoft.com/office/drawing/2014/main" id="{3D96A9DF-03BE-4E35-8FB9-61D7D9054B4E}"/>
              </a:ext>
            </a:extLst>
          </p:cNvPr>
          <p:cNvSpPr>
            <a:spLocks xmlns:a="http://schemas.openxmlformats.org/drawingml/2006/main" noGrp="1"/>
          </p:cNvSpPr>
          <p:nvPr/>
        </p:nvSpPr>
        <p:spPr>
          <a:xfrm xmlns:a="http://schemas.openxmlformats.org/drawingml/2006/main">
            <a:off x="4191000" y="571500"/>
            <a:ext cx="7334250" cy="5715000"/>
          </a:xfrm>
          <a:prstGeom xmlns:a="http://schemas.openxmlformats.org/drawingml/2006/main" prst="roundRect">
            <a:avLst>
              <a:gd name="adj" fmla="val 1333"/>
            </a:avLst>
          </a:prstGeom>
          <a:solidFill xmlns:a="http://schemas.openxmlformats.org/drawingml/2006/main">
            <a:srgbClr val="F5FAFB"/>
          </a:solidFill>
          <a:ln xmlns:a="http://schemas.openxmlformats.org/drawingml/2006/main" w="19050">
            <a:solidFill>
              <a:srgbClr val="007A9E"/>
            </a:solidFill>
            <a:prstDash val="solid"/>
          </a:ln>
        </p:spPr>
      </p:sp>
      <p:sp>
        <p:nvSpPr>
          <p:cNvPr id="10" name="">
            <a:extLst xmlns:a="http://schemas.openxmlformats.org/drawingml/2006/main">
              <a:ext uri="{FF2B5EF4-FFF2-40B4-BE49-F238E27FC236}">
                <a16:creationId xmlns:a16="http://schemas.microsoft.com/office/drawing/2014/main" id="{AA89E3C1-F739-4341-94C9-7789433AC51C}"/>
              </a:ext>
            </a:extLst>
          </p:cNvPr>
          <p:cNvSpPr>
            <a:spLocks xmlns:a="http://schemas.openxmlformats.org/drawingml/2006/main" noGrp="1"/>
          </p:cNvSpPr>
          <p:nvPr/>
        </p:nvSpPr>
        <p:spPr>
          <a:xfrm xmlns:a="http://schemas.openxmlformats.org/drawingml/2006/main">
            <a:off x="7486650" y="2362200"/>
            <a:ext cx="742950" cy="742950"/>
          </a:xfrm>
          <a:prstGeom xmlns:a="http://schemas.openxmlformats.org/drawingml/2006/main" prst="ellipse">
            <a:avLst/>
          </a:prstGeom>
          <a:solidFill xmlns:a="http://schemas.openxmlformats.org/drawingml/2006/main">
            <a:srgbClr val="007A9E"/>
          </a:solidFill>
          <a:ln xmlns:a="http://schemas.openxmlformats.org/drawingml/2006/main" w="0">
            <a:solidFill>
              <a:srgbClr val="007A9E"/>
            </a:solidFill>
            <a:prstDash val="solid"/>
          </a:ln>
        </p:spPr>
      </p:sp>
      <p:sp>
        <p:nvSpPr>
          <p:cNvPr id="11" name="">
            <a:extLst xmlns:a="http://schemas.openxmlformats.org/drawingml/2006/main">
              <a:ext uri="{FF2B5EF4-FFF2-40B4-BE49-F238E27FC236}">
                <a16:creationId xmlns:a16="http://schemas.microsoft.com/office/drawing/2014/main" id="{1CEA469A-0D9D-42A3-82AC-62EFF7030AF0}"/>
              </a:ext>
            </a:extLst>
          </p:cNvPr>
          <p:cNvSpPr>
            <a:spLocks xmlns:a="http://schemas.openxmlformats.org/drawingml/2006/main" noGrp="1"/>
          </p:cNvSpPr>
          <p:nvPr/>
        </p:nvSpPr>
        <p:spPr>
          <a:xfrm xmlns:a="http://schemas.openxmlformats.org/drawingml/2006/main">
            <a:off x="7486650" y="2409825"/>
            <a:ext cx="7429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FFFFFF"/>
                </a:solidFill>
                <a:latin typeface="Arial"/>
                <a:ea typeface="Arial"/>
                <a:cs typeface="Arial"/>
              </a:defRPr>
            </a:pPr>
            <a:r>
              <a:rPr sz="1500" b="1" i="0">
                <a:solidFill>
                  <a:srgbClr val="FFFFFF"/>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A8F6331D-7379-4598-AEF0-AAFEFE8BD05E}"/>
              </a:ext>
            </a:extLst>
          </p:cNvPr>
          <p:cNvSpPr>
            <a:spLocks xmlns:a="http://schemas.openxmlformats.org/drawingml/2006/main" noGrp="1"/>
          </p:cNvSpPr>
          <p:nvPr/>
        </p:nvSpPr>
        <p:spPr>
          <a:xfrm xmlns:a="http://schemas.openxmlformats.org/drawingml/2006/main">
            <a:off x="4953000" y="3381375"/>
            <a:ext cx="581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650" b="1" i="0">
                <a:solidFill>
                  <a:srgbClr val="111318"/>
                </a:solidFill>
                <a:latin typeface="Arial"/>
                <a:ea typeface="Arial"/>
                <a:cs typeface="Arial"/>
              </a:defRPr>
            </a:pPr>
            <a:r>
              <a:rPr sz="1650" b="1" i="0">
                <a:solidFill>
                  <a:srgbClr val="111318"/>
                </a:solidFill>
                <a:latin typeface="Arial"/>
                <a:ea typeface="Arial"/>
                <a:cs typeface="Arial"/>
              </a:rPr>
              <a:t>CERTIFICATE IMAGE</a:t>
            </a:r>
          </a:p>
        </p:txBody>
      </p:sp>
      <p:sp>
        <p:nvSpPr>
          <p:cNvPr id="13" name="">
            <a:extLst xmlns:a="http://schemas.openxmlformats.org/drawingml/2006/main">
              <a:ext uri="{FF2B5EF4-FFF2-40B4-BE49-F238E27FC236}">
                <a16:creationId xmlns:a16="http://schemas.microsoft.com/office/drawing/2014/main" id="{D79CBADB-C029-4884-975A-311F0DCD2CF0}"/>
              </a:ext>
            </a:extLst>
          </p:cNvPr>
          <p:cNvSpPr>
            <a:spLocks xmlns:a="http://schemas.openxmlformats.org/drawingml/2006/main" noGrp="1"/>
          </p:cNvSpPr>
          <p:nvPr/>
        </p:nvSpPr>
        <p:spPr>
          <a:xfrm xmlns:a="http://schemas.openxmlformats.org/drawingml/2006/main">
            <a:off x="4953000" y="3829050"/>
            <a:ext cx="581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0" i="1">
                <a:solidFill>
                  <a:srgbClr val="111318"/>
                </a:solidFill>
                <a:latin typeface="Arial"/>
                <a:ea typeface="Arial"/>
                <a:cs typeface="Arial"/>
              </a:defRPr>
            </a:pPr>
            <a:r>
              <a:rPr sz="1275" b="0" i="1">
                <a:solidFill>
                  <a:srgbClr val="111318"/>
                </a:solidFill>
                <a:latin typeface="Arial"/>
                <a:ea typeface="Arial"/>
                <a:cs typeface="Arial"/>
              </a:rPr>
              <a:t>Paste image here</a:t>
            </a:r>
          </a:p>
        </p:txBody>
      </p:sp>
    </p:spTree>
    <p:extLst>
      <p:ext uri="{BB962C8B-B14F-4D97-AF65-F5344CB8AC3E}">
        <p14:creationId xmlns:p14="http://schemas.microsoft.com/office/powerpoint/2010/main" val="1516520931"/>
      </p:ext>
    </p:extLst>
  </p:cSld>
</p:sld>
</file>

<file path=ppt/slides/slide9.xml><?xml version="1.0" encoding="utf-8"?>
<p:sld xmlns:p="http://schemas.openxmlformats.org/presentationml/2006/main">
  <p:cSld>
    <p:bg>
      <p:bgPr>
        <a:solidFill xmlns:a="http://schemas.openxmlformats.org/drawingml/2006/main">
          <a:srgbClr val="202B5B"/>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36E7EAD8-0822-4781-9F70-1C7F750C6EC7}"/>
              </a:ext>
            </a:extLst>
          </p:cNvPr>
          <p:cNvSpPr>
            <a:spLocks xmlns:a="http://schemas.openxmlformats.org/drawingml/2006/main" noGrp="1"/>
          </p:cNvSpPr>
          <p:nvPr/>
        </p:nvSpPr>
        <p:spPr>
          <a:xfrm xmlns:a="http://schemas.openxmlformats.org/drawingml/2006/main">
            <a:off x="1333500" y="2667000"/>
            <a:ext cx="9525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4200" b="1" i="0">
                <a:solidFill>
                  <a:srgbClr val="FFFFFF"/>
                </a:solidFill>
                <a:latin typeface="Arial"/>
                <a:ea typeface="Arial"/>
                <a:cs typeface="Arial"/>
              </a:defRPr>
            </a:pPr>
            <a:r>
              <a:rPr sz="4200" b="1" i="0">
                <a:solidFill>
                  <a:srgbClr val="FFFFFF"/>
                </a:solidFill>
                <a:latin typeface="Arial"/>
                <a:ea typeface="Arial"/>
                <a:cs typeface="Arial"/>
              </a:rPr>
              <a:t>Thank you</a:t>
            </a:r>
          </a:p>
        </p:txBody>
      </p:sp>
      <p:sp>
        <p:nvSpPr>
          <p:cNvPr id="2" name="">
            <a:extLst xmlns:a="http://schemas.openxmlformats.org/drawingml/2006/main">
              <a:ext uri="{FF2B5EF4-FFF2-40B4-BE49-F238E27FC236}">
                <a16:creationId xmlns:a16="http://schemas.microsoft.com/office/drawing/2014/main" id="{7D86D085-3668-4772-AAB7-D9BE68CFA70F}"/>
              </a:ext>
            </a:extLst>
          </p:cNvPr>
          <p:cNvSpPr>
            <a:spLocks xmlns:a="http://schemas.openxmlformats.org/drawingml/2006/main" noGrp="1"/>
          </p:cNvSpPr>
          <p:nvPr/>
        </p:nvSpPr>
        <p:spPr>
          <a:xfrm xmlns:a="http://schemas.openxmlformats.org/drawingml/2006/main">
            <a:off x="4667250" y="3857625"/>
            <a:ext cx="2857500" cy="0"/>
          </a:xfrm>
          <a:prstGeom xmlns:a="http://schemas.openxmlformats.org/drawingml/2006/main" prst="line">
            <a:avLst/>
          </a:prstGeom>
          <a:noFill xmlns:a="http://schemas.openxmlformats.org/drawingml/2006/main"/>
          <a:ln xmlns:a="http://schemas.openxmlformats.org/drawingml/2006/main" w="38100">
            <a:solidFill>
              <a:srgbClr val="45CFD1"/>
            </a:solidFill>
            <a:prstDash val="solid"/>
          </a:ln>
        </p:spPr>
      </p:sp>
    </p:spTree>
    <p:extLst>
      <p:ext uri="{BB962C8B-B14F-4D97-AF65-F5344CB8AC3E}">
        <p14:creationId xmlns:p14="http://schemas.microsoft.com/office/powerpoint/2010/main" val="15451211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2026-09-14T18:41:06.1820000Z</dcterms:created>
  <dcterms:modified xsi:type="dcterms:W3CDTF">2026-09-14T18:41:06.1820000Z</dcterms:modified>
</coreProperties>
</file>