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841ed8f4ef4b29" /><Relationship Type="http://schemas.openxmlformats.org/officeDocument/2006/relationships/extended-properties" Target="/docProps/app.xml" Id="R7ba4ee397c0644c6" /><Relationship Type="http://schemas.openxmlformats.org/officeDocument/2006/relationships/officeDocument" Target="/ppt/presentation.xml" Id="Rc1418a2d6ad44919" /></Relationships>
</file>

<file path=ppt/presentation.xml><?xml version="1.0" encoding="utf-8"?>
<p:presentation xmlns:p="http://schemas.openxmlformats.org/presentationml/2006/main">
  <p:sldMasterIdLst>
    <p:sldMasterId xmlns:r="http://schemas.openxmlformats.org/officeDocument/2006/relationships" id="2147483648" r:id="R52491149215a438d"/>
  </p:sldMasterIdLst>
  <p:notesMasterIdLst>
    <p:notesMasterId xmlns:r="http://schemas.openxmlformats.org/officeDocument/2006/relationships" r:id="Ra494b8f24d94457c"/>
  </p:notesMasterIdLst>
  <p:sldIdLst>
    <p:sldId xmlns:r="http://schemas.openxmlformats.org/officeDocument/2006/relationships" id="256" r:id="R471b75a6226342df"/>
    <p:sldId xmlns:r="http://schemas.openxmlformats.org/officeDocument/2006/relationships" id="257" r:id="Rcf341af99ca8496d"/>
    <p:sldId xmlns:r="http://schemas.openxmlformats.org/officeDocument/2006/relationships" id="258" r:id="R28f3b272610544b2"/>
    <p:sldId xmlns:r="http://schemas.openxmlformats.org/officeDocument/2006/relationships" id="259" r:id="Rf87936b2c5584b7f"/>
    <p:sldId xmlns:r="http://schemas.openxmlformats.org/officeDocument/2006/relationships" id="260" r:id="Rb0122c39a6a64ab3"/>
    <p:sldId xmlns:r="http://schemas.openxmlformats.org/officeDocument/2006/relationships" id="261" r:id="Rd7b4d61988284338"/>
    <p:sldId xmlns:r="http://schemas.openxmlformats.org/officeDocument/2006/relationships" id="262" r:id="Rba8a0db0eb4f4e26"/>
    <p:sldId xmlns:r="http://schemas.openxmlformats.org/officeDocument/2006/relationships" id="263" r:id="R95a786d6abf84f7a"/>
    <p:sldId xmlns:r="http://schemas.openxmlformats.org/officeDocument/2006/relationships" id="264" r:id="R8190274f816340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c4c265114b44c8" /><Relationship Type="http://schemas.openxmlformats.org/officeDocument/2006/relationships/slideMaster" Target="/ppt/slideMasters/slideMaster1.xml" Id="R52491149215a438d" /><Relationship Type="http://schemas.openxmlformats.org/officeDocument/2006/relationships/notesMaster" Target="/ppt/notesMasters/notesMaster1.xml" Id="Ra494b8f24d94457c" /><Relationship Type="http://schemas.openxmlformats.org/officeDocument/2006/relationships/presProps" Target="/ppt/presProps.xml" Id="Rc0d1d740a93a4a30" /><Relationship Type="http://schemas.openxmlformats.org/officeDocument/2006/relationships/tableStyles" Target="/ppt/tableStyles.xml" Id="Rb99869edf2cf4267" /><Relationship Type="http://schemas.openxmlformats.org/officeDocument/2006/relationships/slide" Target="/ppt/slides/slide1.xml" Id="R471b75a6226342df" /><Relationship Type="http://schemas.openxmlformats.org/officeDocument/2006/relationships/slide" Target="/ppt/slides/slide2.xml" Id="Rcf341af99ca8496d" /><Relationship Type="http://schemas.openxmlformats.org/officeDocument/2006/relationships/slide" Target="/ppt/slides/slide3.xml" Id="R28f3b272610544b2" /><Relationship Type="http://schemas.openxmlformats.org/officeDocument/2006/relationships/slide" Target="/ppt/slides/slide4.xml" Id="Rf87936b2c5584b7f" /><Relationship Type="http://schemas.openxmlformats.org/officeDocument/2006/relationships/slide" Target="/ppt/slides/slide5.xml" Id="Rb0122c39a6a64ab3" /><Relationship Type="http://schemas.openxmlformats.org/officeDocument/2006/relationships/slide" Target="/ppt/slides/slide6.xml" Id="Rd7b4d61988284338" /><Relationship Type="http://schemas.openxmlformats.org/officeDocument/2006/relationships/slide" Target="/ppt/slides/slide7.xml" Id="Rba8a0db0eb4f4e26" /><Relationship Type="http://schemas.openxmlformats.org/officeDocument/2006/relationships/slide" Target="/ppt/slides/slide8.xml" Id="R95a786d6abf84f7a" /><Relationship Type="http://schemas.openxmlformats.org/officeDocument/2006/relationships/slide" Target="/ppt/slides/slide9.xml" Id="R8190274f816340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371e9faf084f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4615bf61594020" /><Relationship Type="http://schemas.openxmlformats.org/officeDocument/2006/relationships/notesMaster" Target="/ppt/notesMasters/notesMaster1.xml" Id="R82bb95ce4e2d4c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d91af4a55a469e" /><Relationship Type="http://schemas.openxmlformats.org/officeDocument/2006/relationships/notesMaster" Target="/ppt/notesMasters/notesMaster1.xml" Id="R65cb361a52974a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9a5d7c2fe44afc" /><Relationship Type="http://schemas.openxmlformats.org/officeDocument/2006/relationships/notesMaster" Target="/ppt/notesMasters/notesMaster1.xml" Id="R0a48db6928ae46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4bf94c69404ded" /><Relationship Type="http://schemas.openxmlformats.org/officeDocument/2006/relationships/notesMaster" Target="/ppt/notesMasters/notesMaster1.xml" Id="Rcdc6dd7af12247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4ab4145bfe494a" /><Relationship Type="http://schemas.openxmlformats.org/officeDocument/2006/relationships/notesMaster" Target="/ppt/notesMasters/notesMaster1.xml" Id="Rafde382a2e934e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fcf44b03a643a4" /><Relationship Type="http://schemas.openxmlformats.org/officeDocument/2006/relationships/notesMaster" Target="/ppt/notesMasters/notesMaster1.xml" Id="R511c4d43e06e48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29be1097d04cb0" /><Relationship Type="http://schemas.openxmlformats.org/officeDocument/2006/relationships/notesMaster" Target="/ppt/notesMasters/notesMaster1.xml" Id="Rbb5c9f02083449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801679784f4922" /><Relationship Type="http://schemas.openxmlformats.org/officeDocument/2006/relationships/notesMaster" Target="/ppt/notesMasters/notesMaster1.xml" Id="R0ff8b8b122bc42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963d962dfb4087" /><Relationship Type="http://schemas.openxmlformats.org/officeDocument/2006/relationships/notesMaster" Target="/ppt/notesMasters/notesMaster1.xml" Id="R4f85d598c17846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everyday business problem: companies often discover a customer has left only after cancellation. This project explores whether historical customer information can provide an earlier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story as a timing gap. The system does not promise to stop churn by itself. It gives the business a chance to look at a customer account earlier.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non-technical. Each detail says something small about the customer relationship. The model considers them together and returns one of two possible labels: likely to stay or likely to churn.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workflow as a five-step journey. Avoid code details during the main explanation. Mention only that the data is split so the model can be checked on records it did not learn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is a likely class, not a reason for churn and not a guaranteed outcome. A business team should review the customer context before deciding whether any response is appropriate.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story with balance. The prototype demonstrates the full learning process, while the synopsis itself lists the limitations and future steps. The next version should be validated on broader data before live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frames with two or three code screenshots. Suggested coverage: preparing the data, training the Logistic Regression model, and showing the prediction module or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large placeholder with the participant certificate. Use Fit so the full certificate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92afd7db9b4b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ed6c3112bf4cf8" /><Relationship Type="http://schemas.openxmlformats.org/officeDocument/2006/relationships/slideLayout" Target="/ppt/slideLayouts/slideLayout1.xml" Id="R3270db189c114d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70db189c114d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63e793b9ac45b1" /><Relationship Type="http://schemas.openxmlformats.org/officeDocument/2006/relationships/notesSlide" Target="/ppt/notesSlides/notesSlide1.xml" Id="R6ce380edb37940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3aa17b535f490c" /><Relationship Type="http://schemas.openxmlformats.org/officeDocument/2006/relationships/notesSlide" Target="/ppt/notesSlides/notesSlide2.xml" Id="Re51cab5d55e647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0ad9fae0774d5e" /><Relationship Type="http://schemas.openxmlformats.org/officeDocument/2006/relationships/notesSlide" Target="/ppt/notesSlides/notesSlide3.xml" Id="R8058d1ec10074e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165e7444d74a8d" /><Relationship Type="http://schemas.openxmlformats.org/officeDocument/2006/relationships/notesSlide" Target="/ppt/notesSlides/notesSlide4.xml" Id="R14e66e205bcc47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2cfaf78bf748e2" /><Relationship Type="http://schemas.openxmlformats.org/officeDocument/2006/relationships/notesSlide" Target="/ppt/notesSlides/notesSlide5.xml" Id="R7c50082f184745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bc7be1b2884c96" /><Relationship Type="http://schemas.openxmlformats.org/officeDocument/2006/relationships/notesSlide" Target="/ppt/notesSlides/notesSlide6.xml" Id="Rc03112ae92594c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aae6d2c60143a1" /><Relationship Type="http://schemas.openxmlformats.org/officeDocument/2006/relationships/notesSlide" Target="/ppt/notesSlides/notesSlide7.xml" Id="Raed515c94ded46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77e9484db04b7e" /><Relationship Type="http://schemas.openxmlformats.org/officeDocument/2006/relationships/notesSlide" Target="/ppt/notesSlides/notesSlide8.xml" Id="R9729b531f07f48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c2c71cb17340a4" /><Relationship Type="http://schemas.openxmlformats.org/officeDocument/2006/relationships/notesSlide" Target="/ppt/notesSlides/notesSlide9.xml" Id="R89e79137c17e48e4" /></Relationships>
</file>

<file path=ppt/slides/slide1.xml><?xml version="1.0" encoding="utf-8"?>
<p:sld xmlns:p="http://schemas.openxmlformats.org/presentationml/2006/main">
  <p:cSld>
    <p:bg>
      <p:bgPr>
        <a:solidFill xmlns:a="http://schemas.openxmlformats.org/drawingml/2006/main">
          <a:srgbClr val="76545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BFD5704-9E03-4A0E-B74F-925BBEC9B4E9}"/>
              </a:ext>
            </a:extLst>
          </p:cNvPr>
          <p:cNvSpPr>
            <a:spLocks xmlns:a="http://schemas.openxmlformats.org/drawingml/2006/main" noGrp="1"/>
          </p:cNvSpPr>
          <p:nvPr/>
        </p:nvSpPr>
        <p:spPr>
          <a:xfrm xmlns:a="http://schemas.openxmlformats.org/drawingml/2006/main">
            <a:off x="8858250" y="-1476375"/>
            <a:ext cx="4476750" cy="44767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2" name="">
            <a:extLst xmlns:a="http://schemas.openxmlformats.org/drawingml/2006/main">
              <a:ext uri="{FF2B5EF4-FFF2-40B4-BE49-F238E27FC236}">
                <a16:creationId xmlns:a16="http://schemas.microsoft.com/office/drawing/2014/main" id="{19828018-4407-44BE-9F21-114EECC00044}"/>
              </a:ext>
            </a:extLst>
          </p:cNvPr>
          <p:cNvSpPr>
            <a:spLocks xmlns:a="http://schemas.openxmlformats.org/drawingml/2006/main" noGrp="1"/>
          </p:cNvSpPr>
          <p:nvPr/>
        </p:nvSpPr>
        <p:spPr>
          <a:xfrm xmlns:a="http://schemas.openxmlformats.org/drawingml/2006/main">
            <a:off x="-1524000" y="5191125"/>
            <a:ext cx="3333750" cy="333375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3" name="">
            <a:extLst xmlns:a="http://schemas.openxmlformats.org/drawingml/2006/main">
              <a:ext uri="{FF2B5EF4-FFF2-40B4-BE49-F238E27FC236}">
                <a16:creationId xmlns:a16="http://schemas.microsoft.com/office/drawing/2014/main" id="{FEB586B9-BE39-464C-BCF1-C444C6049B1A}"/>
              </a:ext>
            </a:extLst>
          </p:cNvPr>
          <p:cNvSpPr>
            <a:spLocks xmlns:a="http://schemas.openxmlformats.org/drawingml/2006/main" noGrp="1"/>
          </p:cNvSpPr>
          <p:nvPr/>
        </p:nvSpPr>
        <p:spPr>
          <a:xfrm xmlns:a="http://schemas.openxmlformats.org/drawingml/2006/main">
            <a:off x="685800" y="552450"/>
            <a:ext cx="514350" cy="5143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4" name="">
            <a:extLst xmlns:a="http://schemas.openxmlformats.org/drawingml/2006/main">
              <a:ext uri="{FF2B5EF4-FFF2-40B4-BE49-F238E27FC236}">
                <a16:creationId xmlns:a16="http://schemas.microsoft.com/office/drawing/2014/main" id="{25EC35DB-FD2A-42BF-AF8E-4610E1D6AFB3}"/>
              </a:ext>
            </a:extLst>
          </p:cNvPr>
          <p:cNvSpPr>
            <a:spLocks xmlns:a="http://schemas.openxmlformats.org/drawingml/2006/main" noGrp="1"/>
          </p:cNvSpPr>
          <p:nvPr/>
        </p:nvSpPr>
        <p:spPr>
          <a:xfrm xmlns:a="http://schemas.openxmlformats.org/drawingml/2006/main">
            <a:off x="685800" y="60007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66CD517E-E98E-4DE4-B7B8-469284BABFED}"/>
              </a:ext>
            </a:extLst>
          </p:cNvPr>
          <p:cNvSpPr>
            <a:spLocks xmlns:a="http://schemas.openxmlformats.org/drawingml/2006/main" noGrp="1"/>
          </p:cNvSpPr>
          <p:nvPr/>
        </p:nvSpPr>
        <p:spPr>
          <a:xfrm xmlns:a="http://schemas.openxmlformats.org/drawingml/2006/main">
            <a:off x="685800" y="12858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SOFTWARE TRAINING REPORT · VIVA PRESENTATION</a:t>
            </a:r>
          </a:p>
        </p:txBody>
      </p:sp>
      <p:sp>
        <p:nvSpPr>
          <p:cNvPr id="6" name="">
            <a:extLst xmlns:a="http://schemas.openxmlformats.org/drawingml/2006/main">
              <a:ext uri="{FF2B5EF4-FFF2-40B4-BE49-F238E27FC236}">
                <a16:creationId xmlns:a16="http://schemas.microsoft.com/office/drawing/2014/main" id="{9E29B9B4-0756-424B-863D-407A83D8D1D5}"/>
              </a:ext>
            </a:extLst>
          </p:cNvPr>
          <p:cNvSpPr>
            <a:spLocks xmlns:a="http://schemas.openxmlformats.org/drawingml/2006/main" noGrp="1"/>
          </p:cNvSpPr>
          <p:nvPr/>
        </p:nvSpPr>
        <p:spPr>
          <a:xfrm xmlns:a="http://schemas.openxmlformats.org/drawingml/2006/main">
            <a:off x="685800" y="1714500"/>
            <a:ext cx="809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600" b="1" i="0">
                <a:solidFill>
                  <a:srgbClr val="FFFFFF"/>
                </a:solidFill>
                <a:latin typeface="Arial"/>
                <a:ea typeface="Arial"/>
                <a:cs typeface="Arial"/>
              </a:defRPr>
            </a:pPr>
            <a:r>
              <a:rPr sz="3600" b="1" i="0">
                <a:solidFill>
                  <a:srgbClr val="FFFFFF"/>
                </a:solidFill>
                <a:latin typeface="Arial"/>
                <a:ea typeface="Arial"/>
                <a:cs typeface="Arial"/>
              </a:rPr>
              <a:t>Customer ChurnSense</a:t>
            </a:r>
          </a:p>
          <a:p xmlns:a="http://schemas.openxmlformats.org/drawingml/2006/main">
            <a:pPr algn="l">
              <a:lnSpc>
                <a:spcPct val="100000"/>
              </a:lnSpc>
              <a:buNone/>
              <a:defRPr sz="3600" b="1" i="0">
                <a:solidFill>
                  <a:srgbClr val="FFFFFF"/>
                </a:solidFill>
                <a:latin typeface="Arial"/>
                <a:ea typeface="Arial"/>
                <a:cs typeface="Arial"/>
              </a:defRPr>
            </a:pPr>
            <a:r>
              <a:rPr sz="3600" b="1" i="0">
                <a:solidFill>
                  <a:srgbClr val="FFFFFF"/>
                </a:solidFill>
                <a:latin typeface="Arial"/>
                <a:ea typeface="Arial"/>
                <a:cs typeface="Arial"/>
              </a:rPr>
              <a:t>AI System</a:t>
            </a:r>
          </a:p>
        </p:txBody>
      </p:sp>
      <p:sp>
        <p:nvSpPr>
          <p:cNvPr id="7" name="">
            <a:extLst xmlns:a="http://schemas.openxmlformats.org/drawingml/2006/main">
              <a:ext uri="{FF2B5EF4-FFF2-40B4-BE49-F238E27FC236}">
                <a16:creationId xmlns:a16="http://schemas.microsoft.com/office/drawing/2014/main" id="{0EFEB47C-6790-47BF-86A5-9D1751590F49}"/>
              </a:ext>
            </a:extLst>
          </p:cNvPr>
          <p:cNvSpPr>
            <a:spLocks xmlns:a="http://schemas.openxmlformats.org/drawingml/2006/main" noGrp="1"/>
          </p:cNvSpPr>
          <p:nvPr/>
        </p:nvSpPr>
        <p:spPr>
          <a:xfrm xmlns:a="http://schemas.openxmlformats.org/drawingml/2006/main">
            <a:off x="723900" y="328612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1">
                <a:solidFill>
                  <a:srgbClr val="FFFFFF"/>
                </a:solidFill>
                <a:latin typeface="Arial"/>
                <a:ea typeface="Arial"/>
                <a:cs typeface="Arial"/>
              </a:defRPr>
            </a:pPr>
            <a:r>
              <a:rPr sz="1500" b="0" i="1">
                <a:solidFill>
                  <a:srgbClr val="FFFFFF"/>
                </a:solidFill>
                <a:latin typeface="Arial"/>
                <a:ea typeface="Arial"/>
                <a:cs typeface="Arial"/>
              </a:rPr>
              <a:t>Using customer history to spot a possible exit before it happens</a:t>
            </a:r>
          </a:p>
        </p:txBody>
      </p:sp>
      <p:sp>
        <p:nvSpPr>
          <p:cNvPr id="8" name="">
            <a:extLst xmlns:a="http://schemas.openxmlformats.org/drawingml/2006/main">
              <a:ext uri="{FF2B5EF4-FFF2-40B4-BE49-F238E27FC236}">
                <a16:creationId xmlns:a16="http://schemas.microsoft.com/office/drawing/2014/main" id="{844962C0-89EB-4066-90EB-F48E2B550A8F}"/>
              </a:ext>
            </a:extLst>
          </p:cNvPr>
          <p:cNvSpPr>
            <a:spLocks xmlns:a="http://schemas.openxmlformats.org/drawingml/2006/main" noGrp="1"/>
          </p:cNvSpPr>
          <p:nvPr/>
        </p:nvSpPr>
        <p:spPr>
          <a:xfrm xmlns:a="http://schemas.openxmlformats.org/drawingml/2006/main">
            <a:off x="685800" y="4210050"/>
            <a:ext cx="10810875" cy="876300"/>
          </a:xfrm>
          <a:prstGeom xmlns:a="http://schemas.openxmlformats.org/drawingml/2006/main" prst="roundRect">
            <a:avLst>
              <a:gd name="adj" fmla="val 7609"/>
            </a:avLst>
          </a:prstGeom>
          <a:solidFill xmlns:a="http://schemas.openxmlformats.org/drawingml/2006/main">
            <a:srgbClr val="684651"/>
          </a:solidFill>
          <a:ln xmlns:a="http://schemas.openxmlformats.org/drawingml/2006/main" w="9525">
            <a:solidFill>
              <a:srgbClr val="3D4D7D"/>
            </a:solidFill>
            <a:prstDash val="solid"/>
          </a:ln>
        </p:spPr>
      </p:sp>
      <p:sp>
        <p:nvSpPr>
          <p:cNvPr id="9" name="">
            <a:extLst xmlns:a="http://schemas.openxmlformats.org/drawingml/2006/main">
              <a:ext uri="{FF2B5EF4-FFF2-40B4-BE49-F238E27FC236}">
                <a16:creationId xmlns:a16="http://schemas.microsoft.com/office/drawing/2014/main" id="{0AB79227-DAE1-47D4-AF2B-0836A8ABFE67}"/>
              </a:ext>
            </a:extLst>
          </p:cNvPr>
          <p:cNvSpPr>
            <a:spLocks xmlns:a="http://schemas.openxmlformats.org/drawingml/2006/main" noGrp="1"/>
          </p:cNvSpPr>
          <p:nvPr/>
        </p:nvSpPr>
        <p:spPr>
          <a:xfrm xmlns:a="http://schemas.openxmlformats.org/drawingml/2006/main">
            <a:off x="895350"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PRESENTED BY</a:t>
            </a:r>
          </a:p>
        </p:txBody>
      </p:sp>
      <p:sp>
        <p:nvSpPr>
          <p:cNvPr id="10" name="">
            <a:extLst xmlns:a="http://schemas.openxmlformats.org/drawingml/2006/main">
              <a:ext uri="{FF2B5EF4-FFF2-40B4-BE49-F238E27FC236}">
                <a16:creationId xmlns:a16="http://schemas.microsoft.com/office/drawing/2014/main" id="{52B5CEEE-72CC-4835-8FA6-18B7BB8880B4}"/>
              </a:ext>
            </a:extLst>
          </p:cNvPr>
          <p:cNvSpPr>
            <a:spLocks xmlns:a="http://schemas.openxmlformats.org/drawingml/2006/main" noGrp="1"/>
          </p:cNvSpPr>
          <p:nvPr/>
        </p:nvSpPr>
        <p:spPr>
          <a:xfrm xmlns:a="http://schemas.openxmlformats.org/drawingml/2006/main">
            <a:off x="895350" y="46291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Gursimran Kaur</a:t>
            </a:r>
          </a:p>
        </p:txBody>
      </p:sp>
      <p:sp>
        <p:nvSpPr>
          <p:cNvPr id="11" name="">
            <a:extLst xmlns:a="http://schemas.openxmlformats.org/drawingml/2006/main">
              <a:ext uri="{FF2B5EF4-FFF2-40B4-BE49-F238E27FC236}">
                <a16:creationId xmlns:a16="http://schemas.microsoft.com/office/drawing/2014/main" id="{BFF71E65-9E84-499A-AD9C-3CB034A96665}"/>
              </a:ext>
            </a:extLst>
          </p:cNvPr>
          <p:cNvSpPr>
            <a:spLocks xmlns:a="http://schemas.openxmlformats.org/drawingml/2006/main" noGrp="1"/>
          </p:cNvSpPr>
          <p:nvPr/>
        </p:nvSpPr>
        <p:spPr>
          <a:xfrm xmlns:a="http://schemas.openxmlformats.org/drawingml/2006/main">
            <a:off x="4067175"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CLASS / SECTION</a:t>
            </a:r>
          </a:p>
        </p:txBody>
      </p:sp>
      <p:sp>
        <p:nvSpPr>
          <p:cNvPr id="12" name="">
            <a:extLst xmlns:a="http://schemas.openxmlformats.org/drawingml/2006/main">
              <a:ext uri="{FF2B5EF4-FFF2-40B4-BE49-F238E27FC236}">
                <a16:creationId xmlns:a16="http://schemas.microsoft.com/office/drawing/2014/main" id="{328B4638-4F54-46BB-BA01-EFFCFB1507C0}"/>
              </a:ext>
            </a:extLst>
          </p:cNvPr>
          <p:cNvSpPr>
            <a:spLocks xmlns:a="http://schemas.openxmlformats.org/drawingml/2006/main" noGrp="1"/>
          </p:cNvSpPr>
          <p:nvPr/>
        </p:nvSpPr>
        <p:spPr>
          <a:xfrm xmlns:a="http://schemas.openxmlformats.org/drawingml/2006/main">
            <a:off x="4067175" y="46291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BCA 5A</a:t>
            </a:r>
          </a:p>
        </p:txBody>
      </p:sp>
      <p:sp>
        <p:nvSpPr>
          <p:cNvPr id="13" name="">
            <a:extLst xmlns:a="http://schemas.openxmlformats.org/drawingml/2006/main">
              <a:ext uri="{FF2B5EF4-FFF2-40B4-BE49-F238E27FC236}">
                <a16:creationId xmlns:a16="http://schemas.microsoft.com/office/drawing/2014/main" id="{38CADD7E-1E78-4963-B80D-8F0C1B7AC6C1}"/>
              </a:ext>
            </a:extLst>
          </p:cNvPr>
          <p:cNvSpPr>
            <a:spLocks xmlns:a="http://schemas.openxmlformats.org/drawingml/2006/main" noGrp="1"/>
          </p:cNvSpPr>
          <p:nvPr/>
        </p:nvSpPr>
        <p:spPr>
          <a:xfrm xmlns:a="http://schemas.openxmlformats.org/drawingml/2006/main">
            <a:off x="6953250" y="43815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ROLL NUMBER</a:t>
            </a:r>
          </a:p>
        </p:txBody>
      </p:sp>
      <p:sp>
        <p:nvSpPr>
          <p:cNvPr id="14" name="">
            <a:extLst xmlns:a="http://schemas.openxmlformats.org/drawingml/2006/main">
              <a:ext uri="{FF2B5EF4-FFF2-40B4-BE49-F238E27FC236}">
                <a16:creationId xmlns:a16="http://schemas.microsoft.com/office/drawing/2014/main" id="{975DCC76-9987-42C1-8A58-417F35061AD3}"/>
              </a:ext>
            </a:extLst>
          </p:cNvPr>
          <p:cNvSpPr>
            <a:spLocks xmlns:a="http://schemas.openxmlformats.org/drawingml/2006/main" noGrp="1"/>
          </p:cNvSpPr>
          <p:nvPr/>
        </p:nvSpPr>
        <p:spPr>
          <a:xfrm xmlns:a="http://schemas.openxmlformats.org/drawingml/2006/main">
            <a:off x="6953250" y="46291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02490202024</a:t>
            </a:r>
          </a:p>
        </p:txBody>
      </p:sp>
      <p:sp>
        <p:nvSpPr>
          <p:cNvPr id="15" name="">
            <a:extLst xmlns:a="http://schemas.openxmlformats.org/drawingml/2006/main">
              <a:ext uri="{FF2B5EF4-FFF2-40B4-BE49-F238E27FC236}">
                <a16:creationId xmlns:a16="http://schemas.microsoft.com/office/drawing/2014/main" id="{F47C228B-48E5-491E-8257-146DB4879E6A}"/>
              </a:ext>
            </a:extLst>
          </p:cNvPr>
          <p:cNvSpPr>
            <a:spLocks xmlns:a="http://schemas.openxmlformats.org/drawingml/2006/main" noGrp="1"/>
          </p:cNvSpPr>
          <p:nvPr/>
        </p:nvSpPr>
        <p:spPr>
          <a:xfrm xmlns:a="http://schemas.openxmlformats.org/drawingml/2006/main">
            <a:off x="9525000" y="438150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FFFFFF"/>
                </a:solidFill>
                <a:latin typeface="Arial"/>
                <a:ea typeface="Arial"/>
                <a:cs typeface="Arial"/>
              </a:defRPr>
            </a:pPr>
            <a:r>
              <a:rPr sz="750" b="1" i="0">
                <a:solidFill>
                  <a:srgbClr val="FFFFFF"/>
                </a:solidFill>
                <a:latin typeface="Arial"/>
                <a:ea typeface="Arial"/>
                <a:cs typeface="Arial"/>
              </a:rPr>
              <a:t>GUIDANCE</a:t>
            </a:r>
          </a:p>
        </p:txBody>
      </p:sp>
      <p:sp>
        <p:nvSpPr>
          <p:cNvPr id="16" name="">
            <a:extLst xmlns:a="http://schemas.openxmlformats.org/drawingml/2006/main">
              <a:ext uri="{FF2B5EF4-FFF2-40B4-BE49-F238E27FC236}">
                <a16:creationId xmlns:a16="http://schemas.microsoft.com/office/drawing/2014/main" id="{E99409A9-35EE-449B-9FBC-DF4C5A678602}"/>
              </a:ext>
            </a:extLst>
          </p:cNvPr>
          <p:cNvSpPr>
            <a:spLocks xmlns:a="http://schemas.openxmlformats.org/drawingml/2006/main" noGrp="1"/>
          </p:cNvSpPr>
          <p:nvPr/>
        </p:nvSpPr>
        <p:spPr>
          <a:xfrm xmlns:a="http://schemas.openxmlformats.org/drawingml/2006/main">
            <a:off x="9525000" y="46291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Ms. Nehu Gumber</a:t>
            </a:r>
          </a:p>
        </p:txBody>
      </p:sp>
      <p:sp>
        <p:nvSpPr>
          <p:cNvPr id="17" name="">
            <a:extLst xmlns:a="http://schemas.openxmlformats.org/drawingml/2006/main">
              <a:ext uri="{FF2B5EF4-FFF2-40B4-BE49-F238E27FC236}">
                <a16:creationId xmlns:a16="http://schemas.microsoft.com/office/drawing/2014/main" id="{FAD0C853-E995-4FCA-9D73-D5D1198736DF}"/>
              </a:ext>
            </a:extLst>
          </p:cNvPr>
          <p:cNvSpPr>
            <a:spLocks xmlns:a="http://schemas.openxmlformats.org/drawingml/2006/main" noGrp="1"/>
          </p:cNvSpPr>
          <p:nvPr/>
        </p:nvSpPr>
        <p:spPr>
          <a:xfrm xmlns:a="http://schemas.openxmlformats.org/drawingml/2006/main">
            <a:off x="685800" y="62484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FFFFFF"/>
                </a:solidFill>
                <a:latin typeface="Arial"/>
                <a:ea typeface="Arial"/>
                <a:cs typeface="Arial"/>
              </a:defRPr>
            </a:pPr>
            <a:r>
              <a:rPr sz="825" b="0" i="0">
                <a:solidFill>
                  <a:srgbClr val="FFFFFF"/>
                </a:solidFill>
                <a:latin typeface="Arial"/>
                <a:ea typeface="Arial"/>
                <a:cs typeface="Arial"/>
              </a:rPr>
              <a:t>Sri Guru Teg Bahadur Institute of Management and Information Technology</a:t>
            </a:r>
          </a:p>
        </p:txBody>
      </p:sp>
      <p:sp>
        <p:nvSpPr>
          <p:cNvPr id="18" name="">
            <a:extLst xmlns:a="http://schemas.openxmlformats.org/drawingml/2006/main">
              <a:ext uri="{FF2B5EF4-FFF2-40B4-BE49-F238E27FC236}">
                <a16:creationId xmlns:a16="http://schemas.microsoft.com/office/drawing/2014/main" id="{7BE58211-5EA0-4D76-8E57-956244B53B4D}"/>
              </a:ext>
            </a:extLst>
          </p:cNvPr>
          <p:cNvSpPr>
            <a:spLocks xmlns:a="http://schemas.openxmlformats.org/drawingml/2006/main" noGrp="1"/>
          </p:cNvSpPr>
          <p:nvPr/>
        </p:nvSpPr>
        <p:spPr>
          <a:xfrm xmlns:a="http://schemas.openxmlformats.org/drawingml/2006/main">
            <a:off x="9715500" y="62484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0">
                <a:solidFill>
                  <a:srgbClr val="FFFFFF"/>
                </a:solidFill>
                <a:latin typeface="Arial"/>
                <a:ea typeface="Arial"/>
                <a:cs typeface="Arial"/>
              </a:defRPr>
            </a:pPr>
            <a:r>
              <a:rPr sz="825" b="0" i="0">
                <a:solidFill>
                  <a:srgbClr val="FFFFFF"/>
                </a:solidFill>
                <a:latin typeface="Arial"/>
                <a:ea typeface="Arial"/>
                <a:cs typeface="Arial"/>
              </a:rPr>
              <a:t>BCA · Vth Semester</a:t>
            </a:r>
          </a:p>
        </p:txBody>
      </p:sp>
    </p:spTree>
    <p:extLst>
      <p:ext uri="{BB962C8B-B14F-4D97-AF65-F5344CB8AC3E}">
        <p14:creationId xmlns:p14="http://schemas.microsoft.com/office/powerpoint/2010/main" val="21004984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1854F07-4067-4C54-92E9-35D1C60F74EC}"/>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WHY THIS PROJECT MATTERS</a:t>
            </a:r>
          </a:p>
        </p:txBody>
      </p:sp>
      <p:sp>
        <p:nvSpPr>
          <p:cNvPr id="2" name="">
            <a:extLst xmlns:a="http://schemas.openxmlformats.org/drawingml/2006/main">
              <a:ext uri="{FF2B5EF4-FFF2-40B4-BE49-F238E27FC236}">
                <a16:creationId xmlns:a16="http://schemas.microsoft.com/office/drawing/2014/main" id="{F9B6665A-CAF5-4950-B3E0-8E847C853382}"/>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The problem begins when a business learns too late</a:t>
            </a:r>
          </a:p>
        </p:txBody>
      </p:sp>
      <p:sp>
        <p:nvSpPr>
          <p:cNvPr id="3" name="">
            <a:extLst xmlns:a="http://schemas.openxmlformats.org/drawingml/2006/main">
              <a:ext uri="{FF2B5EF4-FFF2-40B4-BE49-F238E27FC236}">
                <a16:creationId xmlns:a16="http://schemas.microsoft.com/office/drawing/2014/main" id="{0BC6309A-8766-442B-9113-C07BF2261705}"/>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EE13B943-B11C-417B-BF72-C73DCE846D7A}"/>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FC2CEFEF-F8B6-4D60-99CD-2CAF86367337}"/>
              </a:ext>
            </a:extLst>
          </p:cNvPr>
          <p:cNvSpPr>
            <a:spLocks xmlns:a="http://schemas.openxmlformats.org/drawingml/2006/main" noGrp="1"/>
          </p:cNvSpPr>
          <p:nvPr/>
        </p:nvSpPr>
        <p:spPr>
          <a:xfrm xmlns:a="http://schemas.openxmlformats.org/drawingml/2006/main">
            <a:off x="609600" y="1790700"/>
            <a:ext cx="2952750" cy="3000375"/>
          </a:xfrm>
          <a:prstGeom xmlns:a="http://schemas.openxmlformats.org/drawingml/2006/main" prst="roundRect">
            <a:avLst>
              <a:gd name="adj" fmla="val 2258"/>
            </a:avLst>
          </a:prstGeom>
          <a:solidFill xmlns:a="http://schemas.openxmlformats.org/drawingml/2006/main">
            <a:srgbClr val="F1E4E7"/>
          </a:solidFill>
          <a:ln xmlns:a="http://schemas.openxmlformats.org/drawingml/2006/main" w="0">
            <a:solidFill>
              <a:srgbClr val="F1E4E7"/>
            </a:solidFill>
            <a:prstDash val="solid"/>
          </a:ln>
        </p:spPr>
      </p:sp>
      <p:sp>
        <p:nvSpPr>
          <p:cNvPr id="6" name="">
            <a:extLst xmlns:a="http://schemas.openxmlformats.org/drawingml/2006/main">
              <a:ext uri="{FF2B5EF4-FFF2-40B4-BE49-F238E27FC236}">
                <a16:creationId xmlns:a16="http://schemas.microsoft.com/office/drawing/2014/main" id="{346490A7-41AA-4EE3-9AA6-23EBDD8F9DAE}"/>
              </a:ext>
            </a:extLst>
          </p:cNvPr>
          <p:cNvSpPr>
            <a:spLocks xmlns:a="http://schemas.openxmlformats.org/drawingml/2006/main" noGrp="1"/>
          </p:cNvSpPr>
          <p:nvPr/>
        </p:nvSpPr>
        <p:spPr>
          <a:xfrm xmlns:a="http://schemas.openxmlformats.org/drawingml/2006/main">
            <a:off x="781050" y="1962150"/>
            <a:ext cx="260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Today</a:t>
            </a:r>
          </a:p>
        </p:txBody>
      </p:sp>
      <p:sp>
        <p:nvSpPr>
          <p:cNvPr id="7" name="">
            <a:extLst xmlns:a="http://schemas.openxmlformats.org/drawingml/2006/main">
              <a:ext uri="{FF2B5EF4-FFF2-40B4-BE49-F238E27FC236}">
                <a16:creationId xmlns:a16="http://schemas.microsoft.com/office/drawing/2014/main" id="{DFBE7115-030E-4625-9466-B98ECDFB7673}"/>
              </a:ext>
            </a:extLst>
          </p:cNvPr>
          <p:cNvSpPr>
            <a:spLocks xmlns:a="http://schemas.openxmlformats.org/drawingml/2006/main" noGrp="1"/>
          </p:cNvSpPr>
          <p:nvPr/>
        </p:nvSpPr>
        <p:spPr>
          <a:xfrm xmlns:a="http://schemas.openxmlformats.org/drawingml/2006/main">
            <a:off x="781050" y="2343150"/>
            <a:ext cx="26098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A customer cancels or moves away.</a:t>
            </a:r>
          </a:p>
          <a:p xmlns:a="http://schemas.openxmlformats.org/drawingml/2006/main">
            <a:r>
              <a:t/>
            </a:r>
          </a:p>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The business notices after the relationship has already ended.</a:t>
            </a:r>
          </a:p>
        </p:txBody>
      </p:sp>
      <p:sp>
        <p:nvSpPr>
          <p:cNvPr id="8" name="">
            <a:extLst xmlns:a="http://schemas.openxmlformats.org/drawingml/2006/main">
              <a:ext uri="{FF2B5EF4-FFF2-40B4-BE49-F238E27FC236}">
                <a16:creationId xmlns:a16="http://schemas.microsoft.com/office/drawing/2014/main" id="{3328A9E0-1E9B-4E32-8BE5-C1CCFBA9313A}"/>
              </a:ext>
            </a:extLst>
          </p:cNvPr>
          <p:cNvSpPr>
            <a:spLocks xmlns:a="http://schemas.openxmlformats.org/drawingml/2006/main" noGrp="1"/>
          </p:cNvSpPr>
          <p:nvPr/>
        </p:nvSpPr>
        <p:spPr>
          <a:xfrm xmlns:a="http://schemas.openxmlformats.org/drawingml/2006/main">
            <a:off x="3571875" y="3305175"/>
            <a:ext cx="1295400" cy="0"/>
          </a:xfrm>
          <a:prstGeom xmlns:a="http://schemas.openxmlformats.org/drawingml/2006/main" prst="line">
            <a:avLst/>
          </a:prstGeom>
          <a:noFill xmlns:a="http://schemas.openxmlformats.org/drawingml/2006/main"/>
          <a:ln xmlns:a="http://schemas.openxmlformats.org/drawingml/2006/main" w="47625">
            <a:solidFill>
              <a:srgbClr val="C79BA7"/>
            </a:solidFill>
            <a:prstDash val="solid"/>
          </a:ln>
        </p:spPr>
      </p:sp>
      <p:sp>
        <p:nvSpPr>
          <p:cNvPr id="9" name="">
            <a:extLst xmlns:a="http://schemas.openxmlformats.org/drawingml/2006/main">
              <a:ext uri="{FF2B5EF4-FFF2-40B4-BE49-F238E27FC236}">
                <a16:creationId xmlns:a16="http://schemas.microsoft.com/office/drawing/2014/main" id="{93A3014A-4EBC-400A-8A66-5566578F45BD}"/>
              </a:ext>
            </a:extLst>
          </p:cNvPr>
          <p:cNvSpPr>
            <a:spLocks xmlns:a="http://schemas.openxmlformats.org/drawingml/2006/main" noGrp="1"/>
          </p:cNvSpPr>
          <p:nvPr/>
        </p:nvSpPr>
        <p:spPr>
          <a:xfrm xmlns:a="http://schemas.openxmlformats.org/drawingml/2006/main">
            <a:off x="4638675" y="2981325"/>
            <a:ext cx="647700" cy="64770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0" name="">
            <a:extLst xmlns:a="http://schemas.openxmlformats.org/drawingml/2006/main">
              <a:ext uri="{FF2B5EF4-FFF2-40B4-BE49-F238E27FC236}">
                <a16:creationId xmlns:a16="http://schemas.microsoft.com/office/drawing/2014/main" id="{06CD205E-E72C-4604-968B-E10457537035}"/>
              </a:ext>
            </a:extLst>
          </p:cNvPr>
          <p:cNvSpPr>
            <a:spLocks xmlns:a="http://schemas.openxmlformats.org/drawingml/2006/main" noGrp="1"/>
          </p:cNvSpPr>
          <p:nvPr/>
        </p:nvSpPr>
        <p:spPr>
          <a:xfrm xmlns:a="http://schemas.openxmlformats.org/drawingml/2006/main">
            <a:off x="4638675" y="30099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950" b="1" i="0">
                <a:solidFill>
                  <a:srgbClr val="FFFFFF"/>
                </a:solidFill>
                <a:latin typeface="Arial"/>
                <a:ea typeface="Arial"/>
                <a:cs typeface="Arial"/>
              </a:defRPr>
            </a:pPr>
            <a:r>
              <a:rPr sz="1950" b="1" i="0">
                <a:solidFill>
                  <a:srgbClr val="FFFFF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173B56EC-D621-4E09-9DE9-C01319F22301}"/>
              </a:ext>
            </a:extLst>
          </p:cNvPr>
          <p:cNvSpPr>
            <a:spLocks xmlns:a="http://schemas.openxmlformats.org/drawingml/2006/main" noGrp="1"/>
          </p:cNvSpPr>
          <p:nvPr/>
        </p:nvSpPr>
        <p:spPr>
          <a:xfrm xmlns:a="http://schemas.openxmlformats.org/drawingml/2006/main">
            <a:off x="5381625" y="1790700"/>
            <a:ext cx="2952750" cy="3000375"/>
          </a:xfrm>
          <a:prstGeom xmlns:a="http://schemas.openxmlformats.org/drawingml/2006/main" prst="roundRect">
            <a:avLst>
              <a:gd name="adj" fmla="val 2258"/>
            </a:avLst>
          </a:prstGeom>
          <a:solidFill xmlns:a="http://schemas.openxmlformats.org/drawingml/2006/main">
            <a:srgbClr val="76545F"/>
          </a:solidFill>
          <a:ln xmlns:a="http://schemas.openxmlformats.org/drawingml/2006/main" w="0">
            <a:solidFill>
              <a:srgbClr val="76545F"/>
            </a:solidFill>
            <a:prstDash val="solid"/>
          </a:ln>
        </p:spPr>
      </p:sp>
      <p:sp>
        <p:nvSpPr>
          <p:cNvPr id="12" name="">
            <a:extLst xmlns:a="http://schemas.openxmlformats.org/drawingml/2006/main">
              <a:ext uri="{FF2B5EF4-FFF2-40B4-BE49-F238E27FC236}">
                <a16:creationId xmlns:a16="http://schemas.microsoft.com/office/drawing/2014/main" id="{7446EEBA-6FBE-445E-9093-D2F2123BADD8}"/>
              </a:ext>
            </a:extLst>
          </p:cNvPr>
          <p:cNvSpPr>
            <a:spLocks xmlns:a="http://schemas.openxmlformats.org/drawingml/2006/main" noGrp="1"/>
          </p:cNvSpPr>
          <p:nvPr/>
        </p:nvSpPr>
        <p:spPr>
          <a:xfrm xmlns:a="http://schemas.openxmlformats.org/drawingml/2006/main">
            <a:off x="5553075" y="1962150"/>
            <a:ext cx="2609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FFFFFF"/>
                </a:solidFill>
                <a:latin typeface="Arial"/>
                <a:ea typeface="Arial"/>
                <a:cs typeface="Arial"/>
              </a:defRPr>
            </a:pPr>
            <a:r>
              <a:rPr sz="1425" b="1" i="0">
                <a:solidFill>
                  <a:srgbClr val="FFFFFF"/>
                </a:solidFill>
                <a:latin typeface="Arial"/>
                <a:ea typeface="Arial"/>
                <a:cs typeface="Arial"/>
              </a:rPr>
              <a:t>With an early signal</a:t>
            </a:r>
          </a:p>
        </p:txBody>
      </p:sp>
      <p:sp>
        <p:nvSpPr>
          <p:cNvPr id="13" name="">
            <a:extLst xmlns:a="http://schemas.openxmlformats.org/drawingml/2006/main">
              <a:ext uri="{FF2B5EF4-FFF2-40B4-BE49-F238E27FC236}">
                <a16:creationId xmlns:a16="http://schemas.microsoft.com/office/drawing/2014/main" id="{24634294-5840-4EBC-8867-37E20B0D4CC8}"/>
              </a:ext>
            </a:extLst>
          </p:cNvPr>
          <p:cNvSpPr>
            <a:spLocks xmlns:a="http://schemas.openxmlformats.org/drawingml/2006/main" noGrp="1"/>
          </p:cNvSpPr>
          <p:nvPr/>
        </p:nvSpPr>
        <p:spPr>
          <a:xfrm xmlns:a="http://schemas.openxmlformats.org/drawingml/2006/main">
            <a:off x="5553075" y="2343150"/>
            <a:ext cx="26098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Customer history points to accounts that may need attention before they leave.</a:t>
            </a:r>
          </a:p>
        </p:txBody>
      </p:sp>
      <p:sp>
        <p:nvSpPr>
          <p:cNvPr id="14" name="">
            <a:extLst xmlns:a="http://schemas.openxmlformats.org/drawingml/2006/main">
              <a:ext uri="{FF2B5EF4-FFF2-40B4-BE49-F238E27FC236}">
                <a16:creationId xmlns:a16="http://schemas.microsoft.com/office/drawing/2014/main" id="{336EFF2E-64C8-47E5-938A-4A2B955AC3CA}"/>
              </a:ext>
            </a:extLst>
          </p:cNvPr>
          <p:cNvSpPr>
            <a:spLocks xmlns:a="http://schemas.openxmlformats.org/drawingml/2006/main" noGrp="1"/>
          </p:cNvSpPr>
          <p:nvPr/>
        </p:nvSpPr>
        <p:spPr>
          <a:xfrm xmlns:a="http://schemas.openxmlformats.org/drawingml/2006/main">
            <a:off x="8343900" y="3305175"/>
            <a:ext cx="809625" cy="0"/>
          </a:xfrm>
          <a:prstGeom xmlns:a="http://schemas.openxmlformats.org/drawingml/2006/main" prst="line">
            <a:avLst/>
          </a:prstGeom>
          <a:noFill xmlns:a="http://schemas.openxmlformats.org/drawingml/2006/main"/>
          <a:ln xmlns:a="http://schemas.openxmlformats.org/drawingml/2006/main" w="47625">
            <a:solidFill>
              <a:srgbClr val="C79BA7"/>
            </a:solidFill>
            <a:prstDash val="solid"/>
          </a:ln>
        </p:spPr>
      </p:sp>
      <p:sp>
        <p:nvSpPr>
          <p:cNvPr id="15" name="">
            <a:extLst xmlns:a="http://schemas.openxmlformats.org/drawingml/2006/main">
              <a:ext uri="{FF2B5EF4-FFF2-40B4-BE49-F238E27FC236}">
                <a16:creationId xmlns:a16="http://schemas.microsoft.com/office/drawing/2014/main" id="{8F46C93A-4A7F-4A8A-8204-5D158B9BDB21}"/>
              </a:ext>
            </a:extLst>
          </p:cNvPr>
          <p:cNvSpPr>
            <a:spLocks xmlns:a="http://schemas.openxmlformats.org/drawingml/2006/main" noGrp="1"/>
          </p:cNvSpPr>
          <p:nvPr/>
        </p:nvSpPr>
        <p:spPr>
          <a:xfrm xmlns:a="http://schemas.openxmlformats.org/drawingml/2006/main">
            <a:off x="8924925" y="2981325"/>
            <a:ext cx="647700" cy="647700"/>
          </a:xfrm>
          <a:prstGeom xmlns:a="http://schemas.openxmlformats.org/drawingml/2006/main" prst="ellipse">
            <a:avLst/>
          </a:prstGeom>
          <a:solidFill xmlns:a="http://schemas.openxmlformats.org/drawingml/2006/main">
            <a:srgbClr val="C79BA7"/>
          </a:solidFill>
          <a:ln xmlns:a="http://schemas.openxmlformats.org/drawingml/2006/main" w="0">
            <a:solidFill>
              <a:srgbClr val="C79BA7"/>
            </a:solidFill>
            <a:prstDash val="solid"/>
          </a:ln>
        </p:spPr>
      </p:sp>
      <p:sp>
        <p:nvSpPr>
          <p:cNvPr id="16" name="">
            <a:extLst xmlns:a="http://schemas.openxmlformats.org/drawingml/2006/main">
              <a:ext uri="{FF2B5EF4-FFF2-40B4-BE49-F238E27FC236}">
                <a16:creationId xmlns:a16="http://schemas.microsoft.com/office/drawing/2014/main" id="{B3AD70B0-5550-480B-8A44-EAA43315085A}"/>
              </a:ext>
            </a:extLst>
          </p:cNvPr>
          <p:cNvSpPr>
            <a:spLocks xmlns:a="http://schemas.openxmlformats.org/drawingml/2006/main" noGrp="1"/>
          </p:cNvSpPr>
          <p:nvPr/>
        </p:nvSpPr>
        <p:spPr>
          <a:xfrm xmlns:a="http://schemas.openxmlformats.org/drawingml/2006/main">
            <a:off x="8924925" y="30099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202024"/>
                </a:solidFill>
                <a:latin typeface="Arial"/>
                <a:ea typeface="Arial"/>
                <a:cs typeface="Arial"/>
              </a:defRPr>
            </a:pPr>
            <a:r>
              <a:rPr sz="1875" b="1" i="0">
                <a:solidFill>
                  <a:srgbClr val="202024"/>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48F421A4-82B9-4B81-9FCC-F1D21C35643A}"/>
              </a:ext>
            </a:extLst>
          </p:cNvPr>
          <p:cNvSpPr>
            <a:spLocks xmlns:a="http://schemas.openxmlformats.org/drawingml/2006/main" noGrp="1"/>
          </p:cNvSpPr>
          <p:nvPr/>
        </p:nvSpPr>
        <p:spPr>
          <a:xfrm xmlns:a="http://schemas.openxmlformats.org/drawingml/2006/main">
            <a:off x="9334500" y="21336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The goal is simple</a:t>
            </a:r>
          </a:p>
        </p:txBody>
      </p:sp>
      <p:sp>
        <p:nvSpPr>
          <p:cNvPr id="18" name="">
            <a:extLst xmlns:a="http://schemas.openxmlformats.org/drawingml/2006/main">
              <a:ext uri="{FF2B5EF4-FFF2-40B4-BE49-F238E27FC236}">
                <a16:creationId xmlns:a16="http://schemas.microsoft.com/office/drawing/2014/main" id="{B06ACA5E-320C-4A9D-A759-F91BF885A560}"/>
              </a:ext>
            </a:extLst>
          </p:cNvPr>
          <p:cNvSpPr>
            <a:spLocks xmlns:a="http://schemas.openxmlformats.org/drawingml/2006/main" noGrp="1"/>
          </p:cNvSpPr>
          <p:nvPr/>
        </p:nvSpPr>
        <p:spPr>
          <a:xfrm xmlns:a="http://schemas.openxmlformats.org/drawingml/2006/main">
            <a:off x="9315450" y="2571750"/>
            <a:ext cx="2209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i="0">
                <a:solidFill>
                  <a:srgbClr val="202024"/>
                </a:solidFill>
                <a:latin typeface="Arial"/>
                <a:ea typeface="Arial"/>
                <a:cs typeface="Arial"/>
              </a:defRPr>
            </a:pPr>
            <a:r>
              <a:rPr sz="1800" b="1" i="0">
                <a:solidFill>
                  <a:srgbClr val="202024"/>
                </a:solidFill>
                <a:latin typeface="Arial"/>
                <a:ea typeface="Arial"/>
                <a:cs typeface="Arial"/>
              </a:rPr>
              <a:t>Create time for a thoughtful customer review.</a:t>
            </a:r>
          </a:p>
        </p:txBody>
      </p:sp>
      <p:sp>
        <p:nvSpPr>
          <p:cNvPr id="19" name="">
            <a:extLst xmlns:a="http://schemas.openxmlformats.org/drawingml/2006/main">
              <a:ext uri="{FF2B5EF4-FFF2-40B4-BE49-F238E27FC236}">
                <a16:creationId xmlns:a16="http://schemas.microsoft.com/office/drawing/2014/main" id="{144984F2-7CEB-4AEA-8FA4-10E19EBE64C9}"/>
              </a:ext>
            </a:extLst>
          </p:cNvPr>
          <p:cNvSpPr>
            <a:spLocks xmlns:a="http://schemas.openxmlformats.org/drawingml/2006/main" noGrp="1"/>
          </p:cNvSpPr>
          <p:nvPr/>
        </p:nvSpPr>
        <p:spPr>
          <a:xfrm xmlns:a="http://schemas.openxmlformats.org/drawingml/2006/main">
            <a:off x="9334500" y="3914775"/>
            <a:ext cx="2190750" cy="285750"/>
          </a:xfrm>
          <a:prstGeom xmlns:a="http://schemas.openxmlformats.org/drawingml/2006/main" prst="roundRect">
            <a:avLst>
              <a:gd name="adj" fmla="val 20000"/>
            </a:avLst>
          </a:prstGeom>
          <a:solidFill xmlns:a="http://schemas.openxmlformats.org/drawingml/2006/main">
            <a:srgbClr val="E7D4D9"/>
          </a:solidFill>
          <a:ln xmlns:a="http://schemas.openxmlformats.org/drawingml/2006/main" w="0">
            <a:solidFill>
              <a:srgbClr val="E7D4D9"/>
            </a:solidFill>
            <a:prstDash val="solid"/>
          </a:ln>
        </p:spPr>
      </p:sp>
      <p:sp>
        <p:nvSpPr>
          <p:cNvPr id="20" name="">
            <a:extLst xmlns:a="http://schemas.openxmlformats.org/drawingml/2006/main">
              <a:ext uri="{FF2B5EF4-FFF2-40B4-BE49-F238E27FC236}">
                <a16:creationId xmlns:a16="http://schemas.microsoft.com/office/drawing/2014/main" id="{52661289-EB5F-44C3-94B7-53F4DB0993ED}"/>
              </a:ext>
            </a:extLst>
          </p:cNvPr>
          <p:cNvSpPr>
            <a:spLocks xmlns:a="http://schemas.openxmlformats.org/drawingml/2006/main" noGrp="1"/>
          </p:cNvSpPr>
          <p:nvPr/>
        </p:nvSpPr>
        <p:spPr>
          <a:xfrm xmlns:a="http://schemas.openxmlformats.org/drawingml/2006/main">
            <a:off x="9429750" y="397192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202024"/>
                </a:solidFill>
                <a:latin typeface="Arial"/>
                <a:ea typeface="Arial"/>
                <a:cs typeface="Arial"/>
              </a:defRPr>
            </a:pPr>
            <a:r>
              <a:rPr sz="900" b="1" i="0">
                <a:solidFill>
                  <a:srgbClr val="202024"/>
                </a:solidFill>
                <a:latin typeface="Arial"/>
                <a:ea typeface="Arial"/>
                <a:cs typeface="Arial"/>
              </a:rPr>
              <a:t>EARLIER SIGNAL</a:t>
            </a:r>
          </a:p>
        </p:txBody>
      </p:sp>
      <p:sp>
        <p:nvSpPr>
          <p:cNvPr id="21" name="">
            <a:extLst xmlns:a="http://schemas.openxmlformats.org/drawingml/2006/main">
              <a:ext uri="{FF2B5EF4-FFF2-40B4-BE49-F238E27FC236}">
                <a16:creationId xmlns:a16="http://schemas.microsoft.com/office/drawing/2014/main" id="{F08810DF-DF3F-4707-9501-912501BC18A4}"/>
              </a:ext>
            </a:extLst>
          </p:cNvPr>
          <p:cNvSpPr>
            <a:spLocks xmlns:a="http://schemas.openxmlformats.org/drawingml/2006/main" noGrp="1"/>
          </p:cNvSpPr>
          <p:nvPr/>
        </p:nvSpPr>
        <p:spPr>
          <a:xfrm xmlns:a="http://schemas.openxmlformats.org/drawingml/2006/main">
            <a:off x="9229725" y="44005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Prediction supports a decision; it does not replace one.</a:t>
            </a:r>
          </a:p>
        </p:txBody>
      </p:sp>
      <p:sp>
        <p:nvSpPr>
          <p:cNvPr id="22" name="">
            <a:extLst xmlns:a="http://schemas.openxmlformats.org/drawingml/2006/main">
              <a:ext uri="{FF2B5EF4-FFF2-40B4-BE49-F238E27FC236}">
                <a16:creationId xmlns:a16="http://schemas.microsoft.com/office/drawing/2014/main" id="{0DCEC628-A1B8-475D-89CC-21D72FC259DF}"/>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A–C and H</a:t>
            </a:r>
          </a:p>
        </p:txBody>
      </p:sp>
    </p:spTree>
    <p:extLst>
      <p:ext uri="{BB962C8B-B14F-4D97-AF65-F5344CB8AC3E}">
        <p14:creationId xmlns:p14="http://schemas.microsoft.com/office/powerpoint/2010/main" val="6494438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2C214F4-82D6-42DB-BFF5-4B49AD85606C}"/>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WHAT THE SYSTEM READS</a:t>
            </a:r>
          </a:p>
        </p:txBody>
      </p:sp>
      <p:sp>
        <p:nvSpPr>
          <p:cNvPr id="2" name="">
            <a:extLst xmlns:a="http://schemas.openxmlformats.org/drawingml/2006/main">
              <a:ext uri="{FF2B5EF4-FFF2-40B4-BE49-F238E27FC236}">
                <a16:creationId xmlns:a16="http://schemas.microsoft.com/office/drawing/2014/main" id="{0F9F70FF-8463-466D-A95E-68CA38170AA9}"/>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A few customer details form one connected story</a:t>
            </a:r>
          </a:p>
        </p:txBody>
      </p:sp>
      <p:sp>
        <p:nvSpPr>
          <p:cNvPr id="3" name="">
            <a:extLst xmlns:a="http://schemas.openxmlformats.org/drawingml/2006/main">
              <a:ext uri="{FF2B5EF4-FFF2-40B4-BE49-F238E27FC236}">
                <a16:creationId xmlns:a16="http://schemas.microsoft.com/office/drawing/2014/main" id="{A787016E-A111-4799-9993-E00B26F5EB91}"/>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E05841D3-EDFB-4B75-AE00-39E3F50B77C1}"/>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778880D9-13C6-41CD-B3B5-4FC5C11CF777}"/>
              </a:ext>
            </a:extLst>
          </p:cNvPr>
          <p:cNvSpPr>
            <a:spLocks xmlns:a="http://schemas.openxmlformats.org/drawingml/2006/main" noGrp="1"/>
          </p:cNvSpPr>
          <p:nvPr/>
        </p:nvSpPr>
        <p:spPr>
          <a:xfrm xmlns:a="http://schemas.openxmlformats.org/drawingml/2006/main">
            <a:off x="3333750" y="2333625"/>
            <a:ext cx="57150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6" name="">
            <a:extLst xmlns:a="http://schemas.openxmlformats.org/drawingml/2006/main">
              <a:ext uri="{FF2B5EF4-FFF2-40B4-BE49-F238E27FC236}">
                <a16:creationId xmlns:a16="http://schemas.microsoft.com/office/drawing/2014/main" id="{30917873-2493-4AC0-ACF7-B858045DB868}"/>
              </a:ext>
            </a:extLst>
          </p:cNvPr>
          <p:cNvSpPr>
            <a:spLocks xmlns:a="http://schemas.openxmlformats.org/drawingml/2006/main" noGrp="1"/>
          </p:cNvSpPr>
          <p:nvPr/>
        </p:nvSpPr>
        <p:spPr>
          <a:xfrm xmlns:a="http://schemas.openxmlformats.org/drawingml/2006/main">
            <a:off x="3905250" y="2333625"/>
            <a:ext cx="0" cy="1857375"/>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7" name="">
            <a:extLst xmlns:a="http://schemas.openxmlformats.org/drawingml/2006/main">
              <a:ext uri="{FF2B5EF4-FFF2-40B4-BE49-F238E27FC236}">
                <a16:creationId xmlns:a16="http://schemas.microsoft.com/office/drawing/2014/main" id="{F3144982-8721-4F96-803D-E9E4DD7B0CFC}"/>
              </a:ext>
            </a:extLst>
          </p:cNvPr>
          <p:cNvSpPr>
            <a:spLocks xmlns:a="http://schemas.openxmlformats.org/drawingml/2006/main" noGrp="1"/>
          </p:cNvSpPr>
          <p:nvPr/>
        </p:nvSpPr>
        <p:spPr>
          <a:xfrm xmlns:a="http://schemas.openxmlformats.org/drawingml/2006/main">
            <a:off x="3905250" y="3238500"/>
            <a:ext cx="66675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8" name="">
            <a:extLst xmlns:a="http://schemas.openxmlformats.org/drawingml/2006/main">
              <a:ext uri="{FF2B5EF4-FFF2-40B4-BE49-F238E27FC236}">
                <a16:creationId xmlns:a16="http://schemas.microsoft.com/office/drawing/2014/main" id="{B4718DEE-5FF2-44F5-826A-CC7A2E10E728}"/>
              </a:ext>
            </a:extLst>
          </p:cNvPr>
          <p:cNvSpPr>
            <a:spLocks xmlns:a="http://schemas.openxmlformats.org/drawingml/2006/main" noGrp="1"/>
          </p:cNvSpPr>
          <p:nvPr/>
        </p:nvSpPr>
        <p:spPr>
          <a:xfrm xmlns:a="http://schemas.openxmlformats.org/drawingml/2006/main">
            <a:off x="3333750" y="4191000"/>
            <a:ext cx="57150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9" name="">
            <a:extLst xmlns:a="http://schemas.openxmlformats.org/drawingml/2006/main">
              <a:ext uri="{FF2B5EF4-FFF2-40B4-BE49-F238E27FC236}">
                <a16:creationId xmlns:a16="http://schemas.microsoft.com/office/drawing/2014/main" id="{A06B3888-4643-4608-AD77-E47E50FD9985}"/>
              </a:ext>
            </a:extLst>
          </p:cNvPr>
          <p:cNvSpPr>
            <a:spLocks xmlns:a="http://schemas.openxmlformats.org/drawingml/2006/main" noGrp="1"/>
          </p:cNvSpPr>
          <p:nvPr/>
        </p:nvSpPr>
        <p:spPr>
          <a:xfrm xmlns:a="http://schemas.openxmlformats.org/drawingml/2006/main">
            <a:off x="7620000" y="3238500"/>
            <a:ext cx="66675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0" name="">
            <a:extLst xmlns:a="http://schemas.openxmlformats.org/drawingml/2006/main">
              <a:ext uri="{FF2B5EF4-FFF2-40B4-BE49-F238E27FC236}">
                <a16:creationId xmlns:a16="http://schemas.microsoft.com/office/drawing/2014/main" id="{88B1D70C-9022-4BFF-B71B-7C50FF2DE0A1}"/>
              </a:ext>
            </a:extLst>
          </p:cNvPr>
          <p:cNvSpPr>
            <a:spLocks xmlns:a="http://schemas.openxmlformats.org/drawingml/2006/main" noGrp="1"/>
          </p:cNvSpPr>
          <p:nvPr/>
        </p:nvSpPr>
        <p:spPr>
          <a:xfrm xmlns:a="http://schemas.openxmlformats.org/drawingml/2006/main">
            <a:off x="8286750" y="2333625"/>
            <a:ext cx="0" cy="1857375"/>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1" name="">
            <a:extLst xmlns:a="http://schemas.openxmlformats.org/drawingml/2006/main">
              <a:ext uri="{FF2B5EF4-FFF2-40B4-BE49-F238E27FC236}">
                <a16:creationId xmlns:a16="http://schemas.microsoft.com/office/drawing/2014/main" id="{312C7F25-B451-49E6-9E1A-912184EA7187}"/>
              </a:ext>
            </a:extLst>
          </p:cNvPr>
          <p:cNvSpPr>
            <a:spLocks xmlns:a="http://schemas.openxmlformats.org/drawingml/2006/main" noGrp="1"/>
          </p:cNvSpPr>
          <p:nvPr/>
        </p:nvSpPr>
        <p:spPr>
          <a:xfrm xmlns:a="http://schemas.openxmlformats.org/drawingml/2006/main">
            <a:off x="8286750" y="2333625"/>
            <a:ext cx="809625"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2" name="">
            <a:extLst xmlns:a="http://schemas.openxmlformats.org/drawingml/2006/main">
              <a:ext uri="{FF2B5EF4-FFF2-40B4-BE49-F238E27FC236}">
                <a16:creationId xmlns:a16="http://schemas.microsoft.com/office/drawing/2014/main" id="{E94AF550-1BD9-4890-8DDF-D2E97F6F9BBE}"/>
              </a:ext>
            </a:extLst>
          </p:cNvPr>
          <p:cNvSpPr>
            <a:spLocks xmlns:a="http://schemas.openxmlformats.org/drawingml/2006/main" noGrp="1"/>
          </p:cNvSpPr>
          <p:nvPr/>
        </p:nvSpPr>
        <p:spPr>
          <a:xfrm xmlns:a="http://schemas.openxmlformats.org/drawingml/2006/main">
            <a:off x="8286750" y="4191000"/>
            <a:ext cx="952500" cy="0"/>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3" name="">
            <a:extLst xmlns:a="http://schemas.openxmlformats.org/drawingml/2006/main">
              <a:ext uri="{FF2B5EF4-FFF2-40B4-BE49-F238E27FC236}">
                <a16:creationId xmlns:a16="http://schemas.microsoft.com/office/drawing/2014/main" id="{5F38389F-E636-485E-9C98-DD92CA8F6181}"/>
              </a:ext>
            </a:extLst>
          </p:cNvPr>
          <p:cNvSpPr>
            <a:spLocks xmlns:a="http://schemas.openxmlformats.org/drawingml/2006/main" noGrp="1"/>
          </p:cNvSpPr>
          <p:nvPr/>
        </p:nvSpPr>
        <p:spPr>
          <a:xfrm xmlns:a="http://schemas.openxmlformats.org/drawingml/2006/main">
            <a:off x="6096000" y="4552950"/>
            <a:ext cx="0" cy="542925"/>
          </a:xfrm>
          <a:prstGeom xmlns:a="http://schemas.openxmlformats.org/drawingml/2006/main" prst="line">
            <a:avLst/>
          </a:prstGeom>
          <a:noFill xmlns:a="http://schemas.openxmlformats.org/drawingml/2006/main"/>
          <a:ln xmlns:a="http://schemas.openxmlformats.org/drawingml/2006/main" w="23813">
            <a:solidFill>
              <a:srgbClr val="CFCFD2"/>
            </a:solidFill>
            <a:prstDash val="solid"/>
          </a:ln>
        </p:spPr>
      </p:sp>
      <p:sp>
        <p:nvSpPr>
          <p:cNvPr id="14" name="">
            <a:extLst xmlns:a="http://schemas.openxmlformats.org/drawingml/2006/main">
              <a:ext uri="{FF2B5EF4-FFF2-40B4-BE49-F238E27FC236}">
                <a16:creationId xmlns:a16="http://schemas.microsoft.com/office/drawing/2014/main" id="{918FEF5A-1976-49A5-86BB-3C068404516F}"/>
              </a:ext>
            </a:extLst>
          </p:cNvPr>
          <p:cNvSpPr>
            <a:spLocks xmlns:a="http://schemas.openxmlformats.org/drawingml/2006/main" noGrp="1"/>
          </p:cNvSpPr>
          <p:nvPr/>
        </p:nvSpPr>
        <p:spPr>
          <a:xfrm xmlns:a="http://schemas.openxmlformats.org/drawingml/2006/main">
            <a:off x="4572000" y="2457450"/>
            <a:ext cx="3048000" cy="2095500"/>
          </a:xfrm>
          <a:prstGeom xmlns:a="http://schemas.openxmlformats.org/drawingml/2006/main" prst="ellipse">
            <a:avLst/>
          </a:prstGeom>
          <a:solidFill xmlns:a="http://schemas.openxmlformats.org/drawingml/2006/main">
            <a:srgbClr val="76545F"/>
          </a:solidFill>
          <a:ln xmlns:a="http://schemas.openxmlformats.org/drawingml/2006/main" w="0">
            <a:solidFill>
              <a:srgbClr val="76545F"/>
            </a:solidFill>
            <a:prstDash val="solid"/>
          </a:ln>
        </p:spPr>
      </p:sp>
      <p:sp>
        <p:nvSpPr>
          <p:cNvPr id="15" name="">
            <a:extLst xmlns:a="http://schemas.openxmlformats.org/drawingml/2006/main">
              <a:ext uri="{FF2B5EF4-FFF2-40B4-BE49-F238E27FC236}">
                <a16:creationId xmlns:a16="http://schemas.microsoft.com/office/drawing/2014/main" id="{92FB2866-04F6-4EC8-87BF-14251687785C}"/>
              </a:ext>
            </a:extLst>
          </p:cNvPr>
          <p:cNvSpPr>
            <a:spLocks xmlns:a="http://schemas.openxmlformats.org/drawingml/2006/main" noGrp="1"/>
          </p:cNvSpPr>
          <p:nvPr/>
        </p:nvSpPr>
        <p:spPr>
          <a:xfrm xmlns:a="http://schemas.openxmlformats.org/drawingml/2006/main">
            <a:off x="4953000" y="2952750"/>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FFFFFF"/>
                </a:solidFill>
                <a:latin typeface="Arial"/>
                <a:ea typeface="Arial"/>
                <a:cs typeface="Arial"/>
              </a:defRPr>
            </a:pPr>
            <a:r>
              <a:rPr sz="2175" b="1" i="0">
                <a:solidFill>
                  <a:srgbClr val="FFFFFF"/>
                </a:solidFill>
                <a:latin typeface="Arial"/>
                <a:ea typeface="Arial"/>
                <a:cs typeface="Arial"/>
              </a:rPr>
              <a:t>CUSTOMER</a:t>
            </a:r>
          </a:p>
          <a:p xmlns:a="http://schemas.openxmlformats.org/drawingml/2006/main">
            <a:pPr algn="ctr">
              <a:lnSpc>
                <a:spcPct val="100000"/>
              </a:lnSpc>
              <a:buNone/>
              <a:defRPr sz="2175" b="1" i="0">
                <a:solidFill>
                  <a:srgbClr val="FFFFFF"/>
                </a:solidFill>
                <a:latin typeface="Arial"/>
                <a:ea typeface="Arial"/>
                <a:cs typeface="Arial"/>
              </a:defRPr>
            </a:pPr>
            <a:r>
              <a:rPr sz="2175" b="1" i="0">
                <a:solidFill>
                  <a:srgbClr val="FFFFFF"/>
                </a:solidFill>
                <a:latin typeface="Arial"/>
                <a:ea typeface="Arial"/>
                <a:cs typeface="Arial"/>
              </a:rPr>
              <a:t>HISTORY</a:t>
            </a:r>
          </a:p>
        </p:txBody>
      </p:sp>
      <p:sp>
        <p:nvSpPr>
          <p:cNvPr id="16" name="">
            <a:extLst xmlns:a="http://schemas.openxmlformats.org/drawingml/2006/main">
              <a:ext uri="{FF2B5EF4-FFF2-40B4-BE49-F238E27FC236}">
                <a16:creationId xmlns:a16="http://schemas.microsoft.com/office/drawing/2014/main" id="{6FBA3483-F883-480B-9B30-AB98F7966A92}"/>
              </a:ext>
            </a:extLst>
          </p:cNvPr>
          <p:cNvSpPr>
            <a:spLocks xmlns:a="http://schemas.openxmlformats.org/drawingml/2006/main" noGrp="1"/>
          </p:cNvSpPr>
          <p:nvPr/>
        </p:nvSpPr>
        <p:spPr>
          <a:xfrm xmlns:a="http://schemas.openxmlformats.org/drawingml/2006/main">
            <a:off x="857250" y="1809750"/>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17" name="">
            <a:extLst xmlns:a="http://schemas.openxmlformats.org/drawingml/2006/main">
              <a:ext uri="{FF2B5EF4-FFF2-40B4-BE49-F238E27FC236}">
                <a16:creationId xmlns:a16="http://schemas.microsoft.com/office/drawing/2014/main" id="{984FCF16-48FD-46D6-933C-D18646CC6122}"/>
              </a:ext>
            </a:extLst>
          </p:cNvPr>
          <p:cNvSpPr>
            <a:spLocks xmlns:a="http://schemas.openxmlformats.org/drawingml/2006/main" noGrp="1"/>
          </p:cNvSpPr>
          <p:nvPr/>
        </p:nvSpPr>
        <p:spPr>
          <a:xfrm xmlns:a="http://schemas.openxmlformats.org/drawingml/2006/main">
            <a:off x="1009650" y="197167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Profile</a:t>
            </a:r>
          </a:p>
        </p:txBody>
      </p:sp>
      <p:sp>
        <p:nvSpPr>
          <p:cNvPr id="18" name="">
            <a:extLst xmlns:a="http://schemas.openxmlformats.org/drawingml/2006/main">
              <a:ext uri="{FF2B5EF4-FFF2-40B4-BE49-F238E27FC236}">
                <a16:creationId xmlns:a16="http://schemas.microsoft.com/office/drawing/2014/main" id="{6E4D9BCC-2D49-4DED-BE56-FE5827DC778D}"/>
              </a:ext>
            </a:extLst>
          </p:cNvPr>
          <p:cNvSpPr>
            <a:spLocks xmlns:a="http://schemas.openxmlformats.org/drawingml/2006/main" noGrp="1"/>
          </p:cNvSpPr>
          <p:nvPr/>
        </p:nvSpPr>
        <p:spPr>
          <a:xfrm xmlns:a="http://schemas.openxmlformats.org/drawingml/2006/main">
            <a:off x="1009650" y="233362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Gender and age</a:t>
            </a:r>
          </a:p>
        </p:txBody>
      </p:sp>
      <p:sp>
        <p:nvSpPr>
          <p:cNvPr id="19" name="">
            <a:extLst xmlns:a="http://schemas.openxmlformats.org/drawingml/2006/main">
              <a:ext uri="{FF2B5EF4-FFF2-40B4-BE49-F238E27FC236}">
                <a16:creationId xmlns:a16="http://schemas.microsoft.com/office/drawing/2014/main" id="{1D384F96-CB08-407C-AAA9-308B84931305}"/>
              </a:ext>
            </a:extLst>
          </p:cNvPr>
          <p:cNvSpPr>
            <a:spLocks xmlns:a="http://schemas.openxmlformats.org/drawingml/2006/main" noGrp="1"/>
          </p:cNvSpPr>
          <p:nvPr/>
        </p:nvSpPr>
        <p:spPr>
          <a:xfrm xmlns:a="http://schemas.openxmlformats.org/drawingml/2006/main">
            <a:off x="857250" y="3667125"/>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20" name="">
            <a:extLst xmlns:a="http://schemas.openxmlformats.org/drawingml/2006/main">
              <a:ext uri="{FF2B5EF4-FFF2-40B4-BE49-F238E27FC236}">
                <a16:creationId xmlns:a16="http://schemas.microsoft.com/office/drawing/2014/main" id="{701CC5E9-DE14-4485-8DD9-C3275FA8664C}"/>
              </a:ext>
            </a:extLst>
          </p:cNvPr>
          <p:cNvSpPr>
            <a:spLocks xmlns:a="http://schemas.openxmlformats.org/drawingml/2006/main" noGrp="1"/>
          </p:cNvSpPr>
          <p:nvPr/>
        </p:nvSpPr>
        <p:spPr>
          <a:xfrm xmlns:a="http://schemas.openxmlformats.org/drawingml/2006/main">
            <a:off x="1009650" y="3829050"/>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Relationship</a:t>
            </a:r>
          </a:p>
        </p:txBody>
      </p:sp>
      <p:sp>
        <p:nvSpPr>
          <p:cNvPr id="21" name="">
            <a:extLst xmlns:a="http://schemas.openxmlformats.org/drawingml/2006/main">
              <a:ext uri="{FF2B5EF4-FFF2-40B4-BE49-F238E27FC236}">
                <a16:creationId xmlns:a16="http://schemas.microsoft.com/office/drawing/2014/main" id="{B55CAF96-A7EC-4905-8737-09F03E0B4AD3}"/>
              </a:ext>
            </a:extLst>
          </p:cNvPr>
          <p:cNvSpPr>
            <a:spLocks xmlns:a="http://schemas.openxmlformats.org/drawingml/2006/main" noGrp="1"/>
          </p:cNvSpPr>
          <p:nvPr/>
        </p:nvSpPr>
        <p:spPr>
          <a:xfrm xmlns:a="http://schemas.openxmlformats.org/drawingml/2006/main">
            <a:off x="1009650" y="41910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How long they stayed</a:t>
            </a:r>
          </a:p>
        </p:txBody>
      </p:sp>
      <p:sp>
        <p:nvSpPr>
          <p:cNvPr id="22" name="">
            <a:extLst xmlns:a="http://schemas.openxmlformats.org/drawingml/2006/main">
              <a:ext uri="{FF2B5EF4-FFF2-40B4-BE49-F238E27FC236}">
                <a16:creationId xmlns:a16="http://schemas.microsoft.com/office/drawing/2014/main" id="{57ADA64C-E003-4CAD-B570-A07ACC3CB0F1}"/>
              </a:ext>
            </a:extLst>
          </p:cNvPr>
          <p:cNvSpPr>
            <a:spLocks xmlns:a="http://schemas.openxmlformats.org/drawingml/2006/main" noGrp="1"/>
          </p:cNvSpPr>
          <p:nvPr/>
        </p:nvSpPr>
        <p:spPr>
          <a:xfrm xmlns:a="http://schemas.openxmlformats.org/drawingml/2006/main">
            <a:off x="9096375" y="1809750"/>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23" name="">
            <a:extLst xmlns:a="http://schemas.openxmlformats.org/drawingml/2006/main">
              <a:ext uri="{FF2B5EF4-FFF2-40B4-BE49-F238E27FC236}">
                <a16:creationId xmlns:a16="http://schemas.microsoft.com/office/drawing/2014/main" id="{600A49D7-F703-4FEF-A4D7-194C8ACD711B}"/>
              </a:ext>
            </a:extLst>
          </p:cNvPr>
          <p:cNvSpPr>
            <a:spLocks xmlns:a="http://schemas.openxmlformats.org/drawingml/2006/main" noGrp="1"/>
          </p:cNvSpPr>
          <p:nvPr/>
        </p:nvSpPr>
        <p:spPr>
          <a:xfrm xmlns:a="http://schemas.openxmlformats.org/drawingml/2006/main">
            <a:off x="9248775" y="197167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Billing</a:t>
            </a:r>
          </a:p>
        </p:txBody>
      </p:sp>
      <p:sp>
        <p:nvSpPr>
          <p:cNvPr id="24" name="">
            <a:extLst xmlns:a="http://schemas.openxmlformats.org/drawingml/2006/main">
              <a:ext uri="{FF2B5EF4-FFF2-40B4-BE49-F238E27FC236}">
                <a16:creationId xmlns:a16="http://schemas.microsoft.com/office/drawing/2014/main" id="{4C2F08E2-5742-46D7-ACFA-3FACC5FEF0D0}"/>
              </a:ext>
            </a:extLst>
          </p:cNvPr>
          <p:cNvSpPr>
            <a:spLocks xmlns:a="http://schemas.openxmlformats.org/drawingml/2006/main" noGrp="1"/>
          </p:cNvSpPr>
          <p:nvPr/>
        </p:nvSpPr>
        <p:spPr>
          <a:xfrm xmlns:a="http://schemas.openxmlformats.org/drawingml/2006/main">
            <a:off x="9248775" y="2333625"/>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Monthly and total charges</a:t>
            </a:r>
          </a:p>
        </p:txBody>
      </p:sp>
      <p:sp>
        <p:nvSpPr>
          <p:cNvPr id="25" name="">
            <a:extLst xmlns:a="http://schemas.openxmlformats.org/drawingml/2006/main">
              <a:ext uri="{FF2B5EF4-FFF2-40B4-BE49-F238E27FC236}">
                <a16:creationId xmlns:a16="http://schemas.microsoft.com/office/drawing/2014/main" id="{EF8FB7DD-849F-450D-BDDE-4E3607A654C5}"/>
              </a:ext>
            </a:extLst>
          </p:cNvPr>
          <p:cNvSpPr>
            <a:spLocks xmlns:a="http://schemas.openxmlformats.org/drawingml/2006/main" noGrp="1"/>
          </p:cNvSpPr>
          <p:nvPr/>
        </p:nvSpPr>
        <p:spPr>
          <a:xfrm xmlns:a="http://schemas.openxmlformats.org/drawingml/2006/main">
            <a:off x="9239250" y="3667125"/>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26" name="">
            <a:extLst xmlns:a="http://schemas.openxmlformats.org/drawingml/2006/main">
              <a:ext uri="{FF2B5EF4-FFF2-40B4-BE49-F238E27FC236}">
                <a16:creationId xmlns:a16="http://schemas.microsoft.com/office/drawing/2014/main" id="{93EFB931-7D0C-4D29-899B-CA6E25F8482C}"/>
              </a:ext>
            </a:extLst>
          </p:cNvPr>
          <p:cNvSpPr>
            <a:spLocks xmlns:a="http://schemas.openxmlformats.org/drawingml/2006/main" noGrp="1"/>
          </p:cNvSpPr>
          <p:nvPr/>
        </p:nvSpPr>
        <p:spPr>
          <a:xfrm xmlns:a="http://schemas.openxmlformats.org/drawingml/2006/main">
            <a:off x="9391650" y="3829050"/>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Contract</a:t>
            </a:r>
          </a:p>
        </p:txBody>
      </p:sp>
      <p:sp>
        <p:nvSpPr>
          <p:cNvPr id="27" name="">
            <a:extLst xmlns:a="http://schemas.openxmlformats.org/drawingml/2006/main">
              <a:ext uri="{FF2B5EF4-FFF2-40B4-BE49-F238E27FC236}">
                <a16:creationId xmlns:a16="http://schemas.microsoft.com/office/drawing/2014/main" id="{EB2C1879-860D-4E41-9414-4E7B0A6DE521}"/>
              </a:ext>
            </a:extLst>
          </p:cNvPr>
          <p:cNvSpPr>
            <a:spLocks xmlns:a="http://schemas.openxmlformats.org/drawingml/2006/main" noGrp="1"/>
          </p:cNvSpPr>
          <p:nvPr/>
        </p:nvSpPr>
        <p:spPr>
          <a:xfrm xmlns:a="http://schemas.openxmlformats.org/drawingml/2006/main">
            <a:off x="9391650" y="41910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Type of agreement</a:t>
            </a:r>
          </a:p>
        </p:txBody>
      </p:sp>
      <p:sp>
        <p:nvSpPr>
          <p:cNvPr id="28" name="">
            <a:extLst xmlns:a="http://schemas.openxmlformats.org/drawingml/2006/main">
              <a:ext uri="{FF2B5EF4-FFF2-40B4-BE49-F238E27FC236}">
                <a16:creationId xmlns:a16="http://schemas.microsoft.com/office/drawing/2014/main" id="{7037FFC3-9C14-4D55-9F06-744D6DF5FFBE}"/>
              </a:ext>
            </a:extLst>
          </p:cNvPr>
          <p:cNvSpPr>
            <a:spLocks xmlns:a="http://schemas.openxmlformats.org/drawingml/2006/main" noGrp="1"/>
          </p:cNvSpPr>
          <p:nvPr/>
        </p:nvSpPr>
        <p:spPr>
          <a:xfrm xmlns:a="http://schemas.openxmlformats.org/drawingml/2006/main">
            <a:off x="4857750" y="5095875"/>
            <a:ext cx="2476500" cy="1047750"/>
          </a:xfrm>
          <a:prstGeom xmlns:a="http://schemas.openxmlformats.org/drawingml/2006/main" prst="roundRect">
            <a:avLst>
              <a:gd name="adj" fmla="val 7273"/>
            </a:avLst>
          </a:prstGeom>
          <a:solidFill xmlns:a="http://schemas.openxmlformats.org/drawingml/2006/main">
            <a:srgbClr val="F1E4E7"/>
          </a:solidFill>
          <a:ln xmlns:a="http://schemas.openxmlformats.org/drawingml/2006/main" w="0">
            <a:solidFill>
              <a:srgbClr val="F1E4E7"/>
            </a:solidFill>
            <a:prstDash val="solid"/>
          </a:ln>
        </p:spPr>
      </p:sp>
      <p:sp>
        <p:nvSpPr>
          <p:cNvPr id="29" name="">
            <a:extLst xmlns:a="http://schemas.openxmlformats.org/drawingml/2006/main">
              <a:ext uri="{FF2B5EF4-FFF2-40B4-BE49-F238E27FC236}">
                <a16:creationId xmlns:a16="http://schemas.microsoft.com/office/drawing/2014/main" id="{EE68272C-16D0-4FAD-AC9A-5F57A1D581F4}"/>
              </a:ext>
            </a:extLst>
          </p:cNvPr>
          <p:cNvSpPr>
            <a:spLocks xmlns:a="http://schemas.openxmlformats.org/drawingml/2006/main" noGrp="1"/>
          </p:cNvSpPr>
          <p:nvPr/>
        </p:nvSpPr>
        <p:spPr>
          <a:xfrm xmlns:a="http://schemas.openxmlformats.org/drawingml/2006/main">
            <a:off x="5010150" y="5257800"/>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Service</a:t>
            </a:r>
          </a:p>
        </p:txBody>
      </p:sp>
      <p:sp>
        <p:nvSpPr>
          <p:cNvPr id="30" name="">
            <a:extLst xmlns:a="http://schemas.openxmlformats.org/drawingml/2006/main">
              <a:ext uri="{FF2B5EF4-FFF2-40B4-BE49-F238E27FC236}">
                <a16:creationId xmlns:a16="http://schemas.microsoft.com/office/drawing/2014/main" id="{4BD10E78-3344-45BD-BD9F-E87084BE3DD7}"/>
              </a:ext>
            </a:extLst>
          </p:cNvPr>
          <p:cNvSpPr>
            <a:spLocks xmlns:a="http://schemas.openxmlformats.org/drawingml/2006/main" noGrp="1"/>
          </p:cNvSpPr>
          <p:nvPr/>
        </p:nvSpPr>
        <p:spPr>
          <a:xfrm xmlns:a="http://schemas.openxmlformats.org/drawingml/2006/main">
            <a:off x="5010150" y="56197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Internet and related services</a:t>
            </a:r>
          </a:p>
        </p:txBody>
      </p:sp>
      <p:sp>
        <p:nvSpPr>
          <p:cNvPr id="31" name="">
            <a:extLst xmlns:a="http://schemas.openxmlformats.org/drawingml/2006/main">
              <a:ext uri="{FF2B5EF4-FFF2-40B4-BE49-F238E27FC236}">
                <a16:creationId xmlns:a16="http://schemas.microsoft.com/office/drawing/2014/main" id="{1F2312F5-EA9E-4737-90D5-5DB50C23662E}"/>
              </a:ext>
            </a:extLst>
          </p:cNvPr>
          <p:cNvSpPr>
            <a:spLocks xmlns:a="http://schemas.openxmlformats.org/drawingml/2006/main" noGrp="1"/>
          </p:cNvSpPr>
          <p:nvPr/>
        </p:nvSpPr>
        <p:spPr>
          <a:xfrm xmlns:a="http://schemas.openxmlformats.org/drawingml/2006/main">
            <a:off x="8515350" y="5505450"/>
            <a:ext cx="2571750" cy="285750"/>
          </a:xfrm>
          <a:prstGeom xmlns:a="http://schemas.openxmlformats.org/drawingml/2006/main" prst="roundRect">
            <a:avLst>
              <a:gd name="adj" fmla="val 20000"/>
            </a:avLst>
          </a:prstGeom>
          <a:solidFill xmlns:a="http://schemas.openxmlformats.org/drawingml/2006/main">
            <a:srgbClr val="E7D4D9"/>
          </a:solidFill>
          <a:ln xmlns:a="http://schemas.openxmlformats.org/drawingml/2006/main" w="0">
            <a:solidFill>
              <a:srgbClr val="E7D4D9"/>
            </a:solidFill>
            <a:prstDash val="solid"/>
          </a:ln>
        </p:spPr>
      </p:sp>
      <p:sp>
        <p:nvSpPr>
          <p:cNvPr id="32" name="">
            <a:extLst xmlns:a="http://schemas.openxmlformats.org/drawingml/2006/main">
              <a:ext uri="{FF2B5EF4-FFF2-40B4-BE49-F238E27FC236}">
                <a16:creationId xmlns:a16="http://schemas.microsoft.com/office/drawing/2014/main" id="{571BF840-4EBD-42C2-A46B-59C414343811}"/>
              </a:ext>
            </a:extLst>
          </p:cNvPr>
          <p:cNvSpPr>
            <a:spLocks xmlns:a="http://schemas.openxmlformats.org/drawingml/2006/main" noGrp="1"/>
          </p:cNvSpPr>
          <p:nvPr/>
        </p:nvSpPr>
        <p:spPr>
          <a:xfrm xmlns:a="http://schemas.openxmlformats.org/drawingml/2006/main">
            <a:off x="8610600" y="55626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202024"/>
                </a:solidFill>
                <a:latin typeface="Arial"/>
                <a:ea typeface="Arial"/>
                <a:cs typeface="Arial"/>
              </a:defRPr>
            </a:pPr>
            <a:r>
              <a:rPr sz="900" b="1" i="0">
                <a:solidFill>
                  <a:srgbClr val="202024"/>
                </a:solidFill>
                <a:latin typeface="Arial"/>
                <a:ea typeface="Arial"/>
                <a:cs typeface="Arial"/>
              </a:rPr>
              <a:t>0 · LIKELY TO STAY</a:t>
            </a:r>
          </a:p>
        </p:txBody>
      </p:sp>
      <p:sp>
        <p:nvSpPr>
          <p:cNvPr id="33" name="">
            <a:extLst xmlns:a="http://schemas.openxmlformats.org/drawingml/2006/main">
              <a:ext uri="{FF2B5EF4-FFF2-40B4-BE49-F238E27FC236}">
                <a16:creationId xmlns:a16="http://schemas.microsoft.com/office/drawing/2014/main" id="{7A3F9DCF-FA1C-4622-86F6-E8816C540642}"/>
              </a:ext>
            </a:extLst>
          </p:cNvPr>
          <p:cNvSpPr>
            <a:spLocks xmlns:a="http://schemas.openxmlformats.org/drawingml/2006/main" noGrp="1"/>
          </p:cNvSpPr>
          <p:nvPr/>
        </p:nvSpPr>
        <p:spPr>
          <a:xfrm xmlns:a="http://schemas.openxmlformats.org/drawingml/2006/main">
            <a:off x="1104900" y="5505450"/>
            <a:ext cx="2571750" cy="285750"/>
          </a:xfrm>
          <a:prstGeom xmlns:a="http://schemas.openxmlformats.org/drawingml/2006/main" prst="roundRect">
            <a:avLst>
              <a:gd name="adj" fmla="val 20000"/>
            </a:avLst>
          </a:prstGeom>
          <a:solidFill xmlns:a="http://schemas.openxmlformats.org/drawingml/2006/main">
            <a:srgbClr val="E7D4D9"/>
          </a:solidFill>
          <a:ln xmlns:a="http://schemas.openxmlformats.org/drawingml/2006/main" w="0">
            <a:solidFill>
              <a:srgbClr val="E7D4D9"/>
            </a:solidFill>
            <a:prstDash val="solid"/>
          </a:ln>
        </p:spPr>
      </p:sp>
      <p:sp>
        <p:nvSpPr>
          <p:cNvPr id="34" name="">
            <a:extLst xmlns:a="http://schemas.openxmlformats.org/drawingml/2006/main">
              <a:ext uri="{FF2B5EF4-FFF2-40B4-BE49-F238E27FC236}">
                <a16:creationId xmlns:a16="http://schemas.microsoft.com/office/drawing/2014/main" id="{E8BCFD1F-9938-43B7-B7DD-303EE123D007}"/>
              </a:ext>
            </a:extLst>
          </p:cNvPr>
          <p:cNvSpPr>
            <a:spLocks xmlns:a="http://schemas.openxmlformats.org/drawingml/2006/main" noGrp="1"/>
          </p:cNvSpPr>
          <p:nvPr/>
        </p:nvSpPr>
        <p:spPr>
          <a:xfrm xmlns:a="http://schemas.openxmlformats.org/drawingml/2006/main">
            <a:off x="1200150" y="55626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202024"/>
                </a:solidFill>
                <a:latin typeface="Arial"/>
                <a:ea typeface="Arial"/>
                <a:cs typeface="Arial"/>
              </a:defRPr>
            </a:pPr>
            <a:r>
              <a:rPr sz="900" b="1" i="0">
                <a:solidFill>
                  <a:srgbClr val="202024"/>
                </a:solidFill>
                <a:latin typeface="Arial"/>
                <a:ea typeface="Arial"/>
                <a:cs typeface="Arial"/>
              </a:rPr>
              <a:t>1 · LIKELY TO CHURN</a:t>
            </a:r>
          </a:p>
        </p:txBody>
      </p:sp>
      <p:sp>
        <p:nvSpPr>
          <p:cNvPr id="35" name="">
            <a:extLst xmlns:a="http://schemas.openxmlformats.org/drawingml/2006/main">
              <a:ext uri="{FF2B5EF4-FFF2-40B4-BE49-F238E27FC236}">
                <a16:creationId xmlns:a16="http://schemas.microsoft.com/office/drawing/2014/main" id="{92D2DF56-C0B9-4A3E-A1DB-081842F5ACF2}"/>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A, B and D</a:t>
            </a:r>
          </a:p>
        </p:txBody>
      </p:sp>
    </p:spTree>
    <p:extLst>
      <p:ext uri="{BB962C8B-B14F-4D97-AF65-F5344CB8AC3E}">
        <p14:creationId xmlns:p14="http://schemas.microsoft.com/office/powerpoint/2010/main" val="1961326429"/>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EFDF0EDA-D568-48A6-8158-AF1981042750}"/>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HOW IT WORKS</a:t>
            </a:r>
          </a:p>
        </p:txBody>
      </p:sp>
      <p:sp>
        <p:nvSpPr>
          <p:cNvPr id="2" name="">
            <a:extLst xmlns:a="http://schemas.openxmlformats.org/drawingml/2006/main">
              <a:ext uri="{FF2B5EF4-FFF2-40B4-BE49-F238E27FC236}">
                <a16:creationId xmlns:a16="http://schemas.microsoft.com/office/drawing/2014/main" id="{0628D75F-D7F7-4BBE-A4C9-06ADE3A86B74}"/>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The project follows one clear journey from records to a prediction</a:t>
            </a:r>
          </a:p>
        </p:txBody>
      </p:sp>
      <p:sp>
        <p:nvSpPr>
          <p:cNvPr id="3" name="">
            <a:extLst xmlns:a="http://schemas.openxmlformats.org/drawingml/2006/main">
              <a:ext uri="{FF2B5EF4-FFF2-40B4-BE49-F238E27FC236}">
                <a16:creationId xmlns:a16="http://schemas.microsoft.com/office/drawing/2014/main" id="{A21B2AB1-EDA4-4151-9C43-C716361B4510}"/>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EA80C38-E200-4B6F-91C6-4DBB63B8D30F}"/>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5A0133E1-8995-4284-A638-B83DECDBBDA9}"/>
              </a:ext>
            </a:extLst>
          </p:cNvPr>
          <p:cNvSpPr>
            <a:spLocks xmlns:a="http://schemas.openxmlformats.org/drawingml/2006/main" noGrp="1"/>
          </p:cNvSpPr>
          <p:nvPr/>
        </p:nvSpPr>
        <p:spPr>
          <a:xfrm xmlns:a="http://schemas.openxmlformats.org/drawingml/2006/main">
            <a:off x="2438400" y="3400425"/>
            <a:ext cx="47625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6" name="">
            <a:extLst xmlns:a="http://schemas.openxmlformats.org/drawingml/2006/main">
              <a:ext uri="{FF2B5EF4-FFF2-40B4-BE49-F238E27FC236}">
                <a16:creationId xmlns:a16="http://schemas.microsoft.com/office/drawing/2014/main" id="{0F0F6B82-5E5B-4B54-AA39-D003CB30FE91}"/>
              </a:ext>
            </a:extLst>
          </p:cNvPr>
          <p:cNvSpPr>
            <a:spLocks xmlns:a="http://schemas.openxmlformats.org/drawingml/2006/main" noGrp="1"/>
          </p:cNvSpPr>
          <p:nvPr/>
        </p:nvSpPr>
        <p:spPr>
          <a:xfrm xmlns:a="http://schemas.openxmlformats.org/drawingml/2006/main">
            <a:off x="628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FCFD2"/>
            </a:solidFill>
            <a:prstDash val="solid"/>
          </a:ln>
        </p:spPr>
      </p:sp>
      <p:sp>
        <p:nvSpPr>
          <p:cNvPr id="7" name="">
            <a:extLst xmlns:a="http://schemas.openxmlformats.org/drawingml/2006/main">
              <a:ext uri="{FF2B5EF4-FFF2-40B4-BE49-F238E27FC236}">
                <a16:creationId xmlns:a16="http://schemas.microsoft.com/office/drawing/2014/main" id="{1E2F8271-F3D5-4A36-968A-10A43671E97A}"/>
              </a:ext>
            </a:extLst>
          </p:cNvPr>
          <p:cNvSpPr>
            <a:spLocks xmlns:a="http://schemas.openxmlformats.org/drawingml/2006/main" noGrp="1"/>
          </p:cNvSpPr>
          <p:nvPr/>
        </p:nvSpPr>
        <p:spPr>
          <a:xfrm xmlns:a="http://schemas.openxmlformats.org/drawingml/2006/main">
            <a:off x="1209675" y="2381250"/>
            <a:ext cx="647700" cy="64770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8" name="">
            <a:extLst xmlns:a="http://schemas.openxmlformats.org/drawingml/2006/main">
              <a:ext uri="{FF2B5EF4-FFF2-40B4-BE49-F238E27FC236}">
                <a16:creationId xmlns:a16="http://schemas.microsoft.com/office/drawing/2014/main" id="{339FEA3B-2219-44B5-931C-E79F78A27A74}"/>
              </a:ext>
            </a:extLst>
          </p:cNvPr>
          <p:cNvSpPr>
            <a:spLocks xmlns:a="http://schemas.openxmlformats.org/drawingml/2006/main" noGrp="1"/>
          </p:cNvSpPr>
          <p:nvPr/>
        </p:nvSpPr>
        <p:spPr>
          <a:xfrm xmlns:a="http://schemas.openxmlformats.org/drawingml/2006/main">
            <a:off x="1209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C820435F-DEA8-4AA0-974A-E3BE78ED2CDC}"/>
              </a:ext>
            </a:extLst>
          </p:cNvPr>
          <p:cNvSpPr>
            <a:spLocks xmlns:a="http://schemas.openxmlformats.org/drawingml/2006/main" noGrp="1"/>
          </p:cNvSpPr>
          <p:nvPr/>
        </p:nvSpPr>
        <p:spPr>
          <a:xfrm xmlns:a="http://schemas.openxmlformats.org/drawingml/2006/main">
            <a:off x="771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Understand</a:t>
            </a:r>
          </a:p>
        </p:txBody>
      </p:sp>
      <p:sp>
        <p:nvSpPr>
          <p:cNvPr id="10" name="">
            <a:extLst xmlns:a="http://schemas.openxmlformats.org/drawingml/2006/main">
              <a:ext uri="{FF2B5EF4-FFF2-40B4-BE49-F238E27FC236}">
                <a16:creationId xmlns:a16="http://schemas.microsoft.com/office/drawing/2014/main" id="{EA3C50A2-0B1A-4334-8B30-6953ED582ACA}"/>
              </a:ext>
            </a:extLst>
          </p:cNvPr>
          <p:cNvSpPr>
            <a:spLocks xmlns:a="http://schemas.openxmlformats.org/drawingml/2006/main" noGrp="1"/>
          </p:cNvSpPr>
          <p:nvPr/>
        </p:nvSpPr>
        <p:spPr>
          <a:xfrm xmlns:a="http://schemas.openxmlformats.org/drawingml/2006/main">
            <a:off x="819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Look at the customer records</a:t>
            </a:r>
          </a:p>
        </p:txBody>
      </p:sp>
      <p:sp>
        <p:nvSpPr>
          <p:cNvPr id="11" name="">
            <a:extLst xmlns:a="http://schemas.openxmlformats.org/drawingml/2006/main">
              <a:ext uri="{FF2B5EF4-FFF2-40B4-BE49-F238E27FC236}">
                <a16:creationId xmlns:a16="http://schemas.microsoft.com/office/drawing/2014/main" id="{F0B5E365-1380-4B95-9D4F-E43AF83CB683}"/>
              </a:ext>
            </a:extLst>
          </p:cNvPr>
          <p:cNvSpPr>
            <a:spLocks xmlns:a="http://schemas.openxmlformats.org/drawingml/2006/main" noGrp="1"/>
          </p:cNvSpPr>
          <p:nvPr/>
        </p:nvSpPr>
        <p:spPr>
          <a:xfrm xmlns:a="http://schemas.openxmlformats.org/drawingml/2006/main">
            <a:off x="4724400" y="3400425"/>
            <a:ext cx="47625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2" name="">
            <a:extLst xmlns:a="http://schemas.openxmlformats.org/drawingml/2006/main">
              <a:ext uri="{FF2B5EF4-FFF2-40B4-BE49-F238E27FC236}">
                <a16:creationId xmlns:a16="http://schemas.microsoft.com/office/drawing/2014/main" id="{D63F65EA-8874-49ED-BC2C-49F70C1F8897}"/>
              </a:ext>
            </a:extLst>
          </p:cNvPr>
          <p:cNvSpPr>
            <a:spLocks xmlns:a="http://schemas.openxmlformats.org/drawingml/2006/main" noGrp="1"/>
          </p:cNvSpPr>
          <p:nvPr/>
        </p:nvSpPr>
        <p:spPr>
          <a:xfrm xmlns:a="http://schemas.openxmlformats.org/drawingml/2006/main">
            <a:off x="2914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A25A31DD-A288-41E2-9C67-0CD718390AD0}"/>
              </a:ext>
            </a:extLst>
          </p:cNvPr>
          <p:cNvSpPr>
            <a:spLocks xmlns:a="http://schemas.openxmlformats.org/drawingml/2006/main" noGrp="1"/>
          </p:cNvSpPr>
          <p:nvPr/>
        </p:nvSpPr>
        <p:spPr>
          <a:xfrm xmlns:a="http://schemas.openxmlformats.org/drawingml/2006/main">
            <a:off x="3495675" y="2381250"/>
            <a:ext cx="647700" cy="64770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14" name="">
            <a:extLst xmlns:a="http://schemas.openxmlformats.org/drawingml/2006/main">
              <a:ext uri="{FF2B5EF4-FFF2-40B4-BE49-F238E27FC236}">
                <a16:creationId xmlns:a16="http://schemas.microsoft.com/office/drawing/2014/main" id="{2371F5AC-D28E-4CDF-B607-5C56E3D3D2C3}"/>
              </a:ext>
            </a:extLst>
          </p:cNvPr>
          <p:cNvSpPr>
            <a:spLocks xmlns:a="http://schemas.openxmlformats.org/drawingml/2006/main" noGrp="1"/>
          </p:cNvSpPr>
          <p:nvPr/>
        </p:nvSpPr>
        <p:spPr>
          <a:xfrm xmlns:a="http://schemas.openxmlformats.org/drawingml/2006/main">
            <a:off x="3495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A910A265-2C5B-49C0-B9DF-29A97E30FB75}"/>
              </a:ext>
            </a:extLst>
          </p:cNvPr>
          <p:cNvSpPr>
            <a:spLocks xmlns:a="http://schemas.openxmlformats.org/drawingml/2006/main" noGrp="1"/>
          </p:cNvSpPr>
          <p:nvPr/>
        </p:nvSpPr>
        <p:spPr>
          <a:xfrm xmlns:a="http://schemas.openxmlformats.org/drawingml/2006/main">
            <a:off x="3057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Prepare</a:t>
            </a:r>
          </a:p>
        </p:txBody>
      </p:sp>
      <p:sp>
        <p:nvSpPr>
          <p:cNvPr id="16" name="">
            <a:extLst xmlns:a="http://schemas.openxmlformats.org/drawingml/2006/main">
              <a:ext uri="{FF2B5EF4-FFF2-40B4-BE49-F238E27FC236}">
                <a16:creationId xmlns:a16="http://schemas.microsoft.com/office/drawing/2014/main" id="{BE80301C-0C77-4153-95BE-0839F03983AF}"/>
              </a:ext>
            </a:extLst>
          </p:cNvPr>
          <p:cNvSpPr>
            <a:spLocks xmlns:a="http://schemas.openxmlformats.org/drawingml/2006/main" noGrp="1"/>
          </p:cNvSpPr>
          <p:nvPr/>
        </p:nvSpPr>
        <p:spPr>
          <a:xfrm xmlns:a="http://schemas.openxmlformats.org/drawingml/2006/main">
            <a:off x="3105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Clean and organise the information</a:t>
            </a:r>
          </a:p>
        </p:txBody>
      </p:sp>
      <p:sp>
        <p:nvSpPr>
          <p:cNvPr id="17" name="">
            <a:extLst xmlns:a="http://schemas.openxmlformats.org/drawingml/2006/main">
              <a:ext uri="{FF2B5EF4-FFF2-40B4-BE49-F238E27FC236}">
                <a16:creationId xmlns:a16="http://schemas.microsoft.com/office/drawing/2014/main" id="{63E2E889-CA16-4461-B6D7-20289E1E8B47}"/>
              </a:ext>
            </a:extLst>
          </p:cNvPr>
          <p:cNvSpPr>
            <a:spLocks xmlns:a="http://schemas.openxmlformats.org/drawingml/2006/main" noGrp="1"/>
          </p:cNvSpPr>
          <p:nvPr/>
        </p:nvSpPr>
        <p:spPr>
          <a:xfrm xmlns:a="http://schemas.openxmlformats.org/drawingml/2006/main">
            <a:off x="7010400" y="3400425"/>
            <a:ext cx="47625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8" name="">
            <a:extLst xmlns:a="http://schemas.openxmlformats.org/drawingml/2006/main">
              <a:ext uri="{FF2B5EF4-FFF2-40B4-BE49-F238E27FC236}">
                <a16:creationId xmlns:a16="http://schemas.microsoft.com/office/drawing/2014/main" id="{A111EECE-D33C-469B-B057-EDCAA0BF7E45}"/>
              </a:ext>
            </a:extLst>
          </p:cNvPr>
          <p:cNvSpPr>
            <a:spLocks xmlns:a="http://schemas.openxmlformats.org/drawingml/2006/main" noGrp="1"/>
          </p:cNvSpPr>
          <p:nvPr/>
        </p:nvSpPr>
        <p:spPr>
          <a:xfrm xmlns:a="http://schemas.openxmlformats.org/drawingml/2006/main">
            <a:off x="5200650" y="2143125"/>
            <a:ext cx="1809750" cy="2571750"/>
          </a:xfrm>
          <a:prstGeom xmlns:a="http://schemas.openxmlformats.org/drawingml/2006/main" prst="roundRect">
            <a:avLst>
              <a:gd name="adj" fmla="val 4211"/>
            </a:avLst>
          </a:prstGeom>
          <a:solidFill xmlns:a="http://schemas.openxmlformats.org/drawingml/2006/main">
            <a:srgbClr val="76545F"/>
          </a:solidFill>
          <a:ln xmlns:a="http://schemas.openxmlformats.org/drawingml/2006/main" w="9525">
            <a:solidFill>
              <a:srgbClr val="76545F"/>
            </a:solidFill>
            <a:prstDash val="solid"/>
          </a:ln>
        </p:spPr>
      </p:sp>
      <p:sp>
        <p:nvSpPr>
          <p:cNvPr id="19" name="">
            <a:extLst xmlns:a="http://schemas.openxmlformats.org/drawingml/2006/main">
              <a:ext uri="{FF2B5EF4-FFF2-40B4-BE49-F238E27FC236}">
                <a16:creationId xmlns:a16="http://schemas.microsoft.com/office/drawing/2014/main" id="{8ADA78C2-0417-4830-913A-B8070BE7B1B8}"/>
              </a:ext>
            </a:extLst>
          </p:cNvPr>
          <p:cNvSpPr>
            <a:spLocks xmlns:a="http://schemas.openxmlformats.org/drawingml/2006/main" noGrp="1"/>
          </p:cNvSpPr>
          <p:nvPr/>
        </p:nvSpPr>
        <p:spPr>
          <a:xfrm xmlns:a="http://schemas.openxmlformats.org/drawingml/2006/main">
            <a:off x="5781675" y="2381250"/>
            <a:ext cx="647700" cy="64770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20" name="">
            <a:extLst xmlns:a="http://schemas.openxmlformats.org/drawingml/2006/main">
              <a:ext uri="{FF2B5EF4-FFF2-40B4-BE49-F238E27FC236}">
                <a16:creationId xmlns:a16="http://schemas.microsoft.com/office/drawing/2014/main" id="{55FE0BE2-986B-4167-B644-510F715016CB}"/>
              </a:ext>
            </a:extLst>
          </p:cNvPr>
          <p:cNvSpPr>
            <a:spLocks xmlns:a="http://schemas.openxmlformats.org/drawingml/2006/main" noGrp="1"/>
          </p:cNvSpPr>
          <p:nvPr/>
        </p:nvSpPr>
        <p:spPr>
          <a:xfrm xmlns:a="http://schemas.openxmlformats.org/drawingml/2006/main">
            <a:off x="5781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C5A6E6EF-7A22-43A1-9F4D-C21D7DF00D53}"/>
              </a:ext>
            </a:extLst>
          </p:cNvPr>
          <p:cNvSpPr>
            <a:spLocks xmlns:a="http://schemas.openxmlformats.org/drawingml/2006/main" noGrp="1"/>
          </p:cNvSpPr>
          <p:nvPr/>
        </p:nvSpPr>
        <p:spPr>
          <a:xfrm xmlns:a="http://schemas.openxmlformats.org/drawingml/2006/main">
            <a:off x="5343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FFFFFF"/>
                </a:solidFill>
                <a:latin typeface="Arial"/>
                <a:ea typeface="Arial"/>
                <a:cs typeface="Arial"/>
              </a:defRPr>
            </a:pPr>
            <a:r>
              <a:rPr sz="1575" b="1" i="0">
                <a:solidFill>
                  <a:srgbClr val="FFFFFF"/>
                </a:solidFill>
                <a:latin typeface="Arial"/>
                <a:ea typeface="Arial"/>
                <a:cs typeface="Arial"/>
              </a:rPr>
              <a:t>Learn</a:t>
            </a:r>
          </a:p>
        </p:txBody>
      </p:sp>
      <p:sp>
        <p:nvSpPr>
          <p:cNvPr id="22" name="">
            <a:extLst xmlns:a="http://schemas.openxmlformats.org/drawingml/2006/main">
              <a:ext uri="{FF2B5EF4-FFF2-40B4-BE49-F238E27FC236}">
                <a16:creationId xmlns:a16="http://schemas.microsoft.com/office/drawing/2014/main" id="{32576845-34DB-4544-A9D0-88BE487151D3}"/>
              </a:ext>
            </a:extLst>
          </p:cNvPr>
          <p:cNvSpPr>
            <a:spLocks xmlns:a="http://schemas.openxmlformats.org/drawingml/2006/main" noGrp="1"/>
          </p:cNvSpPr>
          <p:nvPr/>
        </p:nvSpPr>
        <p:spPr>
          <a:xfrm xmlns:a="http://schemas.openxmlformats.org/drawingml/2006/main">
            <a:off x="5391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Train Logistic Regression</a:t>
            </a:r>
          </a:p>
        </p:txBody>
      </p:sp>
      <p:sp>
        <p:nvSpPr>
          <p:cNvPr id="23" name="">
            <a:extLst xmlns:a="http://schemas.openxmlformats.org/drawingml/2006/main">
              <a:ext uri="{FF2B5EF4-FFF2-40B4-BE49-F238E27FC236}">
                <a16:creationId xmlns:a16="http://schemas.microsoft.com/office/drawing/2014/main" id="{21506244-EDE8-49C4-8440-55C48B46FBF3}"/>
              </a:ext>
            </a:extLst>
          </p:cNvPr>
          <p:cNvSpPr>
            <a:spLocks xmlns:a="http://schemas.openxmlformats.org/drawingml/2006/main" noGrp="1"/>
          </p:cNvSpPr>
          <p:nvPr/>
        </p:nvSpPr>
        <p:spPr>
          <a:xfrm xmlns:a="http://schemas.openxmlformats.org/drawingml/2006/main">
            <a:off x="9296400" y="3400425"/>
            <a:ext cx="47625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24" name="">
            <a:extLst xmlns:a="http://schemas.openxmlformats.org/drawingml/2006/main">
              <a:ext uri="{FF2B5EF4-FFF2-40B4-BE49-F238E27FC236}">
                <a16:creationId xmlns:a16="http://schemas.microsoft.com/office/drawing/2014/main" id="{0C7C3E3E-5EEA-4EF5-A728-A45526CF4F7E}"/>
              </a:ext>
            </a:extLst>
          </p:cNvPr>
          <p:cNvSpPr>
            <a:spLocks xmlns:a="http://schemas.openxmlformats.org/drawingml/2006/main" noGrp="1"/>
          </p:cNvSpPr>
          <p:nvPr/>
        </p:nvSpPr>
        <p:spPr>
          <a:xfrm xmlns:a="http://schemas.openxmlformats.org/drawingml/2006/main">
            <a:off x="7486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17F93216-F78D-40A4-ACD1-864D8A2C2022}"/>
              </a:ext>
            </a:extLst>
          </p:cNvPr>
          <p:cNvSpPr>
            <a:spLocks xmlns:a="http://schemas.openxmlformats.org/drawingml/2006/main" noGrp="1"/>
          </p:cNvSpPr>
          <p:nvPr/>
        </p:nvSpPr>
        <p:spPr>
          <a:xfrm xmlns:a="http://schemas.openxmlformats.org/drawingml/2006/main">
            <a:off x="8067675" y="2381250"/>
            <a:ext cx="647700" cy="64770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26" name="">
            <a:extLst xmlns:a="http://schemas.openxmlformats.org/drawingml/2006/main">
              <a:ext uri="{FF2B5EF4-FFF2-40B4-BE49-F238E27FC236}">
                <a16:creationId xmlns:a16="http://schemas.microsoft.com/office/drawing/2014/main" id="{1474794E-00BF-4CC4-AB4A-CA68BA9DC214}"/>
              </a:ext>
            </a:extLst>
          </p:cNvPr>
          <p:cNvSpPr>
            <a:spLocks xmlns:a="http://schemas.openxmlformats.org/drawingml/2006/main" noGrp="1"/>
          </p:cNvSpPr>
          <p:nvPr/>
        </p:nvSpPr>
        <p:spPr>
          <a:xfrm xmlns:a="http://schemas.openxmlformats.org/drawingml/2006/main">
            <a:off x="8067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DE780780-9132-4FC4-816F-F69AC070FBEB}"/>
              </a:ext>
            </a:extLst>
          </p:cNvPr>
          <p:cNvSpPr>
            <a:spLocks xmlns:a="http://schemas.openxmlformats.org/drawingml/2006/main" noGrp="1"/>
          </p:cNvSpPr>
          <p:nvPr/>
        </p:nvSpPr>
        <p:spPr>
          <a:xfrm xmlns:a="http://schemas.openxmlformats.org/drawingml/2006/main">
            <a:off x="7629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Check</a:t>
            </a:r>
          </a:p>
        </p:txBody>
      </p:sp>
      <p:sp>
        <p:nvSpPr>
          <p:cNvPr id="28" name="">
            <a:extLst xmlns:a="http://schemas.openxmlformats.org/drawingml/2006/main">
              <a:ext uri="{FF2B5EF4-FFF2-40B4-BE49-F238E27FC236}">
                <a16:creationId xmlns:a16="http://schemas.microsoft.com/office/drawing/2014/main" id="{E01ED2D3-07C4-406C-8FC2-91BD39B2BF49}"/>
              </a:ext>
            </a:extLst>
          </p:cNvPr>
          <p:cNvSpPr>
            <a:spLocks xmlns:a="http://schemas.openxmlformats.org/drawingml/2006/main" noGrp="1"/>
          </p:cNvSpPr>
          <p:nvPr/>
        </p:nvSpPr>
        <p:spPr>
          <a:xfrm xmlns:a="http://schemas.openxmlformats.org/drawingml/2006/main">
            <a:off x="7677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Test it on unseen records</a:t>
            </a:r>
          </a:p>
        </p:txBody>
      </p:sp>
      <p:sp>
        <p:nvSpPr>
          <p:cNvPr id="29" name="">
            <a:extLst xmlns:a="http://schemas.openxmlformats.org/drawingml/2006/main">
              <a:ext uri="{FF2B5EF4-FFF2-40B4-BE49-F238E27FC236}">
                <a16:creationId xmlns:a16="http://schemas.microsoft.com/office/drawing/2014/main" id="{AAE1092C-00FA-441E-AF62-06FD6A26E322}"/>
              </a:ext>
            </a:extLst>
          </p:cNvPr>
          <p:cNvSpPr>
            <a:spLocks xmlns:a="http://schemas.openxmlformats.org/drawingml/2006/main" noGrp="1"/>
          </p:cNvSpPr>
          <p:nvPr/>
        </p:nvSpPr>
        <p:spPr>
          <a:xfrm xmlns:a="http://schemas.openxmlformats.org/drawingml/2006/main">
            <a:off x="9772650" y="2143125"/>
            <a:ext cx="1809750" cy="2571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CF63AE36-DBF9-4DB4-950D-D3F0DF61A1E4}"/>
              </a:ext>
            </a:extLst>
          </p:cNvPr>
          <p:cNvSpPr>
            <a:spLocks xmlns:a="http://schemas.openxmlformats.org/drawingml/2006/main" noGrp="1"/>
          </p:cNvSpPr>
          <p:nvPr/>
        </p:nvSpPr>
        <p:spPr>
          <a:xfrm xmlns:a="http://schemas.openxmlformats.org/drawingml/2006/main">
            <a:off x="10353675" y="2381250"/>
            <a:ext cx="647700" cy="647700"/>
          </a:xfrm>
          <a:prstGeom xmlns:a="http://schemas.openxmlformats.org/drawingml/2006/main" prst="ellipse">
            <a:avLst/>
          </a:prstGeom>
          <a:solidFill xmlns:a="http://schemas.openxmlformats.org/drawingml/2006/main">
            <a:srgbClr val="E7D4D9"/>
          </a:solidFill>
          <a:ln xmlns:a="http://schemas.openxmlformats.org/drawingml/2006/main" w="0">
            <a:solidFill>
              <a:srgbClr val="E7D4D9"/>
            </a:solidFill>
            <a:prstDash val="solid"/>
          </a:ln>
        </p:spPr>
      </p:sp>
      <p:sp>
        <p:nvSpPr>
          <p:cNvPr id="31" name="">
            <a:extLst xmlns:a="http://schemas.openxmlformats.org/drawingml/2006/main">
              <a:ext uri="{FF2B5EF4-FFF2-40B4-BE49-F238E27FC236}">
                <a16:creationId xmlns:a16="http://schemas.microsoft.com/office/drawing/2014/main" id="{C97E0DE1-C604-4D3C-B2FB-1FB72DBE02E1}"/>
              </a:ext>
            </a:extLst>
          </p:cNvPr>
          <p:cNvSpPr>
            <a:spLocks xmlns:a="http://schemas.openxmlformats.org/drawingml/2006/main" noGrp="1"/>
          </p:cNvSpPr>
          <p:nvPr/>
        </p:nvSpPr>
        <p:spPr>
          <a:xfrm xmlns:a="http://schemas.openxmlformats.org/drawingml/2006/main">
            <a:off x="10353675" y="2428875"/>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5</a:t>
            </a:r>
          </a:p>
        </p:txBody>
      </p:sp>
      <p:sp>
        <p:nvSpPr>
          <p:cNvPr id="32" name="">
            <a:extLst xmlns:a="http://schemas.openxmlformats.org/drawingml/2006/main">
              <a:ext uri="{FF2B5EF4-FFF2-40B4-BE49-F238E27FC236}">
                <a16:creationId xmlns:a16="http://schemas.microsoft.com/office/drawing/2014/main" id="{F670B429-1DF4-4063-87B0-6B498894141A}"/>
              </a:ext>
            </a:extLst>
          </p:cNvPr>
          <p:cNvSpPr>
            <a:spLocks xmlns:a="http://schemas.openxmlformats.org/drawingml/2006/main" noGrp="1"/>
          </p:cNvSpPr>
          <p:nvPr/>
        </p:nvSpPr>
        <p:spPr>
          <a:xfrm xmlns:a="http://schemas.openxmlformats.org/drawingml/2006/main">
            <a:off x="9915525" y="323850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Reuse</a:t>
            </a:r>
          </a:p>
        </p:txBody>
      </p:sp>
      <p:sp>
        <p:nvSpPr>
          <p:cNvPr id="33" name="">
            <a:extLst xmlns:a="http://schemas.openxmlformats.org/drawingml/2006/main">
              <a:ext uri="{FF2B5EF4-FFF2-40B4-BE49-F238E27FC236}">
                <a16:creationId xmlns:a16="http://schemas.microsoft.com/office/drawing/2014/main" id="{34F8C783-2996-4E62-8B63-0C5CA4B5DF1D}"/>
              </a:ext>
            </a:extLst>
          </p:cNvPr>
          <p:cNvSpPr>
            <a:spLocks xmlns:a="http://schemas.openxmlformats.org/drawingml/2006/main" noGrp="1"/>
          </p:cNvSpPr>
          <p:nvPr/>
        </p:nvSpPr>
        <p:spPr>
          <a:xfrm xmlns:a="http://schemas.openxmlformats.org/drawingml/2006/main">
            <a:off x="9963150" y="3714750"/>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Save it for a new customer</a:t>
            </a:r>
          </a:p>
        </p:txBody>
      </p:sp>
      <p:sp>
        <p:nvSpPr>
          <p:cNvPr id="34" name="">
            <a:extLst xmlns:a="http://schemas.openxmlformats.org/drawingml/2006/main">
              <a:ext uri="{FF2B5EF4-FFF2-40B4-BE49-F238E27FC236}">
                <a16:creationId xmlns:a16="http://schemas.microsoft.com/office/drawing/2014/main" id="{0A2B0C4A-A3A7-4AE4-B142-27EA665D17D8}"/>
              </a:ext>
            </a:extLst>
          </p:cNvPr>
          <p:cNvSpPr>
            <a:spLocks xmlns:a="http://schemas.openxmlformats.org/drawingml/2006/main" noGrp="1"/>
          </p:cNvSpPr>
          <p:nvPr/>
        </p:nvSpPr>
        <p:spPr>
          <a:xfrm xmlns:a="http://schemas.openxmlformats.org/drawingml/2006/main">
            <a:off x="1790700" y="5219700"/>
            <a:ext cx="86106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8AF39067-6983-4D6E-91AA-9D70A00776A7}"/>
              </a:ext>
            </a:extLst>
          </p:cNvPr>
          <p:cNvSpPr>
            <a:spLocks xmlns:a="http://schemas.openxmlformats.org/drawingml/2006/main" noGrp="1"/>
          </p:cNvSpPr>
          <p:nvPr/>
        </p:nvSpPr>
        <p:spPr>
          <a:xfrm xmlns:a="http://schemas.openxmlformats.org/drawingml/2006/main">
            <a:off x="2143125" y="5372100"/>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202024"/>
                </a:solidFill>
                <a:latin typeface="Arial"/>
                <a:ea typeface="Arial"/>
                <a:cs typeface="Arial"/>
              </a:defRPr>
            </a:pPr>
            <a:r>
              <a:rPr sz="1875" b="1" i="0">
                <a:solidFill>
                  <a:srgbClr val="202024"/>
                </a:solidFill>
                <a:latin typeface="Arial"/>
                <a:ea typeface="Arial"/>
                <a:cs typeface="Arial"/>
              </a:rPr>
              <a:t>80%</a:t>
            </a:r>
          </a:p>
        </p:txBody>
      </p:sp>
      <p:sp>
        <p:nvSpPr>
          <p:cNvPr id="36" name="">
            <a:extLst xmlns:a="http://schemas.openxmlformats.org/drawingml/2006/main">
              <a:ext uri="{FF2B5EF4-FFF2-40B4-BE49-F238E27FC236}">
                <a16:creationId xmlns:a16="http://schemas.microsoft.com/office/drawing/2014/main" id="{065FEA8E-F63E-49AB-B351-1BD13DF9B4EC}"/>
              </a:ext>
            </a:extLst>
          </p:cNvPr>
          <p:cNvSpPr>
            <a:spLocks xmlns:a="http://schemas.openxmlformats.org/drawingml/2006/main" noGrp="1"/>
          </p:cNvSpPr>
          <p:nvPr/>
        </p:nvSpPr>
        <p:spPr>
          <a:xfrm xmlns:a="http://schemas.openxmlformats.org/drawingml/2006/main">
            <a:off x="3048000" y="54387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learns from the data</a:t>
            </a:r>
          </a:p>
        </p:txBody>
      </p:sp>
      <p:sp>
        <p:nvSpPr>
          <p:cNvPr id="37" name="">
            <a:extLst xmlns:a="http://schemas.openxmlformats.org/drawingml/2006/main">
              <a:ext uri="{FF2B5EF4-FFF2-40B4-BE49-F238E27FC236}">
                <a16:creationId xmlns:a16="http://schemas.microsoft.com/office/drawing/2014/main" id="{9C8A6D4A-E61E-4E57-98FA-6F88DDEF5D72}"/>
              </a:ext>
            </a:extLst>
          </p:cNvPr>
          <p:cNvSpPr>
            <a:spLocks xmlns:a="http://schemas.openxmlformats.org/drawingml/2006/main" noGrp="1"/>
          </p:cNvSpPr>
          <p:nvPr/>
        </p:nvSpPr>
        <p:spPr>
          <a:xfrm xmlns:a="http://schemas.openxmlformats.org/drawingml/2006/main">
            <a:off x="5905500" y="5334000"/>
            <a:ext cx="0" cy="428625"/>
          </a:xfrm>
          <a:prstGeom xmlns:a="http://schemas.openxmlformats.org/drawingml/2006/main" prst="line">
            <a:avLst/>
          </a:prstGeom>
          <a:noFill xmlns:a="http://schemas.openxmlformats.org/drawingml/2006/main"/>
          <a:ln xmlns:a="http://schemas.openxmlformats.org/drawingml/2006/main" w="14288">
            <a:solidFill>
              <a:srgbClr val="CFCFD2"/>
            </a:solidFill>
            <a:prstDash val="solid"/>
          </a:ln>
        </p:spPr>
      </p:sp>
      <p:sp>
        <p:nvSpPr>
          <p:cNvPr id="38" name="">
            <a:extLst xmlns:a="http://schemas.openxmlformats.org/drawingml/2006/main">
              <a:ext uri="{FF2B5EF4-FFF2-40B4-BE49-F238E27FC236}">
                <a16:creationId xmlns:a16="http://schemas.microsoft.com/office/drawing/2014/main" id="{F7631E8F-C283-459D-84B9-3393E2948CE2}"/>
              </a:ext>
            </a:extLst>
          </p:cNvPr>
          <p:cNvSpPr>
            <a:spLocks xmlns:a="http://schemas.openxmlformats.org/drawingml/2006/main" noGrp="1"/>
          </p:cNvSpPr>
          <p:nvPr/>
        </p:nvSpPr>
        <p:spPr>
          <a:xfrm xmlns:a="http://schemas.openxmlformats.org/drawingml/2006/main">
            <a:off x="6477000" y="5372100"/>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202024"/>
                </a:solidFill>
                <a:latin typeface="Arial"/>
                <a:ea typeface="Arial"/>
                <a:cs typeface="Arial"/>
              </a:defRPr>
            </a:pPr>
            <a:r>
              <a:rPr sz="1875" b="1" i="0">
                <a:solidFill>
                  <a:srgbClr val="202024"/>
                </a:solidFill>
                <a:latin typeface="Arial"/>
                <a:ea typeface="Arial"/>
                <a:cs typeface="Arial"/>
              </a:rPr>
              <a:t>20%</a:t>
            </a:r>
          </a:p>
        </p:txBody>
      </p:sp>
      <p:sp>
        <p:nvSpPr>
          <p:cNvPr id="39" name="">
            <a:extLst xmlns:a="http://schemas.openxmlformats.org/drawingml/2006/main">
              <a:ext uri="{FF2B5EF4-FFF2-40B4-BE49-F238E27FC236}">
                <a16:creationId xmlns:a16="http://schemas.microsoft.com/office/drawing/2014/main" id="{D62B9BBE-BB02-4CEA-B4CF-EC95EA8108FE}"/>
              </a:ext>
            </a:extLst>
          </p:cNvPr>
          <p:cNvSpPr>
            <a:spLocks xmlns:a="http://schemas.openxmlformats.org/drawingml/2006/main" noGrp="1"/>
          </p:cNvSpPr>
          <p:nvPr/>
        </p:nvSpPr>
        <p:spPr>
          <a:xfrm xmlns:a="http://schemas.openxmlformats.org/drawingml/2006/main">
            <a:off x="7429500" y="54387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checks the result</a:t>
            </a:r>
          </a:p>
        </p:txBody>
      </p:sp>
      <p:sp>
        <p:nvSpPr>
          <p:cNvPr id="40" name="">
            <a:extLst xmlns:a="http://schemas.openxmlformats.org/drawingml/2006/main">
              <a:ext uri="{FF2B5EF4-FFF2-40B4-BE49-F238E27FC236}">
                <a16:creationId xmlns:a16="http://schemas.microsoft.com/office/drawing/2014/main" id="{D2ADB443-E97B-454F-87EC-93DAFDEC420B}"/>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E–G</a:t>
            </a:r>
          </a:p>
        </p:txBody>
      </p:sp>
    </p:spTree>
    <p:extLst>
      <p:ext uri="{BB962C8B-B14F-4D97-AF65-F5344CB8AC3E}">
        <p14:creationId xmlns:p14="http://schemas.microsoft.com/office/powerpoint/2010/main" val="14918663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7620190-FCCF-4AFB-8C07-84251F767689}"/>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WHAT THE RESULT MEANS</a:t>
            </a:r>
          </a:p>
        </p:txBody>
      </p:sp>
      <p:sp>
        <p:nvSpPr>
          <p:cNvPr id="2" name="">
            <a:extLst xmlns:a="http://schemas.openxmlformats.org/drawingml/2006/main">
              <a:ext uri="{FF2B5EF4-FFF2-40B4-BE49-F238E27FC236}">
                <a16:creationId xmlns:a16="http://schemas.microsoft.com/office/drawing/2014/main" id="{B555B502-7640-40DB-851A-8CA32CD47CBB}"/>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The prediction starts a conversation, not an automatic action</a:t>
            </a:r>
          </a:p>
        </p:txBody>
      </p:sp>
      <p:sp>
        <p:nvSpPr>
          <p:cNvPr id="3" name="">
            <a:extLst xmlns:a="http://schemas.openxmlformats.org/drawingml/2006/main">
              <a:ext uri="{FF2B5EF4-FFF2-40B4-BE49-F238E27FC236}">
                <a16:creationId xmlns:a16="http://schemas.microsoft.com/office/drawing/2014/main" id="{47FA7ACD-5182-4DFB-9B2B-8C7F248CD534}"/>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91FF98E7-4027-461B-AF50-87B6B1489D62}"/>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C69B0293-234E-49BC-A5BE-956A96C654F4}"/>
              </a:ext>
            </a:extLst>
          </p:cNvPr>
          <p:cNvSpPr>
            <a:spLocks xmlns:a="http://schemas.openxmlformats.org/drawingml/2006/main" noGrp="1"/>
          </p:cNvSpPr>
          <p:nvPr/>
        </p:nvSpPr>
        <p:spPr>
          <a:xfrm xmlns:a="http://schemas.openxmlformats.org/drawingml/2006/main">
            <a:off x="4619625" y="1905000"/>
            <a:ext cx="2952750" cy="1714500"/>
          </a:xfrm>
          <a:prstGeom xmlns:a="http://schemas.openxmlformats.org/drawingml/2006/main" prst="ellipse">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9337EC44-7D76-4513-8928-474F55EB188F}"/>
              </a:ext>
            </a:extLst>
          </p:cNvPr>
          <p:cNvSpPr>
            <a:spLocks xmlns:a="http://schemas.openxmlformats.org/drawingml/2006/main" noGrp="1"/>
          </p:cNvSpPr>
          <p:nvPr/>
        </p:nvSpPr>
        <p:spPr>
          <a:xfrm xmlns:a="http://schemas.openxmlformats.org/drawingml/2006/main">
            <a:off x="5048250" y="2352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91"/>
          </a:bodyPr>
          <a:lstStyle xmlns:a="http://schemas.openxmlformats.org/drawingml/2006/main"/>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NEW CUSTOMER</a:t>
            </a:r>
          </a:p>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RECORD</a:t>
            </a:r>
          </a:p>
        </p:txBody>
      </p:sp>
      <p:sp>
        <p:nvSpPr>
          <p:cNvPr id="7" name="">
            <a:extLst xmlns:a="http://schemas.openxmlformats.org/drawingml/2006/main">
              <a:ext uri="{FF2B5EF4-FFF2-40B4-BE49-F238E27FC236}">
                <a16:creationId xmlns:a16="http://schemas.microsoft.com/office/drawing/2014/main" id="{9BB793B8-264F-48B1-AB73-47C2C919E5EC}"/>
              </a:ext>
            </a:extLst>
          </p:cNvPr>
          <p:cNvSpPr>
            <a:spLocks xmlns:a="http://schemas.openxmlformats.org/drawingml/2006/main" noGrp="1"/>
          </p:cNvSpPr>
          <p:nvPr/>
        </p:nvSpPr>
        <p:spPr>
          <a:xfrm xmlns:a="http://schemas.openxmlformats.org/drawingml/2006/main">
            <a:off x="6096000" y="3619500"/>
            <a:ext cx="0" cy="590550"/>
          </a:xfrm>
          <a:prstGeom xmlns:a="http://schemas.openxmlformats.org/drawingml/2006/main" prst="line">
            <a:avLst/>
          </a:prstGeom>
          <a:noFill xmlns:a="http://schemas.openxmlformats.org/drawingml/2006/main"/>
          <a:ln xmlns:a="http://schemas.openxmlformats.org/drawingml/2006/main" w="47625">
            <a:solidFill>
              <a:srgbClr val="C79BA7"/>
            </a:solidFill>
            <a:prstDash val="solid"/>
          </a:ln>
        </p:spPr>
      </p:sp>
      <p:sp>
        <p:nvSpPr>
          <p:cNvPr id="8" name="">
            <a:extLst xmlns:a="http://schemas.openxmlformats.org/drawingml/2006/main">
              <a:ext uri="{FF2B5EF4-FFF2-40B4-BE49-F238E27FC236}">
                <a16:creationId xmlns:a16="http://schemas.microsoft.com/office/drawing/2014/main" id="{97CE8D5E-C5DF-4945-BE0A-30E29D085DCB}"/>
              </a:ext>
            </a:extLst>
          </p:cNvPr>
          <p:cNvSpPr>
            <a:spLocks xmlns:a="http://schemas.openxmlformats.org/drawingml/2006/main" noGrp="1"/>
          </p:cNvSpPr>
          <p:nvPr/>
        </p:nvSpPr>
        <p:spPr>
          <a:xfrm xmlns:a="http://schemas.openxmlformats.org/drawingml/2006/main">
            <a:off x="5781675" y="3933825"/>
            <a:ext cx="628650" cy="6286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9" name="">
            <a:extLst xmlns:a="http://schemas.openxmlformats.org/drawingml/2006/main">
              <a:ext uri="{FF2B5EF4-FFF2-40B4-BE49-F238E27FC236}">
                <a16:creationId xmlns:a16="http://schemas.microsoft.com/office/drawing/2014/main" id="{8039709E-6368-474E-A8A6-87BAB07B4D61}"/>
              </a:ext>
            </a:extLst>
          </p:cNvPr>
          <p:cNvSpPr>
            <a:spLocks xmlns:a="http://schemas.openxmlformats.org/drawingml/2006/main" noGrp="1"/>
          </p:cNvSpPr>
          <p:nvPr/>
        </p:nvSpPr>
        <p:spPr>
          <a:xfrm xmlns:a="http://schemas.openxmlformats.org/drawingml/2006/main">
            <a:off x="5781675" y="3962400"/>
            <a:ext cx="62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6C6BFCF-8264-46DD-9FAA-42DC9997E0FF}"/>
              </a:ext>
            </a:extLst>
          </p:cNvPr>
          <p:cNvSpPr>
            <a:spLocks xmlns:a="http://schemas.openxmlformats.org/drawingml/2006/main" noGrp="1"/>
          </p:cNvSpPr>
          <p:nvPr/>
        </p:nvSpPr>
        <p:spPr>
          <a:xfrm xmlns:a="http://schemas.openxmlformats.org/drawingml/2006/main">
            <a:off x="3152775" y="4400550"/>
            <a:ext cx="2628900" cy="904875"/>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1" name="">
            <a:extLst xmlns:a="http://schemas.openxmlformats.org/drawingml/2006/main">
              <a:ext uri="{FF2B5EF4-FFF2-40B4-BE49-F238E27FC236}">
                <a16:creationId xmlns:a16="http://schemas.microsoft.com/office/drawing/2014/main" id="{35918BE0-805A-46AB-8A71-531A65B6E143}"/>
              </a:ext>
            </a:extLst>
          </p:cNvPr>
          <p:cNvSpPr>
            <a:spLocks xmlns:a="http://schemas.openxmlformats.org/drawingml/2006/main" noGrp="1"/>
          </p:cNvSpPr>
          <p:nvPr/>
        </p:nvSpPr>
        <p:spPr>
          <a:xfrm xmlns:a="http://schemas.openxmlformats.org/drawingml/2006/main">
            <a:off x="6410325" y="4400550"/>
            <a:ext cx="2628900" cy="904875"/>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
        <p:nvSpPr>
          <p:cNvPr id="12" name="">
            <a:extLst xmlns:a="http://schemas.openxmlformats.org/drawingml/2006/main">
              <a:ext uri="{FF2B5EF4-FFF2-40B4-BE49-F238E27FC236}">
                <a16:creationId xmlns:a16="http://schemas.microsoft.com/office/drawing/2014/main" id="{DF488A68-C943-4161-8F41-F80AC65CB59A}"/>
              </a:ext>
            </a:extLst>
          </p:cNvPr>
          <p:cNvSpPr>
            <a:spLocks xmlns:a="http://schemas.openxmlformats.org/drawingml/2006/main" noGrp="1"/>
          </p:cNvSpPr>
          <p:nvPr/>
        </p:nvSpPr>
        <p:spPr>
          <a:xfrm xmlns:a="http://schemas.openxmlformats.org/drawingml/2006/main">
            <a:off x="1524000" y="5086350"/>
            <a:ext cx="3238500" cy="904875"/>
          </a:xfrm>
          <a:prstGeom xmlns:a="http://schemas.openxmlformats.org/drawingml/2006/main" prst="roundRect">
            <a:avLst>
              <a:gd name="adj" fmla="val 8421"/>
            </a:avLst>
          </a:prstGeom>
          <a:solidFill xmlns:a="http://schemas.openxmlformats.org/drawingml/2006/main">
            <a:srgbClr val="F1E4E7"/>
          </a:solidFill>
          <a:ln xmlns:a="http://schemas.openxmlformats.org/drawingml/2006/main" w="0">
            <a:solidFill>
              <a:srgbClr val="F1E4E7"/>
            </a:solidFill>
            <a:prstDash val="solid"/>
          </a:ln>
        </p:spPr>
      </p:sp>
      <p:sp>
        <p:nvSpPr>
          <p:cNvPr id="13" name="">
            <a:extLst xmlns:a="http://schemas.openxmlformats.org/drawingml/2006/main">
              <a:ext uri="{FF2B5EF4-FFF2-40B4-BE49-F238E27FC236}">
                <a16:creationId xmlns:a16="http://schemas.microsoft.com/office/drawing/2014/main" id="{25BA9D97-011E-416D-BD48-B6E8CD206F84}"/>
              </a:ext>
            </a:extLst>
          </p:cNvPr>
          <p:cNvSpPr>
            <a:spLocks xmlns:a="http://schemas.openxmlformats.org/drawingml/2006/main" noGrp="1"/>
          </p:cNvSpPr>
          <p:nvPr/>
        </p:nvSpPr>
        <p:spPr>
          <a:xfrm xmlns:a="http://schemas.openxmlformats.org/drawingml/2006/main">
            <a:off x="1714500" y="52482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LIKELY TO STAY</a:t>
            </a:r>
          </a:p>
        </p:txBody>
      </p:sp>
      <p:sp>
        <p:nvSpPr>
          <p:cNvPr id="14" name="">
            <a:extLst xmlns:a="http://schemas.openxmlformats.org/drawingml/2006/main">
              <a:ext uri="{FF2B5EF4-FFF2-40B4-BE49-F238E27FC236}">
                <a16:creationId xmlns:a16="http://schemas.microsoft.com/office/drawing/2014/main" id="{A4579B92-E775-441E-86F4-EBADF3C3A61A}"/>
              </a:ext>
            </a:extLst>
          </p:cNvPr>
          <p:cNvSpPr>
            <a:spLocks xmlns:a="http://schemas.openxmlformats.org/drawingml/2006/main" noGrp="1"/>
          </p:cNvSpPr>
          <p:nvPr/>
        </p:nvSpPr>
        <p:spPr>
          <a:xfrm xmlns:a="http://schemas.openxmlformats.org/drawingml/2006/main">
            <a:off x="1714500" y="56197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No churn alert</a:t>
            </a:r>
          </a:p>
        </p:txBody>
      </p:sp>
      <p:sp>
        <p:nvSpPr>
          <p:cNvPr id="15" name="">
            <a:extLst xmlns:a="http://schemas.openxmlformats.org/drawingml/2006/main">
              <a:ext uri="{FF2B5EF4-FFF2-40B4-BE49-F238E27FC236}">
                <a16:creationId xmlns:a16="http://schemas.microsoft.com/office/drawing/2014/main" id="{C02E688E-E1E0-4052-AF71-D60D4EB9CCBE}"/>
              </a:ext>
            </a:extLst>
          </p:cNvPr>
          <p:cNvSpPr>
            <a:spLocks xmlns:a="http://schemas.openxmlformats.org/drawingml/2006/main" noGrp="1"/>
          </p:cNvSpPr>
          <p:nvPr/>
        </p:nvSpPr>
        <p:spPr>
          <a:xfrm xmlns:a="http://schemas.openxmlformats.org/drawingml/2006/main">
            <a:off x="7429500" y="5086350"/>
            <a:ext cx="3238500" cy="904875"/>
          </a:xfrm>
          <a:prstGeom xmlns:a="http://schemas.openxmlformats.org/drawingml/2006/main" prst="roundRect">
            <a:avLst>
              <a:gd name="adj" fmla="val 8421"/>
            </a:avLst>
          </a:prstGeom>
          <a:solidFill xmlns:a="http://schemas.openxmlformats.org/drawingml/2006/main">
            <a:srgbClr val="76545F"/>
          </a:solidFill>
          <a:ln xmlns:a="http://schemas.openxmlformats.org/drawingml/2006/main" w="0">
            <a:solidFill>
              <a:srgbClr val="76545F"/>
            </a:solidFill>
            <a:prstDash val="solid"/>
          </a:ln>
        </p:spPr>
      </p:sp>
      <p:sp>
        <p:nvSpPr>
          <p:cNvPr id="16" name="">
            <a:extLst xmlns:a="http://schemas.openxmlformats.org/drawingml/2006/main">
              <a:ext uri="{FF2B5EF4-FFF2-40B4-BE49-F238E27FC236}">
                <a16:creationId xmlns:a16="http://schemas.microsoft.com/office/drawing/2014/main" id="{C3D1A683-4E98-4EFB-99A3-F593DDD00724}"/>
              </a:ext>
            </a:extLst>
          </p:cNvPr>
          <p:cNvSpPr>
            <a:spLocks xmlns:a="http://schemas.openxmlformats.org/drawingml/2006/main" noGrp="1"/>
          </p:cNvSpPr>
          <p:nvPr/>
        </p:nvSpPr>
        <p:spPr>
          <a:xfrm xmlns:a="http://schemas.openxmlformats.org/drawingml/2006/main">
            <a:off x="7620000" y="52482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LIKELY TO CHURN</a:t>
            </a:r>
          </a:p>
        </p:txBody>
      </p:sp>
      <p:sp>
        <p:nvSpPr>
          <p:cNvPr id="17" name="">
            <a:extLst xmlns:a="http://schemas.openxmlformats.org/drawingml/2006/main">
              <a:ext uri="{FF2B5EF4-FFF2-40B4-BE49-F238E27FC236}">
                <a16:creationId xmlns:a16="http://schemas.microsoft.com/office/drawing/2014/main" id="{A96A4C74-2EB7-490D-A945-890F7A21262E}"/>
              </a:ext>
            </a:extLst>
          </p:cNvPr>
          <p:cNvSpPr>
            <a:spLocks xmlns:a="http://schemas.openxmlformats.org/drawingml/2006/main" noGrp="1"/>
          </p:cNvSpPr>
          <p:nvPr/>
        </p:nvSpPr>
        <p:spPr>
          <a:xfrm xmlns:a="http://schemas.openxmlformats.org/drawingml/2006/main">
            <a:off x="7620000" y="56197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Review the account context</a:t>
            </a:r>
          </a:p>
        </p:txBody>
      </p:sp>
      <p:sp>
        <p:nvSpPr>
          <p:cNvPr id="18" name="">
            <a:extLst xmlns:a="http://schemas.openxmlformats.org/drawingml/2006/main">
              <a:ext uri="{FF2B5EF4-FFF2-40B4-BE49-F238E27FC236}">
                <a16:creationId xmlns:a16="http://schemas.microsoft.com/office/drawing/2014/main" id="{ECB4F7A8-943F-41A9-8404-221DE1ECF8CE}"/>
              </a:ext>
            </a:extLst>
          </p:cNvPr>
          <p:cNvSpPr>
            <a:spLocks xmlns:a="http://schemas.openxmlformats.org/drawingml/2006/main" noGrp="1"/>
          </p:cNvSpPr>
          <p:nvPr/>
        </p:nvSpPr>
        <p:spPr>
          <a:xfrm xmlns:a="http://schemas.openxmlformats.org/drawingml/2006/main">
            <a:off x="609600" y="1952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Business response</a:t>
            </a:r>
          </a:p>
        </p:txBody>
      </p:sp>
      <p:sp>
        <p:nvSpPr>
          <p:cNvPr id="19" name="">
            <a:extLst xmlns:a="http://schemas.openxmlformats.org/drawingml/2006/main">
              <a:ext uri="{FF2B5EF4-FFF2-40B4-BE49-F238E27FC236}">
                <a16:creationId xmlns:a16="http://schemas.microsoft.com/office/drawing/2014/main" id="{940B546A-738E-4BCD-B115-9B6DD2BF63E5}"/>
              </a:ext>
            </a:extLst>
          </p:cNvPr>
          <p:cNvSpPr>
            <a:spLocks xmlns:a="http://schemas.openxmlformats.org/drawingml/2006/main" noGrp="1"/>
          </p:cNvSpPr>
          <p:nvPr/>
        </p:nvSpPr>
        <p:spPr>
          <a:xfrm xmlns:a="http://schemas.openxmlformats.org/drawingml/2006/main">
            <a:off x="609600" y="2352675"/>
            <a:ext cx="304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202024"/>
                </a:solidFill>
                <a:latin typeface="Arial"/>
                <a:ea typeface="Arial"/>
                <a:cs typeface="Arial"/>
              </a:defRPr>
            </a:pPr>
            <a:r>
              <a:rPr sz="1275" b="0" i="0">
                <a:solidFill>
                  <a:srgbClr val="202024"/>
                </a:solidFill>
                <a:latin typeface="Arial"/>
                <a:ea typeface="Arial"/>
                <a:cs typeface="Arial"/>
              </a:rPr>
              <a:t>A team may consider engagement, service recovery or a suitable offer.</a:t>
            </a:r>
          </a:p>
        </p:txBody>
      </p:sp>
      <p:sp>
        <p:nvSpPr>
          <p:cNvPr id="20" name="">
            <a:extLst xmlns:a="http://schemas.openxmlformats.org/drawingml/2006/main">
              <a:ext uri="{FF2B5EF4-FFF2-40B4-BE49-F238E27FC236}">
                <a16:creationId xmlns:a16="http://schemas.microsoft.com/office/drawing/2014/main" id="{41A4A25A-0DBD-4B73-9013-963659B2F2E5}"/>
              </a:ext>
            </a:extLst>
          </p:cNvPr>
          <p:cNvSpPr>
            <a:spLocks xmlns:a="http://schemas.openxmlformats.org/drawingml/2006/main" noGrp="1"/>
          </p:cNvSpPr>
          <p:nvPr/>
        </p:nvSpPr>
        <p:spPr>
          <a:xfrm xmlns:a="http://schemas.openxmlformats.org/drawingml/2006/main">
            <a:off x="8572500" y="1952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Honest boundary</a:t>
            </a:r>
          </a:p>
        </p:txBody>
      </p:sp>
      <p:sp>
        <p:nvSpPr>
          <p:cNvPr id="21" name="">
            <a:extLst xmlns:a="http://schemas.openxmlformats.org/drawingml/2006/main">
              <a:ext uri="{FF2B5EF4-FFF2-40B4-BE49-F238E27FC236}">
                <a16:creationId xmlns:a16="http://schemas.microsoft.com/office/drawing/2014/main" id="{100CB6D0-B04C-4727-A26E-524B27AEE5FC}"/>
              </a:ext>
            </a:extLst>
          </p:cNvPr>
          <p:cNvSpPr>
            <a:spLocks xmlns:a="http://schemas.openxmlformats.org/drawingml/2006/main" noGrp="1"/>
          </p:cNvSpPr>
          <p:nvPr/>
        </p:nvSpPr>
        <p:spPr>
          <a:xfrm xmlns:a="http://schemas.openxmlformats.org/drawingml/2006/main">
            <a:off x="8572500" y="2352675"/>
            <a:ext cx="295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202024"/>
                </a:solidFill>
                <a:latin typeface="Arial"/>
                <a:ea typeface="Arial"/>
                <a:cs typeface="Arial"/>
              </a:defRPr>
            </a:pPr>
            <a:r>
              <a:rPr sz="1275" b="0" i="0">
                <a:solidFill>
                  <a:srgbClr val="202024"/>
                </a:solidFill>
                <a:latin typeface="Arial"/>
                <a:ea typeface="Arial"/>
                <a:cs typeface="Arial"/>
              </a:rPr>
              <a:t>The synopsis reports no numerical results or measured retention uplift.</a:t>
            </a:r>
          </a:p>
        </p:txBody>
      </p:sp>
      <p:sp>
        <p:nvSpPr>
          <p:cNvPr id="22" name="">
            <a:extLst xmlns:a="http://schemas.openxmlformats.org/drawingml/2006/main">
              <a:ext uri="{FF2B5EF4-FFF2-40B4-BE49-F238E27FC236}">
                <a16:creationId xmlns:a16="http://schemas.microsoft.com/office/drawing/2014/main" id="{570CA374-28C0-4379-8DE9-68C1C2A8D0F3}"/>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D, G–I</a:t>
            </a:r>
          </a:p>
        </p:txBody>
      </p:sp>
    </p:spTree>
    <p:extLst>
      <p:ext uri="{BB962C8B-B14F-4D97-AF65-F5344CB8AC3E}">
        <p14:creationId xmlns:p14="http://schemas.microsoft.com/office/powerpoint/2010/main" val="14042239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26C09A3-20BA-4FFA-A53E-C04BA56E6128}"/>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PRESENT STATE AND FUTURE SCOPE</a:t>
            </a:r>
          </a:p>
        </p:txBody>
      </p:sp>
      <p:sp>
        <p:nvSpPr>
          <p:cNvPr id="2" name="">
            <a:extLst xmlns:a="http://schemas.openxmlformats.org/drawingml/2006/main">
              <a:ext uri="{FF2B5EF4-FFF2-40B4-BE49-F238E27FC236}">
                <a16:creationId xmlns:a16="http://schemas.microsoft.com/office/drawing/2014/main" id="{FF19D459-9FD0-4676-994F-C4454B5509FE}"/>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84"/>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The prototype is complete enough to learn from—and clear about what comes next</a:t>
            </a:r>
          </a:p>
        </p:txBody>
      </p:sp>
      <p:sp>
        <p:nvSpPr>
          <p:cNvPr id="3" name="">
            <a:extLst xmlns:a="http://schemas.openxmlformats.org/drawingml/2006/main">
              <a:ext uri="{FF2B5EF4-FFF2-40B4-BE49-F238E27FC236}">
                <a16:creationId xmlns:a16="http://schemas.microsoft.com/office/drawing/2014/main" id="{20EB0E38-F0AB-454A-9FA2-87099ECDE55D}"/>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69E413B1-4EBE-4F99-A531-BA7405E176AE}"/>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B2B938EB-366D-4F3F-B3BB-D668C80D6D4C}"/>
              </a:ext>
            </a:extLst>
          </p:cNvPr>
          <p:cNvSpPr>
            <a:spLocks xmlns:a="http://schemas.openxmlformats.org/drawingml/2006/main" noGrp="1"/>
          </p:cNvSpPr>
          <p:nvPr/>
        </p:nvSpPr>
        <p:spPr>
          <a:xfrm xmlns:a="http://schemas.openxmlformats.org/drawingml/2006/main">
            <a:off x="609600" y="1714500"/>
            <a:ext cx="5000625" cy="4000500"/>
          </a:xfrm>
          <a:prstGeom xmlns:a="http://schemas.openxmlformats.org/drawingml/2006/main" prst="roundRect">
            <a:avLst>
              <a:gd name="adj" fmla="val 2381"/>
            </a:avLst>
          </a:prstGeom>
          <a:solidFill xmlns:a="http://schemas.openxmlformats.org/drawingml/2006/main">
            <a:srgbClr val="F1E4E7"/>
          </a:solidFill>
          <a:ln xmlns:a="http://schemas.openxmlformats.org/drawingml/2006/main" w="0">
            <a:solidFill>
              <a:srgbClr val="F1E4E7"/>
            </a:solidFill>
            <a:prstDash val="solid"/>
          </a:ln>
        </p:spPr>
      </p:sp>
      <p:sp>
        <p:nvSpPr>
          <p:cNvPr id="6" name="">
            <a:extLst xmlns:a="http://schemas.openxmlformats.org/drawingml/2006/main">
              <a:ext uri="{FF2B5EF4-FFF2-40B4-BE49-F238E27FC236}">
                <a16:creationId xmlns:a16="http://schemas.microsoft.com/office/drawing/2014/main" id="{17FABDB2-DC00-47DE-875A-8F8BFA8E9844}"/>
              </a:ext>
            </a:extLst>
          </p:cNvPr>
          <p:cNvSpPr>
            <a:spLocks xmlns:a="http://schemas.openxmlformats.org/drawingml/2006/main" noGrp="1"/>
          </p:cNvSpPr>
          <p:nvPr/>
        </p:nvSpPr>
        <p:spPr>
          <a:xfrm xmlns:a="http://schemas.openxmlformats.org/drawingml/2006/main">
            <a:off x="876300" y="1981200"/>
            <a:ext cx="2095500" cy="285750"/>
          </a:xfrm>
          <a:prstGeom xmlns:a="http://schemas.openxmlformats.org/drawingml/2006/main" prst="roundRect">
            <a:avLst>
              <a:gd name="adj" fmla="val 20000"/>
            </a:avLst>
          </a:prstGeom>
          <a:solidFill xmlns:a="http://schemas.openxmlformats.org/drawingml/2006/main">
            <a:srgbClr val="E7D4D9"/>
          </a:solidFill>
          <a:ln xmlns:a="http://schemas.openxmlformats.org/drawingml/2006/main" w="0">
            <a:solidFill>
              <a:srgbClr val="E7D4D9"/>
            </a:solidFill>
            <a:prstDash val="solid"/>
          </a:ln>
        </p:spPr>
      </p:sp>
      <p:sp>
        <p:nvSpPr>
          <p:cNvPr id="7" name="">
            <a:extLst xmlns:a="http://schemas.openxmlformats.org/drawingml/2006/main">
              <a:ext uri="{FF2B5EF4-FFF2-40B4-BE49-F238E27FC236}">
                <a16:creationId xmlns:a16="http://schemas.microsoft.com/office/drawing/2014/main" id="{BCD757E7-6D92-4A6E-B391-22C2A0A4E5B8}"/>
              </a:ext>
            </a:extLst>
          </p:cNvPr>
          <p:cNvSpPr>
            <a:spLocks xmlns:a="http://schemas.openxmlformats.org/drawingml/2006/main" noGrp="1"/>
          </p:cNvSpPr>
          <p:nvPr/>
        </p:nvSpPr>
        <p:spPr>
          <a:xfrm xmlns:a="http://schemas.openxmlformats.org/drawingml/2006/main">
            <a:off x="971550" y="20383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202024"/>
                </a:solidFill>
                <a:latin typeface="Arial"/>
                <a:ea typeface="Arial"/>
                <a:cs typeface="Arial"/>
              </a:defRPr>
            </a:pPr>
            <a:r>
              <a:rPr sz="900" b="1" i="0">
                <a:solidFill>
                  <a:srgbClr val="202024"/>
                </a:solidFill>
                <a:latin typeface="Arial"/>
                <a:ea typeface="Arial"/>
                <a:cs typeface="Arial"/>
              </a:rPr>
              <a:t>WHAT EXISTS TODAY</a:t>
            </a:r>
          </a:p>
        </p:txBody>
      </p:sp>
      <p:sp>
        <p:nvSpPr>
          <p:cNvPr id="8" name="">
            <a:extLst xmlns:a="http://schemas.openxmlformats.org/drawingml/2006/main">
              <a:ext uri="{FF2B5EF4-FFF2-40B4-BE49-F238E27FC236}">
                <a16:creationId xmlns:a16="http://schemas.microsoft.com/office/drawing/2014/main" id="{C8BD6AFE-BA7A-4E8B-A764-9FDDAE815D81}"/>
              </a:ext>
            </a:extLst>
          </p:cNvPr>
          <p:cNvSpPr>
            <a:spLocks xmlns:a="http://schemas.openxmlformats.org/drawingml/2006/main" noGrp="1"/>
          </p:cNvSpPr>
          <p:nvPr/>
        </p:nvSpPr>
        <p:spPr>
          <a:xfrm xmlns:a="http://schemas.openxmlformats.org/drawingml/2006/main">
            <a:off x="904875" y="25717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9" name="">
            <a:extLst xmlns:a="http://schemas.openxmlformats.org/drawingml/2006/main">
              <a:ext uri="{FF2B5EF4-FFF2-40B4-BE49-F238E27FC236}">
                <a16:creationId xmlns:a16="http://schemas.microsoft.com/office/drawing/2014/main" id="{5A9605C7-C807-426D-86E0-F1B6CAAE018F}"/>
              </a:ext>
            </a:extLst>
          </p:cNvPr>
          <p:cNvSpPr>
            <a:spLocks xmlns:a="http://schemas.openxmlformats.org/drawingml/2006/main" noGrp="1"/>
          </p:cNvSpPr>
          <p:nvPr/>
        </p:nvSpPr>
        <p:spPr>
          <a:xfrm xmlns:a="http://schemas.openxmlformats.org/drawingml/2006/main">
            <a:off x="904875" y="26193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F420303B-5762-4D18-91BE-BE386980D781}"/>
              </a:ext>
            </a:extLst>
          </p:cNvPr>
          <p:cNvSpPr>
            <a:spLocks xmlns:a="http://schemas.openxmlformats.org/drawingml/2006/main" noGrp="1"/>
          </p:cNvSpPr>
          <p:nvPr/>
        </p:nvSpPr>
        <p:spPr>
          <a:xfrm xmlns:a="http://schemas.openxmlformats.org/drawingml/2006/main">
            <a:off x="1428750" y="26098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A small static dataset</a:t>
            </a:r>
          </a:p>
        </p:txBody>
      </p:sp>
      <p:sp>
        <p:nvSpPr>
          <p:cNvPr id="11" name="">
            <a:extLst xmlns:a="http://schemas.openxmlformats.org/drawingml/2006/main">
              <a:ext uri="{FF2B5EF4-FFF2-40B4-BE49-F238E27FC236}">
                <a16:creationId xmlns:a16="http://schemas.microsoft.com/office/drawing/2014/main" id="{F1F85687-1079-4AB2-A3A6-0CC4DFCBF478}"/>
              </a:ext>
            </a:extLst>
          </p:cNvPr>
          <p:cNvSpPr>
            <a:spLocks xmlns:a="http://schemas.openxmlformats.org/drawingml/2006/main" noGrp="1"/>
          </p:cNvSpPr>
          <p:nvPr/>
        </p:nvSpPr>
        <p:spPr>
          <a:xfrm xmlns:a="http://schemas.openxmlformats.org/drawingml/2006/main">
            <a:off x="904875" y="32575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2" name="">
            <a:extLst xmlns:a="http://schemas.openxmlformats.org/drawingml/2006/main">
              <a:ext uri="{FF2B5EF4-FFF2-40B4-BE49-F238E27FC236}">
                <a16:creationId xmlns:a16="http://schemas.microsoft.com/office/drawing/2014/main" id="{19C4066E-F527-4518-A3B6-61F3F3B288DE}"/>
              </a:ext>
            </a:extLst>
          </p:cNvPr>
          <p:cNvSpPr>
            <a:spLocks xmlns:a="http://schemas.openxmlformats.org/drawingml/2006/main" noGrp="1"/>
          </p:cNvSpPr>
          <p:nvPr/>
        </p:nvSpPr>
        <p:spPr>
          <a:xfrm xmlns:a="http://schemas.openxmlformats.org/drawingml/2006/main">
            <a:off x="904875" y="33051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96A17972-B47D-428B-82A9-570CF74D74B2}"/>
              </a:ext>
            </a:extLst>
          </p:cNvPr>
          <p:cNvSpPr>
            <a:spLocks xmlns:a="http://schemas.openxmlformats.org/drawingml/2006/main" noGrp="1"/>
          </p:cNvSpPr>
          <p:nvPr/>
        </p:nvSpPr>
        <p:spPr>
          <a:xfrm xmlns:a="http://schemas.openxmlformats.org/drawingml/2006/main">
            <a:off x="1428750" y="32956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One Logistic Regression model</a:t>
            </a:r>
          </a:p>
        </p:txBody>
      </p:sp>
      <p:sp>
        <p:nvSpPr>
          <p:cNvPr id="14" name="">
            <a:extLst xmlns:a="http://schemas.openxmlformats.org/drawingml/2006/main">
              <a:ext uri="{FF2B5EF4-FFF2-40B4-BE49-F238E27FC236}">
                <a16:creationId xmlns:a16="http://schemas.microsoft.com/office/drawing/2014/main" id="{891F7A6E-734C-431F-AF44-69A2105C7DE5}"/>
              </a:ext>
            </a:extLst>
          </p:cNvPr>
          <p:cNvSpPr>
            <a:spLocks xmlns:a="http://schemas.openxmlformats.org/drawingml/2006/main" noGrp="1"/>
          </p:cNvSpPr>
          <p:nvPr/>
        </p:nvSpPr>
        <p:spPr>
          <a:xfrm xmlns:a="http://schemas.openxmlformats.org/drawingml/2006/main">
            <a:off x="904875" y="39433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5" name="">
            <a:extLst xmlns:a="http://schemas.openxmlformats.org/drawingml/2006/main">
              <a:ext uri="{FF2B5EF4-FFF2-40B4-BE49-F238E27FC236}">
                <a16:creationId xmlns:a16="http://schemas.microsoft.com/office/drawing/2014/main" id="{74602491-A304-4158-95CF-16534100EA2F}"/>
              </a:ext>
            </a:extLst>
          </p:cNvPr>
          <p:cNvSpPr>
            <a:spLocks xmlns:a="http://schemas.openxmlformats.org/drawingml/2006/main" noGrp="1"/>
          </p:cNvSpPr>
          <p:nvPr/>
        </p:nvSpPr>
        <p:spPr>
          <a:xfrm xmlns:a="http://schemas.openxmlformats.org/drawingml/2006/main">
            <a:off x="904875"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C8D6774D-9910-4BE9-B3D3-0A3D309A1DA0}"/>
              </a:ext>
            </a:extLst>
          </p:cNvPr>
          <p:cNvSpPr>
            <a:spLocks xmlns:a="http://schemas.openxmlformats.org/drawingml/2006/main" noGrp="1"/>
          </p:cNvSpPr>
          <p:nvPr/>
        </p:nvSpPr>
        <p:spPr>
          <a:xfrm xmlns:a="http://schemas.openxmlformats.org/drawingml/2006/main">
            <a:off x="1428750" y="3981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Offline testing with an 80:20 split</a:t>
            </a:r>
          </a:p>
        </p:txBody>
      </p:sp>
      <p:sp>
        <p:nvSpPr>
          <p:cNvPr id="17" name="">
            <a:extLst xmlns:a="http://schemas.openxmlformats.org/drawingml/2006/main">
              <a:ext uri="{FF2B5EF4-FFF2-40B4-BE49-F238E27FC236}">
                <a16:creationId xmlns:a16="http://schemas.microsoft.com/office/drawing/2014/main" id="{3FDE8EA3-C149-40DA-8A7C-DEF26CEA4404}"/>
              </a:ext>
            </a:extLst>
          </p:cNvPr>
          <p:cNvSpPr>
            <a:spLocks xmlns:a="http://schemas.openxmlformats.org/drawingml/2006/main" noGrp="1"/>
          </p:cNvSpPr>
          <p:nvPr/>
        </p:nvSpPr>
        <p:spPr>
          <a:xfrm xmlns:a="http://schemas.openxmlformats.org/drawingml/2006/main">
            <a:off x="904875" y="46291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8" name="">
            <a:extLst xmlns:a="http://schemas.openxmlformats.org/drawingml/2006/main">
              <a:ext uri="{FF2B5EF4-FFF2-40B4-BE49-F238E27FC236}">
                <a16:creationId xmlns:a16="http://schemas.microsoft.com/office/drawing/2014/main" id="{0EC98EA4-FF62-43F4-833C-0FFC1CFEFDC7}"/>
              </a:ext>
            </a:extLst>
          </p:cNvPr>
          <p:cNvSpPr>
            <a:spLocks xmlns:a="http://schemas.openxmlformats.org/drawingml/2006/main" noGrp="1"/>
          </p:cNvSpPr>
          <p:nvPr/>
        </p:nvSpPr>
        <p:spPr>
          <a:xfrm xmlns:a="http://schemas.openxmlformats.org/drawingml/2006/main">
            <a:off x="904875" y="46767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3B2AFC8A-2021-4D5C-8FDB-96783F4DC5DC}"/>
              </a:ext>
            </a:extLst>
          </p:cNvPr>
          <p:cNvSpPr>
            <a:spLocks xmlns:a="http://schemas.openxmlformats.org/drawingml/2006/main" noGrp="1"/>
          </p:cNvSpPr>
          <p:nvPr/>
        </p:nvSpPr>
        <p:spPr>
          <a:xfrm xmlns:a="http://schemas.openxmlformats.org/drawingml/2006/main">
            <a:off x="1428750" y="46672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Saved model and scaler</a:t>
            </a:r>
          </a:p>
        </p:txBody>
      </p:sp>
      <p:sp>
        <p:nvSpPr>
          <p:cNvPr id="20" name="">
            <a:extLst xmlns:a="http://schemas.openxmlformats.org/drawingml/2006/main">
              <a:ext uri="{FF2B5EF4-FFF2-40B4-BE49-F238E27FC236}">
                <a16:creationId xmlns:a16="http://schemas.microsoft.com/office/drawing/2014/main" id="{33BAA614-09EC-4122-BC8E-D9FBD86CC42E}"/>
              </a:ext>
            </a:extLst>
          </p:cNvPr>
          <p:cNvSpPr>
            <a:spLocks xmlns:a="http://schemas.openxmlformats.org/drawingml/2006/main" noGrp="1"/>
          </p:cNvSpPr>
          <p:nvPr/>
        </p:nvSpPr>
        <p:spPr>
          <a:xfrm xmlns:a="http://schemas.openxmlformats.org/drawingml/2006/main">
            <a:off x="6581775" y="1714500"/>
            <a:ext cx="5000625" cy="4000500"/>
          </a:xfrm>
          <a:prstGeom xmlns:a="http://schemas.openxmlformats.org/drawingml/2006/main" prst="roundRect">
            <a:avLst>
              <a:gd name="adj" fmla="val 2381"/>
            </a:avLst>
          </a:prstGeom>
          <a:solidFill xmlns:a="http://schemas.openxmlformats.org/drawingml/2006/main">
            <a:srgbClr val="76545F"/>
          </a:solidFill>
          <a:ln xmlns:a="http://schemas.openxmlformats.org/drawingml/2006/main" w="0">
            <a:solidFill>
              <a:srgbClr val="76545F"/>
            </a:solidFill>
            <a:prstDash val="solid"/>
          </a:ln>
        </p:spPr>
      </p:sp>
      <p:sp>
        <p:nvSpPr>
          <p:cNvPr id="21" name="">
            <a:extLst xmlns:a="http://schemas.openxmlformats.org/drawingml/2006/main">
              <a:ext uri="{FF2B5EF4-FFF2-40B4-BE49-F238E27FC236}">
                <a16:creationId xmlns:a16="http://schemas.microsoft.com/office/drawing/2014/main" id="{33BC76CA-9E4B-4F7F-8E0C-422590D3B277}"/>
              </a:ext>
            </a:extLst>
          </p:cNvPr>
          <p:cNvSpPr>
            <a:spLocks xmlns:a="http://schemas.openxmlformats.org/drawingml/2006/main" noGrp="1"/>
          </p:cNvSpPr>
          <p:nvPr/>
        </p:nvSpPr>
        <p:spPr>
          <a:xfrm xmlns:a="http://schemas.openxmlformats.org/drawingml/2006/main">
            <a:off x="6848475" y="1981200"/>
            <a:ext cx="2095500" cy="285750"/>
          </a:xfrm>
          <a:prstGeom xmlns:a="http://schemas.openxmlformats.org/drawingml/2006/main" prst="roundRect">
            <a:avLst>
              <a:gd name="adj" fmla="val 20000"/>
            </a:avLst>
          </a:prstGeom>
          <a:solidFill xmlns:a="http://schemas.openxmlformats.org/drawingml/2006/main">
            <a:srgbClr val="A67C88"/>
          </a:solidFill>
          <a:ln xmlns:a="http://schemas.openxmlformats.org/drawingml/2006/main" w="0">
            <a:solidFill>
              <a:srgbClr val="A67C88"/>
            </a:solidFill>
            <a:prstDash val="solid"/>
          </a:ln>
        </p:spPr>
      </p:sp>
      <p:sp>
        <p:nvSpPr>
          <p:cNvPr id="22" name="">
            <a:extLst xmlns:a="http://schemas.openxmlformats.org/drawingml/2006/main">
              <a:ext uri="{FF2B5EF4-FFF2-40B4-BE49-F238E27FC236}">
                <a16:creationId xmlns:a16="http://schemas.microsoft.com/office/drawing/2014/main" id="{213AF1C0-42D5-4AA1-9D2A-BC15DE42273E}"/>
              </a:ext>
            </a:extLst>
          </p:cNvPr>
          <p:cNvSpPr>
            <a:spLocks xmlns:a="http://schemas.openxmlformats.org/drawingml/2006/main" noGrp="1"/>
          </p:cNvSpPr>
          <p:nvPr/>
        </p:nvSpPr>
        <p:spPr>
          <a:xfrm xmlns:a="http://schemas.openxmlformats.org/drawingml/2006/main">
            <a:off x="6943725" y="20383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WHERE IT CAN GO</a:t>
            </a:r>
          </a:p>
        </p:txBody>
      </p:sp>
      <p:sp>
        <p:nvSpPr>
          <p:cNvPr id="23" name="">
            <a:extLst xmlns:a="http://schemas.openxmlformats.org/drawingml/2006/main">
              <a:ext uri="{FF2B5EF4-FFF2-40B4-BE49-F238E27FC236}">
                <a16:creationId xmlns:a16="http://schemas.microsoft.com/office/drawing/2014/main" id="{3CC47B36-A0CF-4EA8-98B4-15EAF6BDD396}"/>
              </a:ext>
            </a:extLst>
          </p:cNvPr>
          <p:cNvSpPr>
            <a:spLocks xmlns:a="http://schemas.openxmlformats.org/drawingml/2006/main" noGrp="1"/>
          </p:cNvSpPr>
          <p:nvPr/>
        </p:nvSpPr>
        <p:spPr>
          <a:xfrm xmlns:a="http://schemas.openxmlformats.org/drawingml/2006/main">
            <a:off x="6877050" y="25717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24" name="">
            <a:extLst xmlns:a="http://schemas.openxmlformats.org/drawingml/2006/main">
              <a:ext uri="{FF2B5EF4-FFF2-40B4-BE49-F238E27FC236}">
                <a16:creationId xmlns:a16="http://schemas.microsoft.com/office/drawing/2014/main" id="{4C2547E5-F335-49B6-BDF4-20F02ADDEF95}"/>
              </a:ext>
            </a:extLst>
          </p:cNvPr>
          <p:cNvSpPr>
            <a:spLocks xmlns:a="http://schemas.openxmlformats.org/drawingml/2006/main" noGrp="1"/>
          </p:cNvSpPr>
          <p:nvPr/>
        </p:nvSpPr>
        <p:spPr>
          <a:xfrm xmlns:a="http://schemas.openxmlformats.org/drawingml/2006/main">
            <a:off x="6877050" y="26193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1</a:t>
            </a:r>
          </a:p>
        </p:txBody>
      </p:sp>
      <p:sp>
        <p:nvSpPr>
          <p:cNvPr id="25" name="">
            <a:extLst xmlns:a="http://schemas.openxmlformats.org/drawingml/2006/main">
              <a:ext uri="{FF2B5EF4-FFF2-40B4-BE49-F238E27FC236}">
                <a16:creationId xmlns:a16="http://schemas.microsoft.com/office/drawing/2014/main" id="{FF45C236-D394-45C3-8ED1-3EC522909823}"/>
              </a:ext>
            </a:extLst>
          </p:cNvPr>
          <p:cNvSpPr>
            <a:spLocks xmlns:a="http://schemas.openxmlformats.org/drawingml/2006/main" noGrp="1"/>
          </p:cNvSpPr>
          <p:nvPr/>
        </p:nvSpPr>
        <p:spPr>
          <a:xfrm xmlns:a="http://schemas.openxmlformats.org/drawingml/2006/main">
            <a:off x="7400925" y="26098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Compare more algorithms</a:t>
            </a:r>
          </a:p>
        </p:txBody>
      </p:sp>
      <p:sp>
        <p:nvSpPr>
          <p:cNvPr id="26" name="">
            <a:extLst xmlns:a="http://schemas.openxmlformats.org/drawingml/2006/main">
              <a:ext uri="{FF2B5EF4-FFF2-40B4-BE49-F238E27FC236}">
                <a16:creationId xmlns:a16="http://schemas.microsoft.com/office/drawing/2014/main" id="{280E4DE8-446F-4CA5-A30E-C77C48053369}"/>
              </a:ext>
            </a:extLst>
          </p:cNvPr>
          <p:cNvSpPr>
            <a:spLocks xmlns:a="http://schemas.openxmlformats.org/drawingml/2006/main" noGrp="1"/>
          </p:cNvSpPr>
          <p:nvPr/>
        </p:nvSpPr>
        <p:spPr>
          <a:xfrm xmlns:a="http://schemas.openxmlformats.org/drawingml/2006/main">
            <a:off x="6877050" y="32575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B364A866-91E8-4E7E-8870-D1D0DB51FA30}"/>
              </a:ext>
            </a:extLst>
          </p:cNvPr>
          <p:cNvSpPr>
            <a:spLocks xmlns:a="http://schemas.openxmlformats.org/drawingml/2006/main" noGrp="1"/>
          </p:cNvSpPr>
          <p:nvPr/>
        </p:nvSpPr>
        <p:spPr>
          <a:xfrm xmlns:a="http://schemas.openxmlformats.org/drawingml/2006/main">
            <a:off x="6877050" y="33051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2</a:t>
            </a:r>
          </a:p>
        </p:txBody>
      </p:sp>
      <p:sp>
        <p:nvSpPr>
          <p:cNvPr id="28" name="">
            <a:extLst xmlns:a="http://schemas.openxmlformats.org/drawingml/2006/main">
              <a:ext uri="{FF2B5EF4-FFF2-40B4-BE49-F238E27FC236}">
                <a16:creationId xmlns:a16="http://schemas.microsoft.com/office/drawing/2014/main" id="{889888FD-98AA-43C2-B471-91DA878517EE}"/>
              </a:ext>
            </a:extLst>
          </p:cNvPr>
          <p:cNvSpPr>
            <a:spLocks xmlns:a="http://schemas.openxmlformats.org/drawingml/2006/main" noGrp="1"/>
          </p:cNvSpPr>
          <p:nvPr/>
        </p:nvSpPr>
        <p:spPr>
          <a:xfrm xmlns:a="http://schemas.openxmlformats.org/drawingml/2006/main">
            <a:off x="7400925" y="32956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Improve validation and encoding</a:t>
            </a:r>
          </a:p>
        </p:txBody>
      </p:sp>
      <p:sp>
        <p:nvSpPr>
          <p:cNvPr id="29" name="">
            <a:extLst xmlns:a="http://schemas.openxmlformats.org/drawingml/2006/main">
              <a:ext uri="{FF2B5EF4-FFF2-40B4-BE49-F238E27FC236}">
                <a16:creationId xmlns:a16="http://schemas.microsoft.com/office/drawing/2014/main" id="{1BFD3AA6-4966-4A97-B539-04446AA4D312}"/>
              </a:ext>
            </a:extLst>
          </p:cNvPr>
          <p:cNvSpPr>
            <a:spLocks xmlns:a="http://schemas.openxmlformats.org/drawingml/2006/main" noGrp="1"/>
          </p:cNvSpPr>
          <p:nvPr/>
        </p:nvSpPr>
        <p:spPr>
          <a:xfrm xmlns:a="http://schemas.openxmlformats.org/drawingml/2006/main">
            <a:off x="6877050" y="39433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30" name="">
            <a:extLst xmlns:a="http://schemas.openxmlformats.org/drawingml/2006/main">
              <a:ext uri="{FF2B5EF4-FFF2-40B4-BE49-F238E27FC236}">
                <a16:creationId xmlns:a16="http://schemas.microsoft.com/office/drawing/2014/main" id="{B6F7AC5B-84C6-4D62-8E5A-5F3B000C7721}"/>
              </a:ext>
            </a:extLst>
          </p:cNvPr>
          <p:cNvSpPr>
            <a:spLocks xmlns:a="http://schemas.openxmlformats.org/drawingml/2006/main" noGrp="1"/>
          </p:cNvSpPr>
          <p:nvPr/>
        </p:nvSpPr>
        <p:spPr>
          <a:xfrm xmlns:a="http://schemas.openxmlformats.org/drawingml/2006/main">
            <a:off x="6877050"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3</a:t>
            </a:r>
          </a:p>
        </p:txBody>
      </p:sp>
      <p:sp>
        <p:nvSpPr>
          <p:cNvPr id="31" name="">
            <a:extLst xmlns:a="http://schemas.openxmlformats.org/drawingml/2006/main">
              <a:ext uri="{FF2B5EF4-FFF2-40B4-BE49-F238E27FC236}">
                <a16:creationId xmlns:a16="http://schemas.microsoft.com/office/drawing/2014/main" id="{5C6FC907-C3BB-48B1-8799-1E01822F6C6B}"/>
              </a:ext>
            </a:extLst>
          </p:cNvPr>
          <p:cNvSpPr>
            <a:spLocks xmlns:a="http://schemas.openxmlformats.org/drawingml/2006/main" noGrp="1"/>
          </p:cNvSpPr>
          <p:nvPr/>
        </p:nvSpPr>
        <p:spPr>
          <a:xfrm xmlns:a="http://schemas.openxmlformats.org/drawingml/2006/main">
            <a:off x="7400925" y="3981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FFFFFF"/>
                </a:solidFill>
                <a:latin typeface="Arial"/>
                <a:ea typeface="Arial"/>
                <a:cs typeface="Arial"/>
              </a:defRPr>
            </a:pPr>
            <a:r>
              <a:rPr sz="1350" b="0" i="0">
                <a:solidFill>
                  <a:srgbClr val="FFFFFF"/>
                </a:solidFill>
                <a:latin typeface="Arial"/>
                <a:ea typeface="Arial"/>
                <a:cs typeface="Arial"/>
              </a:rPr>
              <a:t>Add richer customer information</a:t>
            </a:r>
          </a:p>
        </p:txBody>
      </p:sp>
      <p:sp>
        <p:nvSpPr>
          <p:cNvPr id="32" name="">
            <a:extLst xmlns:a="http://schemas.openxmlformats.org/drawingml/2006/main">
              <a:ext uri="{FF2B5EF4-FFF2-40B4-BE49-F238E27FC236}">
                <a16:creationId xmlns:a16="http://schemas.microsoft.com/office/drawing/2014/main" id="{2414BC72-4D18-46F5-A5C7-47246667282B}"/>
              </a:ext>
            </a:extLst>
          </p:cNvPr>
          <p:cNvSpPr>
            <a:spLocks xmlns:a="http://schemas.openxmlformats.org/drawingml/2006/main" noGrp="1"/>
          </p:cNvSpPr>
          <p:nvPr/>
        </p:nvSpPr>
        <p:spPr>
          <a:xfrm xmlns:a="http://schemas.openxmlformats.org/drawingml/2006/main">
            <a:off x="6877050" y="4629150"/>
            <a:ext cx="361950" cy="361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33" name="">
            <a:extLst xmlns:a="http://schemas.openxmlformats.org/drawingml/2006/main">
              <a:ext uri="{FF2B5EF4-FFF2-40B4-BE49-F238E27FC236}">
                <a16:creationId xmlns:a16="http://schemas.microsoft.com/office/drawing/2014/main" id="{FA4687A7-C954-41B7-965F-840FA8D768C3}"/>
              </a:ext>
            </a:extLst>
          </p:cNvPr>
          <p:cNvSpPr>
            <a:spLocks xmlns:a="http://schemas.openxmlformats.org/drawingml/2006/main" noGrp="1"/>
          </p:cNvSpPr>
          <p:nvPr/>
        </p:nvSpPr>
        <p:spPr>
          <a:xfrm xmlns:a="http://schemas.openxmlformats.org/drawingml/2006/main">
            <a:off x="6877050" y="46767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4</a:t>
            </a:r>
          </a:p>
        </p:txBody>
      </p:sp>
      <p:sp>
        <p:nvSpPr>
          <p:cNvPr id="34" name="">
            <a:extLst xmlns:a="http://schemas.openxmlformats.org/drawingml/2006/main">
              <a:ext uri="{FF2B5EF4-FFF2-40B4-BE49-F238E27FC236}">
                <a16:creationId xmlns:a16="http://schemas.microsoft.com/office/drawing/2014/main" id="{FEBE2EFE-43E8-409F-A642-37413AE0E3B1}"/>
              </a:ext>
            </a:extLst>
          </p:cNvPr>
          <p:cNvSpPr>
            <a:spLocks xmlns:a="http://schemas.openxmlformats.org/drawingml/2006/main" noGrp="1"/>
          </p:cNvSpPr>
          <p:nvPr/>
        </p:nvSpPr>
        <p:spPr>
          <a:xfrm xmlns:a="http://schemas.openxmlformats.org/drawingml/2006/main">
            <a:off x="7400925" y="46672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Build a web app and connect live data</a:t>
            </a:r>
          </a:p>
        </p:txBody>
      </p:sp>
      <p:sp>
        <p:nvSpPr>
          <p:cNvPr id="35" name="">
            <a:extLst xmlns:a="http://schemas.openxmlformats.org/drawingml/2006/main">
              <a:ext uri="{FF2B5EF4-FFF2-40B4-BE49-F238E27FC236}">
                <a16:creationId xmlns:a16="http://schemas.microsoft.com/office/drawing/2014/main" id="{A1CF511E-46F5-4FD4-A63A-02A00EA434CA}"/>
              </a:ext>
            </a:extLst>
          </p:cNvPr>
          <p:cNvSpPr>
            <a:spLocks xmlns:a="http://schemas.openxmlformats.org/drawingml/2006/main" noGrp="1"/>
          </p:cNvSpPr>
          <p:nvPr/>
        </p:nvSpPr>
        <p:spPr>
          <a:xfrm xmlns:a="http://schemas.openxmlformats.org/drawingml/2006/main">
            <a:off x="1485900" y="5962650"/>
            <a:ext cx="922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i="0">
                <a:solidFill>
                  <a:srgbClr val="202024"/>
                </a:solidFill>
                <a:latin typeface="Arial"/>
                <a:ea typeface="Arial"/>
                <a:cs typeface="Arial"/>
              </a:defRPr>
            </a:pPr>
            <a:r>
              <a:rPr sz="1275" b="1" i="0">
                <a:solidFill>
                  <a:srgbClr val="202024"/>
                </a:solidFill>
                <a:latin typeface="Arial"/>
                <a:ea typeface="Arial"/>
                <a:cs typeface="Arial"/>
              </a:rPr>
              <a:t>The current dataset has about 1,000 records, so wider testing matters before real business use.</a:t>
            </a:r>
          </a:p>
        </p:txBody>
      </p:sp>
      <p:sp>
        <p:nvSpPr>
          <p:cNvPr id="36" name="">
            <a:extLst xmlns:a="http://schemas.openxmlformats.org/drawingml/2006/main">
              <a:ext uri="{FF2B5EF4-FFF2-40B4-BE49-F238E27FC236}">
                <a16:creationId xmlns:a16="http://schemas.microsoft.com/office/drawing/2014/main" id="{A0301CE4-13EE-4EFA-93CD-35D43CF479A3}"/>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Source: Master synopsis, sections I–J</a:t>
            </a:r>
          </a:p>
        </p:txBody>
      </p:sp>
    </p:spTree>
    <p:extLst>
      <p:ext uri="{BB962C8B-B14F-4D97-AF65-F5344CB8AC3E}">
        <p14:creationId xmlns:p14="http://schemas.microsoft.com/office/powerpoint/2010/main" val="497622061"/>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BE6F5A8-1ABA-4D78-9AD9-682BE7886685}"/>
              </a:ext>
            </a:extLst>
          </p:cNvPr>
          <p:cNvSpPr>
            <a:spLocks xmlns:a="http://schemas.openxmlformats.org/drawingml/2006/main" noGrp="1"/>
          </p:cNvSpPr>
          <p:nvPr/>
        </p:nvSpPr>
        <p:spPr>
          <a:xfrm xmlns:a="http://schemas.openxmlformats.org/drawingml/2006/main">
            <a:off x="609600" y="304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02024"/>
                </a:solidFill>
                <a:latin typeface="Arial"/>
                <a:ea typeface="Arial"/>
                <a:cs typeface="Arial"/>
              </a:defRPr>
            </a:pPr>
            <a:r>
              <a:rPr sz="975" b="1" i="0">
                <a:solidFill>
                  <a:srgbClr val="202024"/>
                </a:solidFill>
                <a:latin typeface="Arial"/>
                <a:ea typeface="Arial"/>
                <a:cs typeface="Arial"/>
              </a:rPr>
              <a:t>PROJECT EVIDENCE</a:t>
            </a:r>
          </a:p>
        </p:txBody>
      </p:sp>
      <p:sp>
        <p:nvSpPr>
          <p:cNvPr id="2" name="">
            <a:extLst xmlns:a="http://schemas.openxmlformats.org/drawingml/2006/main">
              <a:ext uri="{FF2B5EF4-FFF2-40B4-BE49-F238E27FC236}">
                <a16:creationId xmlns:a16="http://schemas.microsoft.com/office/drawing/2014/main" id="{320FEDD8-5E44-4323-ACF4-CD8A8DE1631E}"/>
              </a:ext>
            </a:extLst>
          </p:cNvPr>
          <p:cNvSpPr>
            <a:spLocks xmlns:a="http://schemas.openxmlformats.org/drawingml/2006/main" noGrp="1"/>
          </p:cNvSpPr>
          <p:nvPr/>
        </p:nvSpPr>
        <p:spPr>
          <a:xfrm xmlns:a="http://schemas.openxmlformats.org/drawingml/2006/main">
            <a:off x="609600" y="6286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02024"/>
                </a:solidFill>
                <a:latin typeface="Arial"/>
                <a:ea typeface="Arial"/>
                <a:cs typeface="Arial"/>
              </a:defRPr>
            </a:pPr>
            <a:r>
              <a:rPr sz="2550" b="1" i="0">
                <a:solidFill>
                  <a:srgbClr val="202024"/>
                </a:solidFill>
                <a:latin typeface="Arial"/>
                <a:ea typeface="Arial"/>
                <a:cs typeface="Arial"/>
              </a:rPr>
              <a:t>Code</a:t>
            </a:r>
          </a:p>
        </p:txBody>
      </p:sp>
      <p:sp>
        <p:nvSpPr>
          <p:cNvPr id="3" name="">
            <a:extLst xmlns:a="http://schemas.openxmlformats.org/drawingml/2006/main">
              <a:ext uri="{FF2B5EF4-FFF2-40B4-BE49-F238E27FC236}">
                <a16:creationId xmlns:a16="http://schemas.microsoft.com/office/drawing/2014/main" id="{C7C108F7-6B9E-467C-86EE-CAD4FEF50D71}"/>
              </a:ext>
            </a:extLst>
          </p:cNvPr>
          <p:cNvSpPr>
            <a:spLocks xmlns:a="http://schemas.openxmlformats.org/drawingml/2006/main" noGrp="1"/>
          </p:cNvSpPr>
          <p:nvPr/>
        </p:nvSpPr>
        <p:spPr>
          <a:xfrm xmlns:a="http://schemas.openxmlformats.org/drawingml/2006/main">
            <a:off x="11125200" y="342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i="0">
                <a:solidFill>
                  <a:srgbClr val="202024"/>
                </a:solidFill>
                <a:latin typeface="Arial"/>
                <a:ea typeface="Arial"/>
                <a:cs typeface="Arial"/>
              </a:defRPr>
            </a:pPr>
            <a:r>
              <a:rPr sz="1050" b="1" i="0">
                <a:solidFill>
                  <a:srgbClr val="202024"/>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5E08248-E7B0-4746-98CA-4AB67A77F7CC}"/>
              </a:ext>
            </a:extLst>
          </p:cNvPr>
          <p:cNvSpPr>
            <a:spLocks xmlns:a="http://schemas.openxmlformats.org/drawingml/2006/main" noGrp="1"/>
          </p:cNvSpPr>
          <p:nvPr/>
        </p:nvSpPr>
        <p:spPr>
          <a:xfrm xmlns:a="http://schemas.openxmlformats.org/drawingml/2006/main">
            <a:off x="609600" y="1381125"/>
            <a:ext cx="10953750" cy="0"/>
          </a:xfrm>
          <a:prstGeom xmlns:a="http://schemas.openxmlformats.org/drawingml/2006/main" prst="line">
            <a:avLst/>
          </a:prstGeom>
          <a:noFill xmlns:a="http://schemas.openxmlformats.org/drawingml/2006/main"/>
          <a:ln xmlns:a="http://schemas.openxmlformats.org/drawingml/2006/main" w="13335">
            <a:solidFill>
              <a:srgbClr val="CFCFD2"/>
            </a:solidFill>
            <a:prstDash val="solid"/>
          </a:ln>
        </p:spPr>
      </p:sp>
      <p:sp>
        <p:nvSpPr>
          <p:cNvPr id="5" name="">
            <a:extLst xmlns:a="http://schemas.openxmlformats.org/drawingml/2006/main">
              <a:ext uri="{FF2B5EF4-FFF2-40B4-BE49-F238E27FC236}">
                <a16:creationId xmlns:a16="http://schemas.microsoft.com/office/drawing/2014/main" id="{E5D4A0D9-8CA6-4AD9-B8B1-722B64FF9FF9}"/>
              </a:ext>
            </a:extLst>
          </p:cNvPr>
          <p:cNvSpPr>
            <a:spLocks xmlns:a="http://schemas.openxmlformats.org/drawingml/2006/main" noGrp="1"/>
          </p:cNvSpPr>
          <p:nvPr/>
        </p:nvSpPr>
        <p:spPr>
          <a:xfrm xmlns:a="http://schemas.openxmlformats.org/drawingml/2006/main">
            <a:off x="609600" y="15716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1">
                <a:solidFill>
                  <a:srgbClr val="202024"/>
                </a:solidFill>
                <a:latin typeface="Arial"/>
                <a:ea typeface="Arial"/>
                <a:cs typeface="Arial"/>
              </a:defRPr>
            </a:pPr>
            <a:r>
              <a:rPr sz="1350" b="0" i="1">
                <a:solidFill>
                  <a:srgbClr val="202024"/>
                </a:solidFill>
                <a:latin typeface="Arial"/>
                <a:ea typeface="Arial"/>
                <a:cs typeface="Arial"/>
              </a:rPr>
              <a:t>Paste two or three clear screenshots. Crop tightly so the code stays readable.</a:t>
            </a:r>
          </a:p>
        </p:txBody>
      </p:sp>
      <p:sp>
        <p:nvSpPr>
          <p:cNvPr id="6" name="">
            <a:extLst xmlns:a="http://schemas.openxmlformats.org/drawingml/2006/main">
              <a:ext uri="{FF2B5EF4-FFF2-40B4-BE49-F238E27FC236}">
                <a16:creationId xmlns:a16="http://schemas.microsoft.com/office/drawing/2014/main" id="{C8F753C2-1DCD-4169-88D8-6FF1110D91FF}"/>
              </a:ext>
            </a:extLst>
          </p:cNvPr>
          <p:cNvSpPr>
            <a:spLocks xmlns:a="http://schemas.openxmlformats.org/drawingml/2006/main" noGrp="1"/>
          </p:cNvSpPr>
          <p:nvPr/>
        </p:nvSpPr>
        <p:spPr>
          <a:xfrm xmlns:a="http://schemas.openxmlformats.org/drawingml/2006/main">
            <a:off x="609600" y="2114550"/>
            <a:ext cx="3429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9050">
            <a:solidFill>
              <a:srgbClr val="CFCFD2"/>
            </a:solidFill>
            <a:prstDash val="solid"/>
          </a:ln>
        </p:spPr>
      </p:sp>
      <p:sp>
        <p:nvSpPr>
          <p:cNvPr id="7" name="">
            <a:extLst xmlns:a="http://schemas.openxmlformats.org/drawingml/2006/main">
              <a:ext uri="{FF2B5EF4-FFF2-40B4-BE49-F238E27FC236}">
                <a16:creationId xmlns:a16="http://schemas.microsoft.com/office/drawing/2014/main" id="{18863534-7FC3-4308-B816-4431C1B8995B}"/>
              </a:ext>
            </a:extLst>
          </p:cNvPr>
          <p:cNvSpPr>
            <a:spLocks xmlns:a="http://schemas.openxmlformats.org/drawingml/2006/main" noGrp="1"/>
          </p:cNvSpPr>
          <p:nvPr/>
        </p:nvSpPr>
        <p:spPr>
          <a:xfrm xmlns:a="http://schemas.openxmlformats.org/drawingml/2006/main">
            <a:off x="1990725" y="3114675"/>
            <a:ext cx="666750" cy="6667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8" name="">
            <a:extLst xmlns:a="http://schemas.openxmlformats.org/drawingml/2006/main">
              <a:ext uri="{FF2B5EF4-FFF2-40B4-BE49-F238E27FC236}">
                <a16:creationId xmlns:a16="http://schemas.microsoft.com/office/drawing/2014/main" id="{54992AE5-E5E0-423B-ABF9-05AF65534F03}"/>
              </a:ext>
            </a:extLst>
          </p:cNvPr>
          <p:cNvSpPr>
            <a:spLocks xmlns:a="http://schemas.openxmlformats.org/drawingml/2006/main" noGrp="1"/>
          </p:cNvSpPr>
          <p:nvPr/>
        </p:nvSpPr>
        <p:spPr>
          <a:xfrm xmlns:a="http://schemas.openxmlformats.org/drawingml/2006/main">
            <a:off x="19907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9" name="">
            <a:extLst xmlns:a="http://schemas.openxmlformats.org/drawingml/2006/main">
              <a:ext uri="{FF2B5EF4-FFF2-40B4-BE49-F238E27FC236}">
                <a16:creationId xmlns:a16="http://schemas.microsoft.com/office/drawing/2014/main" id="{74F5EE1A-7906-435E-933D-3760B38BF2F5}"/>
              </a:ext>
            </a:extLst>
          </p:cNvPr>
          <p:cNvSpPr>
            <a:spLocks xmlns:a="http://schemas.openxmlformats.org/drawingml/2006/main" noGrp="1"/>
          </p:cNvSpPr>
          <p:nvPr/>
        </p:nvSpPr>
        <p:spPr>
          <a:xfrm xmlns:a="http://schemas.openxmlformats.org/drawingml/2006/main">
            <a:off x="8001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PREPARING DATA</a:t>
            </a:r>
          </a:p>
        </p:txBody>
      </p:sp>
      <p:sp>
        <p:nvSpPr>
          <p:cNvPr id="10" name="">
            <a:extLst xmlns:a="http://schemas.openxmlformats.org/drawingml/2006/main">
              <a:ext uri="{FF2B5EF4-FFF2-40B4-BE49-F238E27FC236}">
                <a16:creationId xmlns:a16="http://schemas.microsoft.com/office/drawing/2014/main" id="{5BBA91FB-9377-47CA-B5C4-0A31C9B2C277}"/>
              </a:ext>
            </a:extLst>
          </p:cNvPr>
          <p:cNvSpPr>
            <a:spLocks xmlns:a="http://schemas.openxmlformats.org/drawingml/2006/main" noGrp="1"/>
          </p:cNvSpPr>
          <p:nvPr/>
        </p:nvSpPr>
        <p:spPr>
          <a:xfrm xmlns:a="http://schemas.openxmlformats.org/drawingml/2006/main">
            <a:off x="8001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202024"/>
                </a:solidFill>
                <a:latin typeface="Arial"/>
                <a:ea typeface="Arial"/>
                <a:cs typeface="Arial"/>
              </a:defRPr>
            </a:pPr>
            <a:r>
              <a:rPr sz="1125" b="0" i="1">
                <a:solidFill>
                  <a:srgbClr val="202024"/>
                </a:solidFill>
                <a:latin typeface="Arial"/>
                <a:ea typeface="Arial"/>
                <a:cs typeface="Arial"/>
              </a:rPr>
              <a:t>Paste screenshot here</a:t>
            </a:r>
          </a:p>
        </p:txBody>
      </p:sp>
      <p:sp>
        <p:nvSpPr>
          <p:cNvPr id="11" name="">
            <a:extLst xmlns:a="http://schemas.openxmlformats.org/drawingml/2006/main">
              <a:ext uri="{FF2B5EF4-FFF2-40B4-BE49-F238E27FC236}">
                <a16:creationId xmlns:a16="http://schemas.microsoft.com/office/drawing/2014/main" id="{F1EF3F95-3128-4417-AA95-C2C520852BB8}"/>
              </a:ext>
            </a:extLst>
          </p:cNvPr>
          <p:cNvSpPr>
            <a:spLocks xmlns:a="http://schemas.openxmlformats.org/drawingml/2006/main" noGrp="1"/>
          </p:cNvSpPr>
          <p:nvPr/>
        </p:nvSpPr>
        <p:spPr>
          <a:xfrm xmlns:a="http://schemas.openxmlformats.org/drawingml/2006/main">
            <a:off x="4381500" y="2114550"/>
            <a:ext cx="3429000" cy="3429000"/>
          </a:xfrm>
          <a:prstGeom xmlns:a="http://schemas.openxmlformats.org/drawingml/2006/main" prst="roundRect">
            <a:avLst>
              <a:gd name="adj" fmla="val 2222"/>
            </a:avLst>
          </a:prstGeom>
          <a:solidFill xmlns:a="http://schemas.openxmlformats.org/drawingml/2006/main">
            <a:srgbClr val="76545F"/>
          </a:solidFill>
          <a:ln xmlns:a="http://schemas.openxmlformats.org/drawingml/2006/main" w="19050">
            <a:solidFill>
              <a:srgbClr val="76545F"/>
            </a:solidFill>
            <a:prstDash val="solid"/>
          </a:ln>
        </p:spPr>
      </p:sp>
      <p:sp>
        <p:nvSpPr>
          <p:cNvPr id="12" name="">
            <a:extLst xmlns:a="http://schemas.openxmlformats.org/drawingml/2006/main">
              <a:ext uri="{FF2B5EF4-FFF2-40B4-BE49-F238E27FC236}">
                <a16:creationId xmlns:a16="http://schemas.microsoft.com/office/drawing/2014/main" id="{868E2EB9-8695-404C-995B-8474F6CF1030}"/>
              </a:ext>
            </a:extLst>
          </p:cNvPr>
          <p:cNvSpPr>
            <a:spLocks xmlns:a="http://schemas.openxmlformats.org/drawingml/2006/main" noGrp="1"/>
          </p:cNvSpPr>
          <p:nvPr/>
        </p:nvSpPr>
        <p:spPr>
          <a:xfrm xmlns:a="http://schemas.openxmlformats.org/drawingml/2006/main">
            <a:off x="5762625" y="3114675"/>
            <a:ext cx="666750" cy="6667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3" name="">
            <a:extLst xmlns:a="http://schemas.openxmlformats.org/drawingml/2006/main">
              <a:ext uri="{FF2B5EF4-FFF2-40B4-BE49-F238E27FC236}">
                <a16:creationId xmlns:a16="http://schemas.microsoft.com/office/drawing/2014/main" id="{628CE2BF-A208-4988-AB0F-6FD31F901309}"/>
              </a:ext>
            </a:extLst>
          </p:cNvPr>
          <p:cNvSpPr>
            <a:spLocks xmlns:a="http://schemas.openxmlformats.org/drawingml/2006/main" noGrp="1"/>
          </p:cNvSpPr>
          <p:nvPr/>
        </p:nvSpPr>
        <p:spPr>
          <a:xfrm xmlns:a="http://schemas.openxmlformats.org/drawingml/2006/main">
            <a:off x="57626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14" name="">
            <a:extLst xmlns:a="http://schemas.openxmlformats.org/drawingml/2006/main">
              <a:ext uri="{FF2B5EF4-FFF2-40B4-BE49-F238E27FC236}">
                <a16:creationId xmlns:a16="http://schemas.microsoft.com/office/drawing/2014/main" id="{6375BCD0-FF0B-49A0-8D01-D2E7011F08FB}"/>
              </a:ext>
            </a:extLst>
          </p:cNvPr>
          <p:cNvSpPr>
            <a:spLocks xmlns:a="http://schemas.openxmlformats.org/drawingml/2006/main" noGrp="1"/>
          </p:cNvSpPr>
          <p:nvPr/>
        </p:nvSpPr>
        <p:spPr>
          <a:xfrm xmlns:a="http://schemas.openxmlformats.org/drawingml/2006/main">
            <a:off x="45720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TRAINING MODEL</a:t>
            </a:r>
          </a:p>
        </p:txBody>
      </p:sp>
      <p:sp>
        <p:nvSpPr>
          <p:cNvPr id="15" name="">
            <a:extLst xmlns:a="http://schemas.openxmlformats.org/drawingml/2006/main">
              <a:ext uri="{FF2B5EF4-FFF2-40B4-BE49-F238E27FC236}">
                <a16:creationId xmlns:a16="http://schemas.microsoft.com/office/drawing/2014/main" id="{29CD40A7-1720-4AE1-A639-F15DD8477046}"/>
              </a:ext>
            </a:extLst>
          </p:cNvPr>
          <p:cNvSpPr>
            <a:spLocks xmlns:a="http://schemas.openxmlformats.org/drawingml/2006/main" noGrp="1"/>
          </p:cNvSpPr>
          <p:nvPr/>
        </p:nvSpPr>
        <p:spPr>
          <a:xfrm xmlns:a="http://schemas.openxmlformats.org/drawingml/2006/main">
            <a:off x="45720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FFFFFF"/>
                </a:solidFill>
                <a:latin typeface="Arial"/>
                <a:ea typeface="Arial"/>
                <a:cs typeface="Arial"/>
              </a:defRPr>
            </a:pPr>
            <a:r>
              <a:rPr sz="1125" b="0" i="1">
                <a:solidFill>
                  <a:srgbClr val="FFFFFF"/>
                </a:solidFill>
                <a:latin typeface="Arial"/>
                <a:ea typeface="Arial"/>
                <a:cs typeface="Arial"/>
              </a:rPr>
              <a:t>Paste screenshot here</a:t>
            </a:r>
          </a:p>
        </p:txBody>
      </p:sp>
      <p:sp>
        <p:nvSpPr>
          <p:cNvPr id="16" name="">
            <a:extLst xmlns:a="http://schemas.openxmlformats.org/drawingml/2006/main">
              <a:ext uri="{FF2B5EF4-FFF2-40B4-BE49-F238E27FC236}">
                <a16:creationId xmlns:a16="http://schemas.microsoft.com/office/drawing/2014/main" id="{F3449EB7-78B4-40D8-8804-91870B219582}"/>
              </a:ext>
            </a:extLst>
          </p:cNvPr>
          <p:cNvSpPr>
            <a:spLocks xmlns:a="http://schemas.openxmlformats.org/drawingml/2006/main" noGrp="1"/>
          </p:cNvSpPr>
          <p:nvPr/>
        </p:nvSpPr>
        <p:spPr>
          <a:xfrm xmlns:a="http://schemas.openxmlformats.org/drawingml/2006/main">
            <a:off x="8153400" y="2114550"/>
            <a:ext cx="3429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9050">
            <a:solidFill>
              <a:srgbClr val="CFCFD2"/>
            </a:solidFill>
            <a:prstDash val="solid"/>
          </a:ln>
        </p:spPr>
      </p:sp>
      <p:sp>
        <p:nvSpPr>
          <p:cNvPr id="17" name="">
            <a:extLst xmlns:a="http://schemas.openxmlformats.org/drawingml/2006/main">
              <a:ext uri="{FF2B5EF4-FFF2-40B4-BE49-F238E27FC236}">
                <a16:creationId xmlns:a16="http://schemas.microsoft.com/office/drawing/2014/main" id="{7C69ECFE-6DC3-41AE-A0B2-55A5F11152B1}"/>
              </a:ext>
            </a:extLst>
          </p:cNvPr>
          <p:cNvSpPr>
            <a:spLocks xmlns:a="http://schemas.openxmlformats.org/drawingml/2006/main" noGrp="1"/>
          </p:cNvSpPr>
          <p:nvPr/>
        </p:nvSpPr>
        <p:spPr>
          <a:xfrm xmlns:a="http://schemas.openxmlformats.org/drawingml/2006/main">
            <a:off x="9534525" y="3114675"/>
            <a:ext cx="666750" cy="6667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8" name="">
            <a:extLst xmlns:a="http://schemas.openxmlformats.org/drawingml/2006/main">
              <a:ext uri="{FF2B5EF4-FFF2-40B4-BE49-F238E27FC236}">
                <a16:creationId xmlns:a16="http://schemas.microsoft.com/office/drawing/2014/main" id="{59470546-12F8-4DC5-BEEC-32030E24D465}"/>
              </a:ext>
            </a:extLst>
          </p:cNvPr>
          <p:cNvSpPr>
            <a:spLocks xmlns:a="http://schemas.openxmlformats.org/drawingml/2006/main" noGrp="1"/>
          </p:cNvSpPr>
          <p:nvPr/>
        </p:nvSpPr>
        <p:spPr>
          <a:xfrm xmlns:a="http://schemas.openxmlformats.org/drawingml/2006/main">
            <a:off x="9534525" y="3162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&lt;/&gt;</a:t>
            </a:r>
          </a:p>
        </p:txBody>
      </p:sp>
      <p:sp>
        <p:nvSpPr>
          <p:cNvPr id="19" name="">
            <a:extLst xmlns:a="http://schemas.openxmlformats.org/drawingml/2006/main">
              <a:ext uri="{FF2B5EF4-FFF2-40B4-BE49-F238E27FC236}">
                <a16:creationId xmlns:a16="http://schemas.microsoft.com/office/drawing/2014/main" id="{22827E8E-90DF-40AF-97A4-FC40AC40A952}"/>
              </a:ext>
            </a:extLst>
          </p:cNvPr>
          <p:cNvSpPr>
            <a:spLocks xmlns:a="http://schemas.openxmlformats.org/drawingml/2006/main" noGrp="1"/>
          </p:cNvSpPr>
          <p:nvPr/>
        </p:nvSpPr>
        <p:spPr>
          <a:xfrm xmlns:a="http://schemas.openxmlformats.org/drawingml/2006/main">
            <a:off x="8343900" y="40671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PREDICTION OUTPUT</a:t>
            </a:r>
          </a:p>
        </p:txBody>
      </p:sp>
      <p:sp>
        <p:nvSpPr>
          <p:cNvPr id="20" name="">
            <a:extLst xmlns:a="http://schemas.openxmlformats.org/drawingml/2006/main">
              <a:ext uri="{FF2B5EF4-FFF2-40B4-BE49-F238E27FC236}">
                <a16:creationId xmlns:a16="http://schemas.microsoft.com/office/drawing/2014/main" id="{C0B824A1-92A8-4095-895E-75BCFF3C4A24}"/>
              </a:ext>
            </a:extLst>
          </p:cNvPr>
          <p:cNvSpPr>
            <a:spLocks xmlns:a="http://schemas.openxmlformats.org/drawingml/2006/main" noGrp="1"/>
          </p:cNvSpPr>
          <p:nvPr/>
        </p:nvSpPr>
        <p:spPr>
          <a:xfrm xmlns:a="http://schemas.openxmlformats.org/drawingml/2006/main">
            <a:off x="8343900" y="4533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1">
                <a:solidFill>
                  <a:srgbClr val="202024"/>
                </a:solidFill>
                <a:latin typeface="Arial"/>
                <a:ea typeface="Arial"/>
                <a:cs typeface="Arial"/>
              </a:defRPr>
            </a:pPr>
            <a:r>
              <a:rPr sz="1125" b="0" i="1">
                <a:solidFill>
                  <a:srgbClr val="202024"/>
                </a:solidFill>
                <a:latin typeface="Arial"/>
                <a:ea typeface="Arial"/>
                <a:cs typeface="Arial"/>
              </a:rPr>
              <a:t>Paste screenshot here</a:t>
            </a:r>
          </a:p>
        </p:txBody>
      </p:sp>
      <p:sp>
        <p:nvSpPr>
          <p:cNvPr id="21" name="">
            <a:extLst xmlns:a="http://schemas.openxmlformats.org/drawingml/2006/main">
              <a:ext uri="{FF2B5EF4-FFF2-40B4-BE49-F238E27FC236}">
                <a16:creationId xmlns:a16="http://schemas.microsoft.com/office/drawing/2014/main" id="{846C36EE-11F6-4983-9AD9-26DC23AF80DF}"/>
              </a:ext>
            </a:extLst>
          </p:cNvPr>
          <p:cNvSpPr>
            <a:spLocks xmlns:a="http://schemas.openxmlformats.org/drawingml/2006/main" noGrp="1"/>
          </p:cNvSpPr>
          <p:nvPr/>
        </p:nvSpPr>
        <p:spPr>
          <a:xfrm xmlns:a="http://schemas.openxmlformats.org/drawingml/2006/main">
            <a:off x="609600" y="651510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i="1">
                <a:solidFill>
                  <a:srgbClr val="202024"/>
                </a:solidFill>
                <a:latin typeface="Arial"/>
                <a:ea typeface="Arial"/>
                <a:cs typeface="Arial"/>
              </a:defRPr>
            </a:pPr>
            <a:r>
              <a:rPr sz="750" b="0" i="1">
                <a:solidFill>
                  <a:srgbClr val="202024"/>
                </a:solidFill>
                <a:latin typeface="Arial"/>
                <a:ea typeface="Arial"/>
                <a:cs typeface="Arial"/>
              </a:rPr>
              <a:t>Editable image placeholders</a:t>
            </a:r>
          </a:p>
        </p:txBody>
      </p:sp>
    </p:spTree>
    <p:extLst>
      <p:ext uri="{BB962C8B-B14F-4D97-AF65-F5344CB8AC3E}">
        <p14:creationId xmlns:p14="http://schemas.microsoft.com/office/powerpoint/2010/main" val="2044128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CE7DB1C-C574-4526-A9C1-5F1615CA9199}"/>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FA9B6CDA-6863-4987-AB89-91C17E1976E8}"/>
              </a:ext>
            </a:extLst>
          </p:cNvPr>
          <p:cNvSpPr>
            <a:spLocks xmlns:a="http://schemas.openxmlformats.org/drawingml/2006/main" noGrp="1"/>
          </p:cNvSpPr>
          <p:nvPr/>
        </p:nvSpPr>
        <p:spPr>
          <a:xfrm xmlns:a="http://schemas.openxmlformats.org/drawingml/2006/main">
            <a:off x="647700" y="647700"/>
            <a:ext cx="552450" cy="5524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3" name="">
            <a:extLst xmlns:a="http://schemas.openxmlformats.org/drawingml/2006/main">
              <a:ext uri="{FF2B5EF4-FFF2-40B4-BE49-F238E27FC236}">
                <a16:creationId xmlns:a16="http://schemas.microsoft.com/office/drawing/2014/main" id="{151DD6B0-57EE-430D-8CFD-D4C0FEF504B6}"/>
              </a:ext>
            </a:extLst>
          </p:cNvPr>
          <p:cNvSpPr>
            <a:spLocks xmlns:a="http://schemas.openxmlformats.org/drawingml/2006/main" noGrp="1"/>
          </p:cNvSpPr>
          <p:nvPr/>
        </p:nvSpPr>
        <p:spPr>
          <a:xfrm xmlns:a="http://schemas.openxmlformats.org/drawingml/2006/main">
            <a:off x="647700" y="695325"/>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F77F1059-789D-4E12-9130-45801E6B1FF0}"/>
              </a:ext>
            </a:extLst>
          </p:cNvPr>
          <p:cNvSpPr>
            <a:spLocks xmlns:a="http://schemas.openxmlformats.org/drawingml/2006/main" noGrp="1"/>
          </p:cNvSpPr>
          <p:nvPr/>
        </p:nvSpPr>
        <p:spPr>
          <a:xfrm xmlns:a="http://schemas.openxmlformats.org/drawingml/2006/main">
            <a:off x="647700" y="15240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CERTIFICATE</a:t>
            </a:r>
          </a:p>
        </p:txBody>
      </p:sp>
      <p:sp>
        <p:nvSpPr>
          <p:cNvPr id="5" name="">
            <a:extLst xmlns:a="http://schemas.openxmlformats.org/drawingml/2006/main">
              <a:ext uri="{FF2B5EF4-FFF2-40B4-BE49-F238E27FC236}">
                <a16:creationId xmlns:a16="http://schemas.microsoft.com/office/drawing/2014/main" id="{7A5227E5-0F1D-41F8-8F3E-C88A9E28F4ED}"/>
              </a:ext>
            </a:extLst>
          </p:cNvPr>
          <p:cNvSpPr>
            <a:spLocks xmlns:a="http://schemas.openxmlformats.org/drawingml/2006/main" noGrp="1"/>
          </p:cNvSpPr>
          <p:nvPr/>
        </p:nvSpPr>
        <p:spPr>
          <a:xfrm xmlns:a="http://schemas.openxmlformats.org/drawingml/2006/main">
            <a:off x="647700" y="19431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FFFFFF"/>
                </a:solidFill>
                <a:latin typeface="Arial"/>
                <a:ea typeface="Arial"/>
                <a:cs typeface="Arial"/>
              </a:defRPr>
            </a:pPr>
            <a:r>
              <a:rPr sz="3225" b="1" i="0">
                <a:solidFill>
                  <a:srgbClr val="FFFFFF"/>
                </a:solidFill>
                <a:latin typeface="Arial"/>
                <a:ea typeface="Arial"/>
                <a:cs typeface="Arial"/>
              </a:rPr>
              <a:t>Certificate</a:t>
            </a:r>
          </a:p>
        </p:txBody>
      </p:sp>
      <p:sp>
        <p:nvSpPr>
          <p:cNvPr id="6" name="">
            <a:extLst xmlns:a="http://schemas.openxmlformats.org/drawingml/2006/main">
              <a:ext uri="{FF2B5EF4-FFF2-40B4-BE49-F238E27FC236}">
                <a16:creationId xmlns:a16="http://schemas.microsoft.com/office/drawing/2014/main" id="{D9AC7275-FB9D-4E16-B067-ED384DF538BB}"/>
              </a:ext>
            </a:extLst>
          </p:cNvPr>
          <p:cNvSpPr>
            <a:spLocks xmlns:a="http://schemas.openxmlformats.org/drawingml/2006/main" noGrp="1"/>
          </p:cNvSpPr>
          <p:nvPr/>
        </p:nvSpPr>
        <p:spPr>
          <a:xfrm xmlns:a="http://schemas.openxmlformats.org/drawingml/2006/main">
            <a:off x="647700" y="29337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FFFFFF"/>
                </a:solidFill>
                <a:latin typeface="Arial"/>
                <a:ea typeface="Arial"/>
                <a:cs typeface="Arial"/>
              </a:defRPr>
            </a:pPr>
            <a:r>
              <a:rPr sz="1500" b="0" i="0">
                <a:solidFill>
                  <a:srgbClr val="FFFFFF"/>
                </a:solidFill>
                <a:latin typeface="Arial"/>
                <a:ea typeface="Arial"/>
                <a:cs typeface="Arial"/>
              </a:rPr>
              <a:t>Place the participant certificate in the frame.</a:t>
            </a:r>
          </a:p>
        </p:txBody>
      </p:sp>
      <p:sp>
        <p:nvSpPr>
          <p:cNvPr id="7" name="">
            <a:extLst xmlns:a="http://schemas.openxmlformats.org/drawingml/2006/main">
              <a:ext uri="{FF2B5EF4-FFF2-40B4-BE49-F238E27FC236}">
                <a16:creationId xmlns:a16="http://schemas.microsoft.com/office/drawing/2014/main" id="{C259A954-9AA1-4698-831A-D67175E7C9BE}"/>
              </a:ext>
            </a:extLst>
          </p:cNvPr>
          <p:cNvSpPr>
            <a:spLocks xmlns:a="http://schemas.openxmlformats.org/drawingml/2006/main" noGrp="1"/>
          </p:cNvSpPr>
          <p:nvPr/>
        </p:nvSpPr>
        <p:spPr>
          <a:xfrm xmlns:a="http://schemas.openxmlformats.org/drawingml/2006/main">
            <a:off x="647700" y="4191000"/>
            <a:ext cx="2381250" cy="0"/>
          </a:xfrm>
          <a:prstGeom xmlns:a="http://schemas.openxmlformats.org/drawingml/2006/main" prst="line">
            <a:avLst/>
          </a:prstGeom>
          <a:noFill xmlns:a="http://schemas.openxmlformats.org/drawingml/2006/main"/>
          <a:ln xmlns:a="http://schemas.openxmlformats.org/drawingml/2006/main" w="28575">
            <a:solidFill>
              <a:srgbClr val="C79BA7"/>
            </a:solidFill>
            <a:prstDash val="solid"/>
          </a:ln>
        </p:spPr>
      </p:sp>
      <p:sp>
        <p:nvSpPr>
          <p:cNvPr id="8" name="">
            <a:extLst xmlns:a="http://schemas.openxmlformats.org/drawingml/2006/main">
              <a:ext uri="{FF2B5EF4-FFF2-40B4-BE49-F238E27FC236}">
                <a16:creationId xmlns:a16="http://schemas.microsoft.com/office/drawing/2014/main" id="{54ECA3C9-ECA8-42EA-AFB5-F7DD5885F525}"/>
              </a:ext>
            </a:extLst>
          </p:cNvPr>
          <p:cNvSpPr>
            <a:spLocks xmlns:a="http://schemas.openxmlformats.org/drawingml/2006/main" noGrp="1"/>
          </p:cNvSpPr>
          <p:nvPr/>
        </p:nvSpPr>
        <p:spPr>
          <a:xfrm xmlns:a="http://schemas.openxmlformats.org/drawingml/2006/main">
            <a:off x="647700" y="44767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Keep the complete image visible, including names, signatures and seals.</a:t>
            </a:r>
          </a:p>
        </p:txBody>
      </p:sp>
      <p:sp>
        <p:nvSpPr>
          <p:cNvPr id="9" name="">
            <a:extLst xmlns:a="http://schemas.openxmlformats.org/drawingml/2006/main">
              <a:ext uri="{FF2B5EF4-FFF2-40B4-BE49-F238E27FC236}">
                <a16:creationId xmlns:a16="http://schemas.microsoft.com/office/drawing/2014/main" id="{5459D7E7-C5B2-477F-8CC0-F4C8EADEC403}"/>
              </a:ext>
            </a:extLst>
          </p:cNvPr>
          <p:cNvSpPr>
            <a:spLocks xmlns:a="http://schemas.openxmlformats.org/drawingml/2006/main" noGrp="1"/>
          </p:cNvSpPr>
          <p:nvPr/>
        </p:nvSpPr>
        <p:spPr>
          <a:xfrm xmlns:a="http://schemas.openxmlformats.org/drawingml/2006/main">
            <a:off x="4191000" y="571500"/>
            <a:ext cx="7334250" cy="5715000"/>
          </a:xfrm>
          <a:prstGeom xmlns:a="http://schemas.openxmlformats.org/drawingml/2006/main" prst="roundRect">
            <a:avLst>
              <a:gd name="adj" fmla="val 1333"/>
            </a:avLst>
          </a:prstGeom>
          <a:solidFill xmlns:a="http://schemas.openxmlformats.org/drawingml/2006/main">
            <a:srgbClr val="FAF4F5"/>
          </a:solidFill>
          <a:ln xmlns:a="http://schemas.openxmlformats.org/drawingml/2006/main" w="19050">
            <a:solidFill>
              <a:srgbClr val="A67C88"/>
            </a:solidFill>
            <a:prstDash val="solid"/>
          </a:ln>
        </p:spPr>
      </p:sp>
      <p:sp>
        <p:nvSpPr>
          <p:cNvPr id="10" name="">
            <a:extLst xmlns:a="http://schemas.openxmlformats.org/drawingml/2006/main">
              <a:ext uri="{FF2B5EF4-FFF2-40B4-BE49-F238E27FC236}">
                <a16:creationId xmlns:a16="http://schemas.microsoft.com/office/drawing/2014/main" id="{542339A9-CA1E-412B-8C78-6EC1D780E378}"/>
              </a:ext>
            </a:extLst>
          </p:cNvPr>
          <p:cNvSpPr>
            <a:spLocks xmlns:a="http://schemas.openxmlformats.org/drawingml/2006/main" noGrp="1"/>
          </p:cNvSpPr>
          <p:nvPr/>
        </p:nvSpPr>
        <p:spPr>
          <a:xfrm xmlns:a="http://schemas.openxmlformats.org/drawingml/2006/main">
            <a:off x="7486650" y="2362200"/>
            <a:ext cx="742950" cy="742950"/>
          </a:xfrm>
          <a:prstGeom xmlns:a="http://schemas.openxmlformats.org/drawingml/2006/main" prst="ellipse">
            <a:avLst/>
          </a:prstGeom>
          <a:solidFill xmlns:a="http://schemas.openxmlformats.org/drawingml/2006/main">
            <a:srgbClr val="A67C88"/>
          </a:solidFill>
          <a:ln xmlns:a="http://schemas.openxmlformats.org/drawingml/2006/main" w="0">
            <a:solidFill>
              <a:srgbClr val="A67C88"/>
            </a:solidFill>
            <a:prstDash val="solid"/>
          </a:ln>
        </p:spPr>
      </p:sp>
      <p:sp>
        <p:nvSpPr>
          <p:cNvPr id="11" name="">
            <a:extLst xmlns:a="http://schemas.openxmlformats.org/drawingml/2006/main">
              <a:ext uri="{FF2B5EF4-FFF2-40B4-BE49-F238E27FC236}">
                <a16:creationId xmlns:a16="http://schemas.microsoft.com/office/drawing/2014/main" id="{F2F8A6BD-153C-4D75-BC4A-F22A9AF8BDDB}"/>
              </a:ext>
            </a:extLst>
          </p:cNvPr>
          <p:cNvSpPr>
            <a:spLocks xmlns:a="http://schemas.openxmlformats.org/drawingml/2006/main" noGrp="1"/>
          </p:cNvSpPr>
          <p:nvPr/>
        </p:nvSpPr>
        <p:spPr>
          <a:xfrm xmlns:a="http://schemas.openxmlformats.org/drawingml/2006/main">
            <a:off x="7486650" y="2409825"/>
            <a:ext cx="742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41E7D667-2CFA-4D33-BEA7-337B05CFFD92}"/>
              </a:ext>
            </a:extLst>
          </p:cNvPr>
          <p:cNvSpPr>
            <a:spLocks xmlns:a="http://schemas.openxmlformats.org/drawingml/2006/main" noGrp="1"/>
          </p:cNvSpPr>
          <p:nvPr/>
        </p:nvSpPr>
        <p:spPr>
          <a:xfrm xmlns:a="http://schemas.openxmlformats.org/drawingml/2006/main">
            <a:off x="4953000" y="3381375"/>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CERTIFICATE IMAGE</a:t>
            </a:r>
          </a:p>
        </p:txBody>
      </p:sp>
      <p:sp>
        <p:nvSpPr>
          <p:cNvPr id="13" name="">
            <a:extLst xmlns:a="http://schemas.openxmlformats.org/drawingml/2006/main">
              <a:ext uri="{FF2B5EF4-FFF2-40B4-BE49-F238E27FC236}">
                <a16:creationId xmlns:a16="http://schemas.microsoft.com/office/drawing/2014/main" id="{D1C446F7-F53A-49FA-9172-3E82474A994E}"/>
              </a:ext>
            </a:extLst>
          </p:cNvPr>
          <p:cNvSpPr>
            <a:spLocks xmlns:a="http://schemas.openxmlformats.org/drawingml/2006/main" noGrp="1"/>
          </p:cNvSpPr>
          <p:nvPr/>
        </p:nvSpPr>
        <p:spPr>
          <a:xfrm xmlns:a="http://schemas.openxmlformats.org/drawingml/2006/main">
            <a:off x="4953000" y="382905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1">
                <a:solidFill>
                  <a:srgbClr val="202024"/>
                </a:solidFill>
                <a:latin typeface="Arial"/>
                <a:ea typeface="Arial"/>
                <a:cs typeface="Arial"/>
              </a:defRPr>
            </a:pPr>
            <a:r>
              <a:rPr sz="1275" b="0" i="1">
                <a:solidFill>
                  <a:srgbClr val="202024"/>
                </a:solidFill>
                <a:latin typeface="Arial"/>
                <a:ea typeface="Arial"/>
                <a:cs typeface="Arial"/>
              </a:rPr>
              <a:t>Paste image here</a:t>
            </a:r>
          </a:p>
        </p:txBody>
      </p:sp>
    </p:spTree>
    <p:extLst>
      <p:ext uri="{BB962C8B-B14F-4D97-AF65-F5344CB8AC3E}">
        <p14:creationId xmlns:p14="http://schemas.microsoft.com/office/powerpoint/2010/main" val="2088975833"/>
      </p:ext>
    </p:extLst>
  </p:cSld>
</p:sld>
</file>

<file path=ppt/slides/slide9.xml><?xml version="1.0" encoding="utf-8"?>
<p:sld xmlns:p="http://schemas.openxmlformats.org/presentationml/2006/main">
  <p:cSld>
    <p:bg>
      <p:bgPr>
        <a:solidFill xmlns:a="http://schemas.openxmlformats.org/drawingml/2006/main">
          <a:srgbClr val="76545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16A225C-8BBC-4949-8DA6-806DB2DFC025}"/>
              </a:ext>
            </a:extLst>
          </p:cNvPr>
          <p:cNvSpPr>
            <a:spLocks xmlns:a="http://schemas.openxmlformats.org/drawingml/2006/main" noGrp="1"/>
          </p:cNvSpPr>
          <p:nvPr/>
        </p:nvSpPr>
        <p:spPr>
          <a:xfrm xmlns:a="http://schemas.openxmlformats.org/drawingml/2006/main">
            <a:off x="1333500" y="26670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200" b="1" i="0">
                <a:solidFill>
                  <a:srgbClr val="FFFFFF"/>
                </a:solidFill>
                <a:latin typeface="Arial"/>
                <a:ea typeface="Arial"/>
                <a:cs typeface="Arial"/>
              </a:defRPr>
            </a:pPr>
            <a:r>
              <a:rPr sz="4200" b="1" i="0">
                <a:solidFill>
                  <a:srgbClr val="FFFFFF"/>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69F62777-710A-470C-88B7-81587992A5BD}"/>
              </a:ext>
            </a:extLst>
          </p:cNvPr>
          <p:cNvSpPr>
            <a:spLocks xmlns:a="http://schemas.openxmlformats.org/drawingml/2006/main" noGrp="1"/>
          </p:cNvSpPr>
          <p:nvPr/>
        </p:nvSpPr>
        <p:spPr>
          <a:xfrm xmlns:a="http://schemas.openxmlformats.org/drawingml/2006/main">
            <a:off x="4667250" y="3857625"/>
            <a:ext cx="2857500" cy="0"/>
          </a:xfrm>
          <a:prstGeom xmlns:a="http://schemas.openxmlformats.org/drawingml/2006/main" prst="line">
            <a:avLst/>
          </a:prstGeom>
          <a:noFill xmlns:a="http://schemas.openxmlformats.org/drawingml/2006/main"/>
          <a:ln xmlns:a="http://schemas.openxmlformats.org/drawingml/2006/main" w="38100">
            <a:solidFill>
              <a:srgbClr val="C79BA7"/>
            </a:solidFill>
            <a:prstDash val="solid"/>
          </a:ln>
        </p:spPr>
      </p:sp>
    </p:spTree>
    <p:extLst>
      <p:ext uri="{BB962C8B-B14F-4D97-AF65-F5344CB8AC3E}">
        <p14:creationId xmlns:p14="http://schemas.microsoft.com/office/powerpoint/2010/main" val="9410814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2026-09-14T18:43:50.7680000Z</dcterms:created>
  <dcterms:modified xsi:type="dcterms:W3CDTF">2026-09-14T18:43:50.7680000Z</dcterms:modified>
</coreProperties>
</file>