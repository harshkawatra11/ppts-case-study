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42a4e05951482f" /><Relationship Type="http://schemas.openxmlformats.org/officeDocument/2006/relationships/extended-properties" Target="/docProps/app.xml" Id="Rf8282194583249a3" /><Relationship Type="http://schemas.openxmlformats.org/officeDocument/2006/relationships/officeDocument" Target="/ppt/presentation.xml" Id="R8d4a49bb1b0242b1" /></Relationships>
</file>

<file path=ppt/presentation.xml><?xml version="1.0" encoding="utf-8"?>
<p:presentation xmlns:p="http://schemas.openxmlformats.org/presentationml/2006/main">
  <p:sldMasterIdLst>
    <p:sldMasterId xmlns:r="http://schemas.openxmlformats.org/officeDocument/2006/relationships" id="2147483648" r:id="R417b8160b44a40e6"/>
  </p:sldMasterIdLst>
  <p:notesMasterIdLst>
    <p:notesMasterId xmlns:r="http://schemas.openxmlformats.org/officeDocument/2006/relationships" r:id="R4a72533af24349b9"/>
  </p:notesMasterIdLst>
  <p:sldIdLst>
    <p:sldId xmlns:r="http://schemas.openxmlformats.org/officeDocument/2006/relationships" id="256" r:id="R677a7d29b9ad414f"/>
    <p:sldId xmlns:r="http://schemas.openxmlformats.org/officeDocument/2006/relationships" id="257" r:id="Ra36149c7808c42b7"/>
    <p:sldId xmlns:r="http://schemas.openxmlformats.org/officeDocument/2006/relationships" id="258" r:id="R79188cdfb63d4c32"/>
    <p:sldId xmlns:r="http://schemas.openxmlformats.org/officeDocument/2006/relationships" id="259" r:id="R1a3a004dec0c480f"/>
    <p:sldId xmlns:r="http://schemas.openxmlformats.org/officeDocument/2006/relationships" id="260" r:id="R21d12b5817ab4718"/>
    <p:sldId xmlns:r="http://schemas.openxmlformats.org/officeDocument/2006/relationships" id="261" r:id="Rdaafeb06eb0242d0"/>
    <p:sldId xmlns:r="http://schemas.openxmlformats.org/officeDocument/2006/relationships" id="262" r:id="R2895370b38d9432d"/>
    <p:sldId xmlns:r="http://schemas.openxmlformats.org/officeDocument/2006/relationships" id="263" r:id="R2ef99a073d914597"/>
    <p:sldId xmlns:r="http://schemas.openxmlformats.org/officeDocument/2006/relationships" id="264" r:id="Rb31145bafbcc44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a7aaf420124004" /><Relationship Type="http://schemas.openxmlformats.org/officeDocument/2006/relationships/slideMaster" Target="/ppt/slideMasters/slideMaster1.xml" Id="R417b8160b44a40e6" /><Relationship Type="http://schemas.openxmlformats.org/officeDocument/2006/relationships/notesMaster" Target="/ppt/notesMasters/notesMaster1.xml" Id="R4a72533af24349b9" /><Relationship Type="http://schemas.openxmlformats.org/officeDocument/2006/relationships/presProps" Target="/ppt/presProps.xml" Id="R1c937fd77a034add" /><Relationship Type="http://schemas.openxmlformats.org/officeDocument/2006/relationships/tableStyles" Target="/ppt/tableStyles.xml" Id="Rc47c7693f6f44f00" /><Relationship Type="http://schemas.openxmlformats.org/officeDocument/2006/relationships/slide" Target="/ppt/slides/slide1.xml" Id="R677a7d29b9ad414f" /><Relationship Type="http://schemas.openxmlformats.org/officeDocument/2006/relationships/slide" Target="/ppt/slides/slide2.xml" Id="Ra36149c7808c42b7" /><Relationship Type="http://schemas.openxmlformats.org/officeDocument/2006/relationships/slide" Target="/ppt/slides/slide3.xml" Id="R79188cdfb63d4c32" /><Relationship Type="http://schemas.openxmlformats.org/officeDocument/2006/relationships/slide" Target="/ppt/slides/slide4.xml" Id="R1a3a004dec0c480f" /><Relationship Type="http://schemas.openxmlformats.org/officeDocument/2006/relationships/slide" Target="/ppt/slides/slide5.xml" Id="R21d12b5817ab4718" /><Relationship Type="http://schemas.openxmlformats.org/officeDocument/2006/relationships/slide" Target="/ppt/slides/slide6.xml" Id="Rdaafeb06eb0242d0" /><Relationship Type="http://schemas.openxmlformats.org/officeDocument/2006/relationships/slide" Target="/ppt/slides/slide7.xml" Id="R2895370b38d9432d" /><Relationship Type="http://schemas.openxmlformats.org/officeDocument/2006/relationships/slide" Target="/ppt/slides/slide8.xml" Id="R2ef99a073d914597" /><Relationship Type="http://schemas.openxmlformats.org/officeDocument/2006/relationships/slide" Target="/ppt/slides/slide9.xml" Id="Rb31145bafbcc44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9dc7ecf93f42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9382a0b1be4e94" /><Relationship Type="http://schemas.openxmlformats.org/officeDocument/2006/relationships/notesMaster" Target="/ppt/notesMasters/notesMaster1.xml" Id="R7f5c5a10b30b4e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1689d8157a4bab" /><Relationship Type="http://schemas.openxmlformats.org/officeDocument/2006/relationships/notesMaster" Target="/ppt/notesMasters/notesMaster1.xml" Id="R67d52b0c747f4c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c51508aaa4167" /><Relationship Type="http://schemas.openxmlformats.org/officeDocument/2006/relationships/notesMaster" Target="/ppt/notesMasters/notesMaster1.xml" Id="Recaa079f580644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8f9f719c074eee" /><Relationship Type="http://schemas.openxmlformats.org/officeDocument/2006/relationships/notesMaster" Target="/ppt/notesMasters/notesMaster1.xml" Id="Rb9c9a65eb5c645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c635aca69f442e" /><Relationship Type="http://schemas.openxmlformats.org/officeDocument/2006/relationships/notesMaster" Target="/ppt/notesMasters/notesMaster1.xml" Id="R89306e8115bf49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271bf798db4e89" /><Relationship Type="http://schemas.openxmlformats.org/officeDocument/2006/relationships/notesMaster" Target="/ppt/notesMasters/notesMaster1.xml" Id="Rc476b800eb4144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bfb1d31dd14872" /><Relationship Type="http://schemas.openxmlformats.org/officeDocument/2006/relationships/notesMaster" Target="/ppt/notesMasters/notesMaster1.xml" Id="R667b9b1ba97d48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142faafb00498d" /><Relationship Type="http://schemas.openxmlformats.org/officeDocument/2006/relationships/notesMaster" Target="/ppt/notesMasters/notesMaster1.xml" Id="Rbc0342af28ac44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1dbb73df884021" /><Relationship Type="http://schemas.openxmlformats.org/officeDocument/2006/relationships/notesMaster" Target="/ppt/notesMasters/notesMaster1.xml" Id="Rc4cf8298b62a46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output should begin a review rather than automatically trigger a discount. The business team checks the customer context, chooses an appropriate response and records the outcome. The synopsis does not report retention uplift, so this slide explains the value mechanism without claiming measured impact.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capability matrix pre-empts the prototype's main weaknesses. Model benchmarking can include Decision Tree, Random Forest, SVM and XGBoost. The proposed sequence starts with validation, then packages the prediction experience, and only then connects refreshed company data and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three placeholder areas with screenshots of the project's preprocessing, model training and prediction code. Crop screenshots tightly and preserve readable code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right-hand placeholder with the participant certificate. Preserve the complete certificate inside the frame without cropping names, signatures or seals.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15556953994f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c03308b2e741dd" /><Relationship Type="http://schemas.openxmlformats.org/officeDocument/2006/relationships/slideLayout" Target="/ppt/slideLayouts/slideLayout1.xml" Id="Rdfccc4e2555f40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ccc4e2555f40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473232ae7845d0" /><Relationship Type="http://schemas.openxmlformats.org/officeDocument/2006/relationships/notesSlide" Target="/ppt/notesSlides/notesSlide1.xml" Id="R0e800eda443a45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a009000b6f4406" /><Relationship Type="http://schemas.openxmlformats.org/officeDocument/2006/relationships/notesSlide" Target="/ppt/notesSlides/notesSlide2.xml" Id="R4016db7c492249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be4ac082fd4064" /><Relationship Type="http://schemas.openxmlformats.org/officeDocument/2006/relationships/notesSlide" Target="/ppt/notesSlides/notesSlide3.xml" Id="Rb141e376a73b47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e943a450c24046" /><Relationship Type="http://schemas.openxmlformats.org/officeDocument/2006/relationships/notesSlide" Target="/ppt/notesSlides/notesSlide4.xml" Id="R17d01226ef0f4a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5bcb3164d04eef" /><Relationship Type="http://schemas.openxmlformats.org/officeDocument/2006/relationships/notesSlide" Target="/ppt/notesSlides/notesSlide5.xml" Id="Rc0b3cb7c79dc40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e7c91446c249c5" /><Relationship Type="http://schemas.openxmlformats.org/officeDocument/2006/relationships/notesSlide" Target="/ppt/notesSlides/notesSlide6.xml" Id="R82eb637937fa4a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2934f0e8be43a5" /><Relationship Type="http://schemas.openxmlformats.org/officeDocument/2006/relationships/notesSlide" Target="/ppt/notesSlides/notesSlide7.xml" Id="Re4c416675c9640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387dce79c947e5" /><Relationship Type="http://schemas.openxmlformats.org/officeDocument/2006/relationships/notesSlide" Target="/ppt/notesSlides/notesSlide8.xml" Id="Rf6951e814b334d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4fce3cad7e4a3b" /><Relationship Type="http://schemas.openxmlformats.org/officeDocument/2006/relationships/notesSlide" Target="/ppt/notesSlides/notesSlide9.xml" Id="R35006ebec5a941a0"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6A1897A-D4B3-4560-AACA-0F38A6D8B3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249FCB7B-6295-417B-AFED-725513F155FB}"/>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CAA15364-0F1D-4896-8BA8-2989C964BEA8}"/>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Customer</a:t>
            </a:r>
          </a:p>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17C1C2BA-A5D1-4D77-A851-2701DFE9ADCD}"/>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28FD96B4-AA48-4ACD-9D5F-D4C6DCBE08CF}"/>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0FDC2751-CC79-4C4B-9B1F-35800F6F6E41}"/>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3AFFACEE-8ED8-47F5-A9AA-23809E63D0B4}"/>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E9F6682E-6D8B-4558-B907-36E2DAC84DDB}"/>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84D8018F-4BB1-4B13-8303-7BF11B76B190}"/>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CE353CB9-5CC7-4A46-B391-043512F53CF5}"/>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79716C1F-9397-4137-8260-AE17CE0F05A6}"/>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3F6C4DB1-7DEE-4700-9A8E-1C888332B24E}"/>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D7E62D49-4189-4C2E-BAB3-0EAB6AA0C050}"/>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DB517B71-0763-4B53-B15D-F1742420F0D2}"/>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4BF5CBA3-C497-4775-AC48-CB2F1434E017}"/>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F5B84510-E92B-4631-9E1A-B7E3D450089B}"/>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22E480E0-10F5-457B-86E3-E460892AF116}"/>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Coordinator: Ms. Nehu Gumber</a:t>
            </a:r>
          </a:p>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HOD (BCA): Dr. Raj Kumar</a:t>
            </a:r>
          </a:p>
        </p:txBody>
      </p:sp>
    </p:spTree>
    <p:extLst>
      <p:ext uri="{BB962C8B-B14F-4D97-AF65-F5344CB8AC3E}">
        <p14:creationId xmlns:p14="http://schemas.microsoft.com/office/powerpoint/2010/main" val="1595830878"/>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746A7F5-A4E9-414A-B8E2-5C6A6638E6E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C78352D5-FA0B-4EEA-87CA-3638BAD9545A}"/>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07559901-2ABE-483A-8933-96FA9ED30203}"/>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6053F414-BE8C-4068-8C3C-6174242F9F60}"/>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491111D-A7AB-4381-AD1E-1BF9CB8358F2}"/>
              </a:ext>
            </a:extLst>
          </p:cNvPr>
          <p:cNvSpPr>
            <a:spLocks xmlns:a="http://schemas.openxmlformats.org/drawingml/2006/main" noGrp="1"/>
          </p:cNvSpPr>
          <p:nvPr/>
        </p:nvSpPr>
        <p:spPr>
          <a:xfrm xmlns:a="http://schemas.openxmlformats.org/drawingml/2006/main">
            <a:off x="628650" y="1657350"/>
            <a:ext cx="15906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FEC00E24-4419-43D6-BF19-341331605A56}"/>
              </a:ext>
            </a:extLst>
          </p:cNvPr>
          <p:cNvSpPr>
            <a:spLocks xmlns:a="http://schemas.openxmlformats.org/drawingml/2006/main" noGrp="1"/>
          </p:cNvSpPr>
          <p:nvPr/>
        </p:nvSpPr>
        <p:spPr>
          <a:xfrm xmlns:a="http://schemas.openxmlformats.org/drawingml/2006/main">
            <a:off x="723900" y="1704975"/>
            <a:ext cx="1400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3FC38E66-EEF6-49D6-8FEB-79A6D375E740}"/>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F4C3EA9D-1627-421D-A4FB-E6052B02C7A3}"/>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1773229-B665-44A6-B2EC-8CEF1B4AFF67}"/>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history</a:t>
            </a:r>
          </a:p>
        </p:txBody>
      </p:sp>
      <p:sp>
        <p:nvSpPr>
          <p:cNvPr id="10" name="">
            <a:extLst xmlns:a="http://schemas.openxmlformats.org/drawingml/2006/main">
              <a:ext uri="{FF2B5EF4-FFF2-40B4-BE49-F238E27FC236}">
                <a16:creationId xmlns:a16="http://schemas.microsoft.com/office/drawing/2014/main" id="{EF2986E1-BFA6-4852-B9FB-0CD3A5571DE7}"/>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A6DD5556-F273-40E2-BBC2-534DFDE01EB0}"/>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827C7F42-3098-49AA-9A2F-01834455B512}"/>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E16AD6B2-E112-4F07-A341-039E7E2DA904}"/>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A4DD8F2D-92FE-43C4-9970-902C082A3998}"/>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A3362371-BBCF-441D-93CF-83F6FF147379}"/>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CDE9F51F-1FF7-48FA-9488-45E8B452FD89}"/>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C9EF18DC-3D71-4BF9-BF1F-E06421CE7ACE}"/>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3EEB9468-23F2-44D0-95CC-A7469FDB2F37}"/>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0FBBFAF9-CB52-4193-8C94-8ED62B6BF580}"/>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FF55C13C-32EE-49B8-87F8-67C4E2EB0CF1}"/>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88241D71-A404-4CAD-BE9A-67E2BB09611B}"/>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EE05AFA3-32F1-4FC1-B480-62326E1BF5AE}"/>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F32CC59D-709F-4806-8368-3B64F85E7BB9}"/>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AF8F4055-5594-464C-9D0C-5605FE026A9B}"/>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8F353FFD-9194-45B3-9A8C-627DC384E697}"/>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FE178E94-D442-411C-8BC4-F37405A41FA5}"/>
              </a:ext>
            </a:extLst>
          </p:cNvPr>
          <p:cNvSpPr>
            <a:spLocks xmlns:a="http://schemas.openxmlformats.org/drawingml/2006/main" noGrp="1"/>
          </p:cNvSpPr>
          <p:nvPr/>
        </p:nvSpPr>
        <p:spPr>
          <a:xfrm xmlns:a="http://schemas.openxmlformats.org/drawingml/2006/main">
            <a:off x="628650" y="3371850"/>
            <a:ext cx="21336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EFF454C2-7B70-434D-9835-497D4A610A6A}"/>
              </a:ext>
            </a:extLst>
          </p:cNvPr>
          <p:cNvSpPr>
            <a:spLocks xmlns:a="http://schemas.openxmlformats.org/drawingml/2006/main" noGrp="1"/>
          </p:cNvSpPr>
          <p:nvPr/>
        </p:nvSpPr>
        <p:spPr>
          <a:xfrm xmlns:a="http://schemas.openxmlformats.org/drawingml/2006/main">
            <a:off x="723900" y="34194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9396E0E0-2F4C-4927-874B-C16843759265}"/>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B7092630-A623-4251-9023-023880A875AA}"/>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C0BBB30A-C7A0-4D3E-ACB6-45AAD6E9719D}"/>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66E4EF84-2615-4F9D-9896-3E90F5784981}"/>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CD3D8F61-FC09-4808-956B-7FC8CA083409}"/>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B1E42FCF-22FE-4CA4-95B9-202272F4D3A8}"/>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56135C2E-3573-4250-82BB-823FC8383BFF}"/>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B5372F74-3904-4CE8-A21E-86524AF20050}"/>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73837185-4B8B-4197-8E85-9E0B1B515440}"/>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8C9471E4-9913-48FA-9E7B-941661CDA826}"/>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099A2638-20C8-4432-8408-B431912228A9}"/>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74"/>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4C22E1FC-F548-4361-B46C-5449CC1AE40E}"/>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DF568369-0F76-4EA9-ACE0-774F2AF64110}"/>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0BADE853-6EDD-4D7A-88CD-0FA35E10D948}"/>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E829906C-D78C-42CD-8371-345D6161AF9A}"/>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F5D494A8-5AC9-49E2-9DBC-366A1FFD3AE1}"/>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C59D5829-2090-4BE2-9072-8D05C3275FDE}"/>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42ADC5C2-5955-444E-94C6-B0108C565391}"/>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B8D910CD-6B05-4275-9480-3EF7465F8675}"/>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5509B33F-AE5B-4B93-96DA-1CFAB433E06B}"/>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D30A3126-6C19-4206-80B1-331D7486B5D4}"/>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9FDD65B3-605B-454C-B446-D9193442158E}"/>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F40F2AB0-D685-4437-BABA-44B54D78C566}"/>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699D927B-71A7-417D-841A-0565CE51D433}"/>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E397CE04-5A4F-4FEB-9C6F-232292D25B41}"/>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B77C2B75-4B25-4871-8E3A-F303EB29A08B}"/>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A-D, H-I</a:t>
            </a:r>
          </a:p>
        </p:txBody>
      </p:sp>
    </p:spTree>
    <p:extLst>
      <p:ext uri="{BB962C8B-B14F-4D97-AF65-F5344CB8AC3E}">
        <p14:creationId xmlns:p14="http://schemas.microsoft.com/office/powerpoint/2010/main" val="315151256"/>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B9FB2D26-D71D-45BB-A367-3D6C86DDFD3E}"/>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10887A0E-DA98-460B-A3CB-ED70D2592FA8}"/>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29F5B53F-AF6A-4611-8184-559F70265543}"/>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10011E1B-4A7F-4454-A8E9-77E140078F63}"/>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BEFF4B0-D06F-4028-B2E3-845BFC0DE663}"/>
              </a:ext>
            </a:extLst>
          </p:cNvPr>
          <p:cNvSpPr>
            <a:spLocks xmlns:a="http://schemas.openxmlformats.org/drawingml/2006/main" noGrp="1"/>
          </p:cNvSpPr>
          <p:nvPr/>
        </p:nvSpPr>
        <p:spPr>
          <a:xfrm xmlns:a="http://schemas.openxmlformats.org/drawingml/2006/main">
            <a:off x="628650" y="1647825"/>
            <a:ext cx="14097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6EB5554A-F98F-42BF-88FB-924B3CF62B0F}"/>
              </a:ext>
            </a:extLst>
          </p:cNvPr>
          <p:cNvSpPr>
            <a:spLocks xmlns:a="http://schemas.openxmlformats.org/drawingml/2006/main" noGrp="1"/>
          </p:cNvSpPr>
          <p:nvPr/>
        </p:nvSpPr>
        <p:spPr>
          <a:xfrm xmlns:a="http://schemas.openxmlformats.org/drawingml/2006/main">
            <a:off x="723900" y="16954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D7273A37-9671-483A-969B-1669A2603CD6}"/>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87398123-DBD9-46A5-860C-DF3F5361E584}"/>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3FA7214-3C4C-435E-8E34-ED8DF6C507CE}"/>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3F411BBE-65E7-484F-BE46-495159108E4C}"/>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95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33950E7A-3970-47EE-8F82-43F4A7F6358A}"/>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989C49BE-A833-44CC-9640-B210E8ED204E}"/>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B6C1DE06-F214-4DD7-A2BC-0884B7D9F890}"/>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2D078BC-A42F-4673-9818-DEFA8087BB92}"/>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D66D019E-8523-41A2-ABA6-95F1F265F5DC}"/>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EA659BFA-1CA8-4845-96BE-1B552FFB22FC}"/>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DAE70359-D8DA-407B-B64A-3C62EF79A898}"/>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6DF0BAF7-A7A5-455D-9C59-5F3560A0F1A7}"/>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CE6EE0A6-E398-4A45-807C-2AC7919393A9}"/>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89B4B841-BCA5-49FF-98CC-BC0DB2197C68}"/>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0F684677-2FB1-48F1-9F51-A072A5C9830C}"/>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F59C8FBF-165E-4E9C-B782-08DE3C32F8D4}"/>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C2E60004-D8D6-4541-AD72-CCA68D2F239E}"/>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B65C4ED-4864-411D-B3FB-E8FBC90FF3BA}"/>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88A1A3FA-6299-41DA-8118-D8FB30C33D4B}"/>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FD2D5017-37FF-44A8-B5C3-7F7145AF373F}"/>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F8D9A1DA-84DF-495B-8213-77BE841AC39F}"/>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EB5A1AAE-DD35-4B2E-B689-620CB7768F93}"/>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E62D2200-AFD6-443E-A9A1-6FEAB73ABE98}"/>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5D547CFE-F055-4541-8595-EC57F19970AD}"/>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D0EA1FF1-81F7-4EB1-A3C2-54E494E2EE04}"/>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7EA8C1D5-5FDD-4B79-970A-1CBBC0E8D75F}"/>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3081F3FE-58E6-42A9-B61E-D6C776C6D5D1}"/>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1B0D0700-CDEC-4F6D-BC54-93EF5B0AB4C2}"/>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F68ED7E3-8D86-4512-84E0-EABCE3C2E8D4}"/>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41970010-C0F3-4694-AB80-C65EB0DB5600}"/>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6B9F08EF-08BC-4EB4-94D0-07BCA2F57C01}"/>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191AF037-E090-4ED1-BF77-AEA7ADAD6C2D}"/>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9510215A-842D-4B84-8045-11B1E31BCFA2}"/>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6EF4DBFF-18C6-4A2B-8045-423242CFDFBB}"/>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753F3705-DCCC-4825-BE5D-039D1E7EF563}"/>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7C857266-390E-4B92-B60C-B8CA50937FAA}"/>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95616511-6A93-478F-AF57-0C8ECD71C688}"/>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BF71238A-3D58-483D-ABC7-69E3BED54D24}"/>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81F43E4A-0811-4B1C-84F8-0AD9A4C230CA}"/>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5A99B556-3730-48D5-AFC1-B8E05FC999BA}"/>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D773DAA0-19EB-40C2-B033-90C846159A5D}"/>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71B67C76-07A0-4DCC-80E0-D00B4C5C6C1E}"/>
              </a:ext>
            </a:extLst>
          </p:cNvPr>
          <p:cNvSpPr>
            <a:spLocks xmlns:a="http://schemas.openxmlformats.org/drawingml/2006/main" noGrp="1"/>
          </p:cNvSpPr>
          <p:nvPr/>
        </p:nvSpPr>
        <p:spPr>
          <a:xfrm xmlns:a="http://schemas.openxmlformats.org/drawingml/2006/main">
            <a:off x="628650" y="3495675"/>
            <a:ext cx="11430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6D102493-6FFD-4D95-924E-F6018F0A8419}"/>
              </a:ext>
            </a:extLst>
          </p:cNvPr>
          <p:cNvSpPr>
            <a:spLocks xmlns:a="http://schemas.openxmlformats.org/drawingml/2006/main" noGrp="1"/>
          </p:cNvSpPr>
          <p:nvPr/>
        </p:nvSpPr>
        <p:spPr>
          <a:xfrm xmlns:a="http://schemas.openxmlformats.org/drawingml/2006/main">
            <a:off x="723900" y="35433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7862B730-4347-41A8-AA22-FE2CF1062D1C}"/>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0DB849DA-CD75-43A7-8A9C-B07B7B92948C}"/>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C89E0670-F3B3-4760-95F8-3A99732BB6B6}"/>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B269C1CF-01AE-4735-99E4-A7DABCA12029}"/>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47D61616-A9DC-44C0-8A9D-257FF3925C4A}"/>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80124AAF-B73A-4BD7-9CCC-DEDA6F06ACFD}"/>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8E0306C8-A136-4E23-BBA6-7B6484A340B4}"/>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9C70E872-005C-4562-B354-026DE4C0EE71}"/>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DE243860-622A-4820-A738-064CF4CEE778}"/>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5B049612-6E1A-4046-AAB3-285660F4C9B4}"/>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A5351DE5-D10C-4B3D-B261-B1750FF12D11}"/>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C1E1C464-3451-40FE-B763-5BCE3D683088}"/>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022C3E8C-6477-4732-BD52-9052E57758E2}"/>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AF95D9DC-C22E-4B76-8BE4-3F2E99648FBF}"/>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8C74C318-5228-48BF-959E-616F9318E1D0}"/>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15211D4B-390A-40AA-ABF9-5999751202BC}"/>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9FF827F4-4799-4C5D-AAAB-08631D7A9690}"/>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572A8A2F-FE6D-498F-ACCC-737AADC58E8E}"/>
              </a:ext>
            </a:extLst>
          </p:cNvPr>
          <p:cNvSpPr>
            <a:spLocks xmlns:a="http://schemas.openxmlformats.org/drawingml/2006/main" noGrp="1"/>
          </p:cNvSpPr>
          <p:nvPr/>
        </p:nvSpPr>
        <p:spPr>
          <a:xfrm xmlns:a="http://schemas.openxmlformats.org/drawingml/2006/main">
            <a:off x="2400300" y="53911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653F3B20-8A0B-408C-9C2F-B728A6F082F6}"/>
              </a:ext>
            </a:extLst>
          </p:cNvPr>
          <p:cNvSpPr>
            <a:spLocks xmlns:a="http://schemas.openxmlformats.org/drawingml/2006/main" noGrp="1"/>
          </p:cNvSpPr>
          <p:nvPr/>
        </p:nvSpPr>
        <p:spPr>
          <a:xfrm xmlns:a="http://schemas.openxmlformats.org/drawingml/2006/main">
            <a:off x="2400300" y="5819775"/>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5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6A900B64-C910-4C34-959F-D53C96BD5B28}"/>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D7C8F190-3841-4C5E-937E-882C0E0C89BA}"/>
              </a:ext>
            </a:extLst>
          </p:cNvPr>
          <p:cNvSpPr>
            <a:spLocks xmlns:a="http://schemas.openxmlformats.org/drawingml/2006/main" noGrp="1"/>
          </p:cNvSpPr>
          <p:nvPr/>
        </p:nvSpPr>
        <p:spPr>
          <a:xfrm xmlns:a="http://schemas.openxmlformats.org/drawingml/2006/main">
            <a:off x="5715000" y="5391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2"/>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3F22F09E-6009-45B0-8BEC-A00BDF001E51}"/>
              </a:ext>
            </a:extLst>
          </p:cNvPr>
          <p:cNvSpPr>
            <a:spLocks xmlns:a="http://schemas.openxmlformats.org/drawingml/2006/main" noGrp="1"/>
          </p:cNvSpPr>
          <p:nvPr/>
        </p:nvSpPr>
        <p:spPr>
          <a:xfrm xmlns:a="http://schemas.openxmlformats.org/drawingml/2006/main">
            <a:off x="5715000" y="58197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97"/>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B67116B4-07DD-42B4-AB21-CAF50CF74A43}"/>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56828663-A58E-4398-8F88-DE6228A84F18}"/>
              </a:ext>
            </a:extLst>
          </p:cNvPr>
          <p:cNvSpPr>
            <a:spLocks xmlns:a="http://schemas.openxmlformats.org/drawingml/2006/main" noGrp="1"/>
          </p:cNvSpPr>
          <p:nvPr/>
        </p:nvSpPr>
        <p:spPr>
          <a:xfrm xmlns:a="http://schemas.openxmlformats.org/drawingml/2006/main">
            <a:off x="8724900" y="5391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13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8FD81AF8-C039-49E2-8BE6-C6D8F9A53EE1}"/>
              </a:ext>
            </a:extLst>
          </p:cNvPr>
          <p:cNvSpPr>
            <a:spLocks xmlns:a="http://schemas.openxmlformats.org/drawingml/2006/main" noGrp="1"/>
          </p:cNvSpPr>
          <p:nvPr/>
        </p:nvSpPr>
        <p:spPr>
          <a:xfrm xmlns:a="http://schemas.openxmlformats.org/drawingml/2006/main">
            <a:off x="8724900" y="581977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741"/>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115DEE6D-3FEF-4BD4-910F-7E94BCDD2AE9}"/>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F9FF548B-E9ED-4531-BEBE-36E9211974B5}"/>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D-G and J</a:t>
            </a:r>
          </a:p>
        </p:txBody>
      </p:sp>
    </p:spTree>
    <p:extLst>
      <p:ext uri="{BB962C8B-B14F-4D97-AF65-F5344CB8AC3E}">
        <p14:creationId xmlns:p14="http://schemas.microsoft.com/office/powerpoint/2010/main" val="1948796787"/>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93E981E7-576D-428B-A514-91E0C8CE9E7C}"/>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3A4A98DF-6AFD-4618-9BA2-318ECEF18A0B}"/>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296CADAA-8691-4B88-B648-176DA6A8F26A}"/>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25786967-2F43-4DF0-B5BE-D6D274580D86}"/>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98F02C3-F437-4070-A7D9-C282BA0BF833}"/>
              </a:ext>
            </a:extLst>
          </p:cNvPr>
          <p:cNvSpPr>
            <a:spLocks xmlns:a="http://schemas.openxmlformats.org/drawingml/2006/main" noGrp="1"/>
          </p:cNvSpPr>
          <p:nvPr/>
        </p:nvSpPr>
        <p:spPr>
          <a:xfrm xmlns:a="http://schemas.openxmlformats.org/drawingml/2006/main">
            <a:off x="628650" y="1657350"/>
            <a:ext cx="12287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4616B0A9-85C2-4371-BBC1-F062090776E6}"/>
              </a:ext>
            </a:extLst>
          </p:cNvPr>
          <p:cNvSpPr>
            <a:spLocks xmlns:a="http://schemas.openxmlformats.org/drawingml/2006/main" noGrp="1"/>
          </p:cNvSpPr>
          <p:nvPr/>
        </p:nvSpPr>
        <p:spPr>
          <a:xfrm xmlns:a="http://schemas.openxmlformats.org/drawingml/2006/main">
            <a:off x="723900" y="1704975"/>
            <a:ext cx="1038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30C99D17-6E7B-4D89-88A8-38A67E24AF50}"/>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8A04AFE4-4450-4C9F-813A-2AA3A535B9CA}"/>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3D2A3CB6-0578-4A36-B3FB-592C0DD9FCF4}"/>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FAA9FB1E-406B-440E-82BD-84251FFA8BA1}"/>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9DEFAFA5-EEC0-4A2C-B274-FF662F4D90F5}"/>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DFCC305D-7601-40E3-9B75-98CBACC37681}"/>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lnSpc>
                <a:spcPct val="100000"/>
              </a:lnSpc>
              <a:buNone/>
              <a:defRPr sz="1725" b="1" i="0">
                <a:solidFill>
                  <a:srgbClr val="202024"/>
                </a:solidFill>
                <a:latin typeface="Arial"/>
                <a:ea typeface="Arial"/>
                <a:cs typeface="Arial"/>
              </a:defRPr>
            </a:pPr>
            <a:r>
              <a:rPr sz="1725" b="1" i="0">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B5B9BA14-CE49-4A12-98FF-0E261E160788}"/>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CA26820A-776A-47B1-A833-F8D85300878F}"/>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CCE8C6B4-8288-480D-9EEB-EB284F946404}"/>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8DD504F3-7EE1-4DBE-B592-627EDBF8DBB7}"/>
              </a:ext>
            </a:extLst>
          </p:cNvPr>
          <p:cNvSpPr>
            <a:spLocks xmlns:a="http://schemas.openxmlformats.org/drawingml/2006/main" noGrp="1"/>
          </p:cNvSpPr>
          <p:nvPr/>
        </p:nvSpPr>
        <p:spPr>
          <a:xfrm xmlns:a="http://schemas.openxmlformats.org/drawingml/2006/main">
            <a:off x="4038600" y="1657350"/>
            <a:ext cx="13335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5F990047-2588-43F7-8015-C03F2A1C551C}"/>
              </a:ext>
            </a:extLst>
          </p:cNvPr>
          <p:cNvSpPr>
            <a:spLocks xmlns:a="http://schemas.openxmlformats.org/drawingml/2006/main" noGrp="1"/>
          </p:cNvSpPr>
          <p:nvPr/>
        </p:nvSpPr>
        <p:spPr>
          <a:xfrm xmlns:a="http://schemas.openxmlformats.org/drawingml/2006/main">
            <a:off x="4133850" y="17049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4792C50E-1717-4040-BF3A-71AC8B42D41F}"/>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D9CE0FD4-D617-464E-91F6-5C68A05C9A35}"/>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6DE85880-1424-4476-A88F-26CE5A50B9A3}"/>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199384C8-BE13-4E26-97F9-21F1C7344914}"/>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79C57582-D4E7-4974-92F5-8299DB832BA1}"/>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44F9E6C5-B7D3-4010-92D7-A6A9BAA4FDA6}"/>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4B535956-E34D-4C9E-8767-2829505A5C5A}"/>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D63CF8D9-E474-4225-AD53-1F8A629F18A6}"/>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09C3C128-3223-4BF6-9072-4801C480B31A}"/>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1FF9BD4D-F5CF-4D1B-B3C0-505969655D09}"/>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8D6121C0-13ED-446E-B97F-FDE17D484E9D}"/>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3AF4A8EE-7329-455F-8714-87BD91108D65}"/>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6E695E40-AD1B-4FC5-A877-DF3E7619C50E}"/>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EEA0E776-6083-413A-A300-BF5E84091B0A}"/>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635E8A99-AA23-493C-871F-C36D7976DCFB}"/>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A7B9399C-F05B-4665-B220-B9A1B0890A51}"/>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19F37BB8-2426-41F2-ADED-F6CA7B72A8ED}"/>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4D363AAB-CF5C-42AC-856D-8AC5E76257CA}"/>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CD018FCC-0214-40B3-B43B-11E8A8228B7D}"/>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FE289817-2CE6-4991-9238-3D1CC86567E3}"/>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1FE56C83-32E1-4F65-A206-85264E804636}"/>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4DE156F8-A1E3-48AA-B68F-6D88AC406AD5}"/>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8FD049C3-825A-4EF3-BD98-4BCACFAF6392}"/>
              </a:ext>
            </a:extLst>
          </p:cNvPr>
          <p:cNvSpPr>
            <a:spLocks xmlns:a="http://schemas.openxmlformats.org/drawingml/2006/main" noGrp="1"/>
          </p:cNvSpPr>
          <p:nvPr/>
        </p:nvSpPr>
        <p:spPr>
          <a:xfrm xmlns:a="http://schemas.openxmlformats.org/drawingml/2006/main">
            <a:off x="9353550" y="1657350"/>
            <a:ext cx="21336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94338556-B94C-4E7C-B009-A2B03CA3A466}"/>
              </a:ext>
            </a:extLst>
          </p:cNvPr>
          <p:cNvSpPr>
            <a:spLocks xmlns:a="http://schemas.openxmlformats.org/drawingml/2006/main" noGrp="1"/>
          </p:cNvSpPr>
          <p:nvPr/>
        </p:nvSpPr>
        <p:spPr>
          <a:xfrm xmlns:a="http://schemas.openxmlformats.org/drawingml/2006/main">
            <a:off x="9448800" y="17049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6300BF60-5371-4043-B7F0-3DA084E165C2}"/>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9768B168-480C-4144-975E-3087C7E7CF49}"/>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2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2EE8A963-F6D9-4D32-B844-A7D2CFAF620D}"/>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72512FBD-EFEA-446A-98E1-7CE6ECFAEA4E}"/>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6B386991-E42F-4075-8B54-F7DF8F931396}"/>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C376E0C3-3BC6-43DF-AE55-EB96C1A759FF}"/>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46C92028-6E1E-4D97-879E-35E8B8D65567}"/>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7ADE8FD9-B777-46B7-A49E-F99407CB74FE}"/>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8D83D536-C817-4B7B-9F39-311ADA2CCA4E}"/>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9F842635-619E-469C-A736-6EC150DFF6A7}"/>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822AD7FD-4F8B-4179-83A9-EB811AADCEB4}"/>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1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959B0457-07C0-4EDD-93B8-507D249346AF}"/>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CE53179C-C3B0-4F34-8582-D1653CD3AD55}"/>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4D8F74F0-B068-4045-AFB6-D0990FCA8DF2}"/>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4F6A5A6E-0615-41FA-BB76-C2DA13435E85}"/>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197E1301-2509-470B-AC6D-9F51A73D2B42}"/>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738"/>
          </a:bodyPr>
          <a:lstStyle xmlns:a="http://schemas.openxmlformats.org/drawingml/2006/main"/>
          <a:p xmlns:a="http://schemas.openxmlformats.org/drawingml/2006/main">
            <a:pPr algn="l">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51446ABD-04D2-43E0-803C-02F994F4064B}"/>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45"/>
          </a:bodyPr>
          <a:lstStyle xmlns:a="http://schemas.openxmlformats.org/drawingml/2006/main"/>
          <a:p xmlns:a="http://schemas.openxmlformats.org/drawingml/2006/main">
            <a:pPr algn="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6E2A60CC-519B-4943-85CE-48C978F3D6C9}"/>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DF515CBE-4717-4E0A-AD9B-721B2B319F9E}"/>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530914034"/>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BEF04C0-B627-4C89-A954-5893F1EE489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APPLICATION</a:t>
            </a:r>
          </a:p>
        </p:txBody>
      </p:sp>
      <p:sp>
        <p:nvSpPr>
          <p:cNvPr id="2" name="">
            <a:extLst xmlns:a="http://schemas.openxmlformats.org/drawingml/2006/main">
              <a:ext uri="{FF2B5EF4-FFF2-40B4-BE49-F238E27FC236}">
                <a16:creationId xmlns:a16="http://schemas.microsoft.com/office/drawing/2014/main" id="{8651CB06-478E-48EB-8372-3ED5E88005CB}"/>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A churn prediction becomes useful only when it triggers a disciplined customer review</a:t>
            </a:r>
          </a:p>
        </p:txBody>
      </p:sp>
      <p:sp>
        <p:nvSpPr>
          <p:cNvPr id="3" name="">
            <a:extLst xmlns:a="http://schemas.openxmlformats.org/drawingml/2006/main">
              <a:ext uri="{FF2B5EF4-FFF2-40B4-BE49-F238E27FC236}">
                <a16:creationId xmlns:a16="http://schemas.microsoft.com/office/drawing/2014/main" id="{67805BEF-4904-4A58-9A49-526142F10C76}"/>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AD84E640-3B92-4F6E-8F36-CAE642C497B2}"/>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1183998-8E80-4FB8-80F3-9F7F58251665}"/>
              </a:ext>
            </a:extLst>
          </p:cNvPr>
          <p:cNvSpPr>
            <a:spLocks xmlns:a="http://schemas.openxmlformats.org/drawingml/2006/main" noGrp="1"/>
          </p:cNvSpPr>
          <p:nvPr/>
        </p:nvSpPr>
        <p:spPr>
          <a:xfrm xmlns:a="http://schemas.openxmlformats.org/drawingml/2006/main">
            <a:off x="628650" y="1657350"/>
            <a:ext cx="29432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400A97C3-EBD6-47F4-B2E3-F5B7538B0364}"/>
              </a:ext>
            </a:extLst>
          </p:cNvPr>
          <p:cNvSpPr>
            <a:spLocks xmlns:a="http://schemas.openxmlformats.org/drawingml/2006/main" noGrp="1"/>
          </p:cNvSpPr>
          <p:nvPr/>
        </p:nvSpPr>
        <p:spPr>
          <a:xfrm xmlns:a="http://schemas.openxmlformats.org/drawingml/2006/main">
            <a:off x="723900" y="1704975"/>
            <a:ext cx="2752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20A8A3C4-C4E7-48F0-BC35-FE9ABEF2D8F1}"/>
              </a:ext>
            </a:extLst>
          </p:cNvPr>
          <p:cNvSpPr>
            <a:spLocks xmlns:a="http://schemas.openxmlformats.org/drawingml/2006/main" noGrp="1"/>
          </p:cNvSpPr>
          <p:nvPr/>
        </p:nvSpPr>
        <p:spPr>
          <a:xfrm xmlns:a="http://schemas.openxmlformats.org/drawingml/2006/main">
            <a:off x="628650" y="2057400"/>
            <a:ext cx="25527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584AF809-5BA1-4703-9CBD-E9D76AF1BBD2}"/>
              </a:ext>
            </a:extLst>
          </p:cNvPr>
          <p:cNvSpPr>
            <a:spLocks xmlns:a="http://schemas.openxmlformats.org/drawingml/2006/main" noGrp="1"/>
          </p:cNvSpPr>
          <p:nvPr/>
        </p:nvSpPr>
        <p:spPr>
          <a:xfrm xmlns:a="http://schemas.openxmlformats.org/drawingml/2006/main">
            <a:off x="7620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7529406-1835-4436-A4FE-F735A3970FAF}"/>
              </a:ext>
            </a:extLst>
          </p:cNvPr>
          <p:cNvSpPr>
            <a:spLocks xmlns:a="http://schemas.openxmlformats.org/drawingml/2006/main" noGrp="1"/>
          </p:cNvSpPr>
          <p:nvPr/>
        </p:nvSpPr>
        <p:spPr>
          <a:xfrm xmlns:a="http://schemas.openxmlformats.org/drawingml/2006/main">
            <a:off x="10858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7F462ADB-D253-4D0E-8EE6-CD502D1DD645}"/>
              </a:ext>
            </a:extLst>
          </p:cNvPr>
          <p:cNvSpPr>
            <a:spLocks xmlns:a="http://schemas.openxmlformats.org/drawingml/2006/main" noGrp="1"/>
          </p:cNvSpPr>
          <p:nvPr/>
        </p:nvSpPr>
        <p:spPr>
          <a:xfrm xmlns:a="http://schemas.openxmlformats.org/drawingml/2006/main">
            <a:off x="10858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DE094C37-2764-437B-96BD-B9BF1CD21856}"/>
              </a:ext>
            </a:extLst>
          </p:cNvPr>
          <p:cNvSpPr>
            <a:spLocks xmlns:a="http://schemas.openxmlformats.org/drawingml/2006/main" noGrp="1"/>
          </p:cNvSpPr>
          <p:nvPr/>
        </p:nvSpPr>
        <p:spPr>
          <a:xfrm xmlns:a="http://schemas.openxmlformats.org/drawingml/2006/main">
            <a:off x="31813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7E761D00-6E58-4027-BEDC-1934784CD5BC}"/>
              </a:ext>
            </a:extLst>
          </p:cNvPr>
          <p:cNvSpPr>
            <a:spLocks xmlns:a="http://schemas.openxmlformats.org/drawingml/2006/main" noGrp="1"/>
          </p:cNvSpPr>
          <p:nvPr/>
        </p:nvSpPr>
        <p:spPr>
          <a:xfrm xmlns:a="http://schemas.openxmlformats.org/drawingml/2006/main">
            <a:off x="33718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8F7DC332-0BEE-4C57-B621-D04BF7AB6D05}"/>
              </a:ext>
            </a:extLst>
          </p:cNvPr>
          <p:cNvSpPr>
            <a:spLocks xmlns:a="http://schemas.openxmlformats.org/drawingml/2006/main" noGrp="1"/>
          </p:cNvSpPr>
          <p:nvPr/>
        </p:nvSpPr>
        <p:spPr>
          <a:xfrm xmlns:a="http://schemas.openxmlformats.org/drawingml/2006/main">
            <a:off x="35052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DC1E2078-C4C4-49DC-B20A-052FE061142D}"/>
              </a:ext>
            </a:extLst>
          </p:cNvPr>
          <p:cNvSpPr>
            <a:spLocks xmlns:a="http://schemas.openxmlformats.org/drawingml/2006/main" noGrp="1"/>
          </p:cNvSpPr>
          <p:nvPr/>
        </p:nvSpPr>
        <p:spPr>
          <a:xfrm xmlns:a="http://schemas.openxmlformats.org/drawingml/2006/main">
            <a:off x="38290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65EDE613-CE2A-4CB7-B726-4C9ED566EE6C}"/>
              </a:ext>
            </a:extLst>
          </p:cNvPr>
          <p:cNvSpPr>
            <a:spLocks xmlns:a="http://schemas.openxmlformats.org/drawingml/2006/main" noGrp="1"/>
          </p:cNvSpPr>
          <p:nvPr/>
        </p:nvSpPr>
        <p:spPr>
          <a:xfrm xmlns:a="http://schemas.openxmlformats.org/drawingml/2006/main">
            <a:off x="38290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DED6BE74-1BCE-49DC-8006-AB283972F82C}"/>
              </a:ext>
            </a:extLst>
          </p:cNvPr>
          <p:cNvSpPr>
            <a:spLocks xmlns:a="http://schemas.openxmlformats.org/drawingml/2006/main" noGrp="1"/>
          </p:cNvSpPr>
          <p:nvPr/>
        </p:nvSpPr>
        <p:spPr>
          <a:xfrm xmlns:a="http://schemas.openxmlformats.org/drawingml/2006/main">
            <a:off x="59245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97349976-53BA-4F77-8740-062B3C6B5A24}"/>
              </a:ext>
            </a:extLst>
          </p:cNvPr>
          <p:cNvSpPr>
            <a:spLocks xmlns:a="http://schemas.openxmlformats.org/drawingml/2006/main" noGrp="1"/>
          </p:cNvSpPr>
          <p:nvPr/>
        </p:nvSpPr>
        <p:spPr>
          <a:xfrm xmlns:a="http://schemas.openxmlformats.org/drawingml/2006/main">
            <a:off x="61150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B0E40763-A61C-4A29-9681-99F5EBCA97E6}"/>
              </a:ext>
            </a:extLst>
          </p:cNvPr>
          <p:cNvSpPr>
            <a:spLocks xmlns:a="http://schemas.openxmlformats.org/drawingml/2006/main" noGrp="1"/>
          </p:cNvSpPr>
          <p:nvPr/>
        </p:nvSpPr>
        <p:spPr>
          <a:xfrm xmlns:a="http://schemas.openxmlformats.org/drawingml/2006/main">
            <a:off x="62484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030DF63B-D216-4477-8568-5A48F598541C}"/>
              </a:ext>
            </a:extLst>
          </p:cNvPr>
          <p:cNvSpPr>
            <a:spLocks xmlns:a="http://schemas.openxmlformats.org/drawingml/2006/main" noGrp="1"/>
          </p:cNvSpPr>
          <p:nvPr/>
        </p:nvSpPr>
        <p:spPr>
          <a:xfrm xmlns:a="http://schemas.openxmlformats.org/drawingml/2006/main">
            <a:off x="65722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F764BCD1-07BF-4C12-BC6B-AEA00ED15E27}"/>
              </a:ext>
            </a:extLst>
          </p:cNvPr>
          <p:cNvSpPr>
            <a:spLocks xmlns:a="http://schemas.openxmlformats.org/drawingml/2006/main" noGrp="1"/>
          </p:cNvSpPr>
          <p:nvPr/>
        </p:nvSpPr>
        <p:spPr>
          <a:xfrm xmlns:a="http://schemas.openxmlformats.org/drawingml/2006/main">
            <a:off x="65722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E34F9F90-417B-4D2C-9DEE-50CE527A9CCC}"/>
              </a:ext>
            </a:extLst>
          </p:cNvPr>
          <p:cNvSpPr>
            <a:spLocks xmlns:a="http://schemas.openxmlformats.org/drawingml/2006/main" noGrp="1"/>
          </p:cNvSpPr>
          <p:nvPr/>
        </p:nvSpPr>
        <p:spPr>
          <a:xfrm xmlns:a="http://schemas.openxmlformats.org/drawingml/2006/main">
            <a:off x="8667750" y="2571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B3991216-D645-4207-A545-4F0B1A2B7215}"/>
              </a:ext>
            </a:extLst>
          </p:cNvPr>
          <p:cNvSpPr>
            <a:spLocks xmlns:a="http://schemas.openxmlformats.org/drawingml/2006/main" noGrp="1"/>
          </p:cNvSpPr>
          <p:nvPr/>
        </p:nvSpPr>
        <p:spPr>
          <a:xfrm xmlns:a="http://schemas.openxmlformats.org/drawingml/2006/main">
            <a:off x="8858250" y="2057400"/>
            <a:ext cx="2552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7B89061A-DEDC-4FB3-8B24-A4F9A074A3BA}"/>
              </a:ext>
            </a:extLst>
          </p:cNvPr>
          <p:cNvSpPr>
            <a:spLocks xmlns:a="http://schemas.openxmlformats.org/drawingml/2006/main" noGrp="1"/>
          </p:cNvSpPr>
          <p:nvPr/>
        </p:nvSpPr>
        <p:spPr>
          <a:xfrm xmlns:a="http://schemas.openxmlformats.org/drawingml/2006/main">
            <a:off x="8991600" y="2247900"/>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107D94B1-6BC3-4473-B25B-EDAE4D9383C0}"/>
              </a:ext>
            </a:extLst>
          </p:cNvPr>
          <p:cNvSpPr>
            <a:spLocks xmlns:a="http://schemas.openxmlformats.org/drawingml/2006/main" noGrp="1"/>
          </p:cNvSpPr>
          <p:nvPr/>
        </p:nvSpPr>
        <p:spPr>
          <a:xfrm xmlns:a="http://schemas.openxmlformats.org/drawingml/2006/main">
            <a:off x="9315450" y="2200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13F076CA-909B-4D89-B4FE-43153B9D3556}"/>
              </a:ext>
            </a:extLst>
          </p:cNvPr>
          <p:cNvSpPr>
            <a:spLocks xmlns:a="http://schemas.openxmlformats.org/drawingml/2006/main" noGrp="1"/>
          </p:cNvSpPr>
          <p:nvPr/>
        </p:nvSpPr>
        <p:spPr>
          <a:xfrm xmlns:a="http://schemas.openxmlformats.org/drawingml/2006/main">
            <a:off x="9315450" y="25717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2FB04F44-C847-4584-BEC4-E05329B9952F}"/>
              </a:ext>
            </a:extLst>
          </p:cNvPr>
          <p:cNvSpPr>
            <a:spLocks xmlns:a="http://schemas.openxmlformats.org/drawingml/2006/main" noGrp="1"/>
          </p:cNvSpPr>
          <p:nvPr/>
        </p:nvSpPr>
        <p:spPr>
          <a:xfrm xmlns:a="http://schemas.openxmlformats.org/drawingml/2006/main">
            <a:off x="628650" y="3390900"/>
            <a:ext cx="19526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D16A21F4-D542-4418-A48B-C15E5F36708D}"/>
              </a:ext>
            </a:extLst>
          </p:cNvPr>
          <p:cNvSpPr>
            <a:spLocks xmlns:a="http://schemas.openxmlformats.org/drawingml/2006/main" noGrp="1"/>
          </p:cNvSpPr>
          <p:nvPr/>
        </p:nvSpPr>
        <p:spPr>
          <a:xfrm xmlns:a="http://schemas.openxmlformats.org/drawingml/2006/main">
            <a:off x="723900" y="3438525"/>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DECISION DISCIPLINE</a:t>
            </a:r>
          </a:p>
        </p:txBody>
      </p:sp>
      <p:sp>
        <p:nvSpPr>
          <p:cNvPr id="28" name="">
            <a:extLst xmlns:a="http://schemas.openxmlformats.org/drawingml/2006/main">
              <a:ext uri="{FF2B5EF4-FFF2-40B4-BE49-F238E27FC236}">
                <a16:creationId xmlns:a16="http://schemas.microsoft.com/office/drawing/2014/main" id="{0BC701E5-E522-4931-9C7A-9BF34305870C}"/>
              </a:ext>
            </a:extLst>
          </p:cNvPr>
          <p:cNvSpPr>
            <a:spLocks xmlns:a="http://schemas.openxmlformats.org/drawingml/2006/main" noGrp="1"/>
          </p:cNvSpPr>
          <p:nvPr/>
        </p:nvSpPr>
        <p:spPr>
          <a:xfrm xmlns:a="http://schemas.openxmlformats.org/drawingml/2006/main">
            <a:off x="628650" y="3810000"/>
            <a:ext cx="2552700" cy="14668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9" name="">
            <a:extLst xmlns:a="http://schemas.openxmlformats.org/drawingml/2006/main">
              <a:ext uri="{FF2B5EF4-FFF2-40B4-BE49-F238E27FC236}">
                <a16:creationId xmlns:a16="http://schemas.microsoft.com/office/drawing/2014/main" id="{E3967561-7A9D-4B5D-B6B4-537B0F3F6B84}"/>
              </a:ext>
            </a:extLst>
          </p:cNvPr>
          <p:cNvSpPr>
            <a:spLocks xmlns:a="http://schemas.openxmlformats.org/drawingml/2006/main" noGrp="1"/>
          </p:cNvSpPr>
          <p:nvPr/>
        </p:nvSpPr>
        <p:spPr>
          <a:xfrm xmlns:a="http://schemas.openxmlformats.org/drawingml/2006/main">
            <a:off x="8001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OUTPUT</a:t>
            </a:r>
          </a:p>
        </p:txBody>
      </p:sp>
      <p:sp>
        <p:nvSpPr>
          <p:cNvPr id="30" name="">
            <a:extLst xmlns:a="http://schemas.openxmlformats.org/drawingml/2006/main">
              <a:ext uri="{FF2B5EF4-FFF2-40B4-BE49-F238E27FC236}">
                <a16:creationId xmlns:a16="http://schemas.microsoft.com/office/drawing/2014/main" id="{CDCAB7BD-7CE7-4E7D-8BA2-4891DCACB2F2}"/>
              </a:ext>
            </a:extLst>
          </p:cNvPr>
          <p:cNvSpPr>
            <a:spLocks xmlns:a="http://schemas.openxmlformats.org/drawingml/2006/main" noGrp="1"/>
          </p:cNvSpPr>
          <p:nvPr/>
        </p:nvSpPr>
        <p:spPr>
          <a:xfrm xmlns:a="http://schemas.openxmlformats.org/drawingml/2006/main">
            <a:off x="8001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 prediction prioritises attention. It does not prescribe an offer.</a:t>
            </a:r>
          </a:p>
        </p:txBody>
      </p:sp>
      <p:sp>
        <p:nvSpPr>
          <p:cNvPr id="31" name="">
            <a:extLst xmlns:a="http://schemas.openxmlformats.org/drawingml/2006/main">
              <a:ext uri="{FF2B5EF4-FFF2-40B4-BE49-F238E27FC236}">
                <a16:creationId xmlns:a16="http://schemas.microsoft.com/office/drawing/2014/main" id="{6C977E9A-5157-457C-AC75-E8A3750EA65F}"/>
              </a:ext>
            </a:extLst>
          </p:cNvPr>
          <p:cNvSpPr>
            <a:spLocks xmlns:a="http://schemas.openxmlformats.org/drawingml/2006/main" noGrp="1"/>
          </p:cNvSpPr>
          <p:nvPr/>
        </p:nvSpPr>
        <p:spPr>
          <a:xfrm xmlns:a="http://schemas.openxmlformats.org/drawingml/2006/main">
            <a:off x="3371850" y="3810000"/>
            <a:ext cx="2552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2" name="">
            <a:extLst xmlns:a="http://schemas.openxmlformats.org/drawingml/2006/main">
              <a:ext uri="{FF2B5EF4-FFF2-40B4-BE49-F238E27FC236}">
                <a16:creationId xmlns:a16="http://schemas.microsoft.com/office/drawing/2014/main" id="{53E2D926-30EC-4605-AA99-B3BE78B6FCEC}"/>
              </a:ext>
            </a:extLst>
          </p:cNvPr>
          <p:cNvSpPr>
            <a:spLocks xmlns:a="http://schemas.openxmlformats.org/drawingml/2006/main" noGrp="1"/>
          </p:cNvSpPr>
          <p:nvPr/>
        </p:nvSpPr>
        <p:spPr>
          <a:xfrm xmlns:a="http://schemas.openxmlformats.org/drawingml/2006/main">
            <a:off x="35433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HUMAN REVIEW</a:t>
            </a:r>
          </a:p>
        </p:txBody>
      </p:sp>
      <p:sp>
        <p:nvSpPr>
          <p:cNvPr id="33" name="">
            <a:extLst xmlns:a="http://schemas.openxmlformats.org/drawingml/2006/main">
              <a:ext uri="{FF2B5EF4-FFF2-40B4-BE49-F238E27FC236}">
                <a16:creationId xmlns:a16="http://schemas.microsoft.com/office/drawing/2014/main" id="{6EA28345-A79B-43E5-94B7-23C345030A2D}"/>
              </a:ext>
            </a:extLst>
          </p:cNvPr>
          <p:cNvSpPr>
            <a:spLocks xmlns:a="http://schemas.openxmlformats.org/drawingml/2006/main" noGrp="1"/>
          </p:cNvSpPr>
          <p:nvPr/>
        </p:nvSpPr>
        <p:spPr>
          <a:xfrm xmlns:a="http://schemas.openxmlformats.org/drawingml/2006/main">
            <a:off x="35433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Account context determines whether intervention is appropriate.</a:t>
            </a:r>
          </a:p>
        </p:txBody>
      </p:sp>
      <p:sp>
        <p:nvSpPr>
          <p:cNvPr id="34" name="">
            <a:extLst xmlns:a="http://schemas.openxmlformats.org/drawingml/2006/main">
              <a:ext uri="{FF2B5EF4-FFF2-40B4-BE49-F238E27FC236}">
                <a16:creationId xmlns:a16="http://schemas.microsoft.com/office/drawing/2014/main" id="{0BFFAB6F-8B26-4FFF-9357-D50F94657686}"/>
              </a:ext>
            </a:extLst>
          </p:cNvPr>
          <p:cNvSpPr>
            <a:spLocks xmlns:a="http://schemas.openxmlformats.org/drawingml/2006/main" noGrp="1"/>
          </p:cNvSpPr>
          <p:nvPr/>
        </p:nvSpPr>
        <p:spPr>
          <a:xfrm xmlns:a="http://schemas.openxmlformats.org/drawingml/2006/main">
            <a:off x="6115050" y="3810000"/>
            <a:ext cx="2552700" cy="14668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27DB286D-AC17-48D4-8DFA-8F4FAD77D5C1}"/>
              </a:ext>
            </a:extLst>
          </p:cNvPr>
          <p:cNvSpPr>
            <a:spLocks xmlns:a="http://schemas.openxmlformats.org/drawingml/2006/main" noGrp="1"/>
          </p:cNvSpPr>
          <p:nvPr/>
        </p:nvSpPr>
        <p:spPr>
          <a:xfrm xmlns:a="http://schemas.openxmlformats.org/drawingml/2006/main">
            <a:off x="62865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ACTION</a:t>
            </a:r>
          </a:p>
        </p:txBody>
      </p:sp>
      <p:sp>
        <p:nvSpPr>
          <p:cNvPr id="36" name="">
            <a:extLst xmlns:a="http://schemas.openxmlformats.org/drawingml/2006/main">
              <a:ext uri="{FF2B5EF4-FFF2-40B4-BE49-F238E27FC236}">
                <a16:creationId xmlns:a16="http://schemas.microsoft.com/office/drawing/2014/main" id="{4FC1B8C5-FBB8-4340-B912-7DD5ADB4D3B4}"/>
              </a:ext>
            </a:extLst>
          </p:cNvPr>
          <p:cNvSpPr>
            <a:spLocks xmlns:a="http://schemas.openxmlformats.org/drawingml/2006/main" noGrp="1"/>
          </p:cNvSpPr>
          <p:nvPr/>
        </p:nvSpPr>
        <p:spPr>
          <a:xfrm xmlns:a="http://schemas.openxmlformats.org/drawingml/2006/main">
            <a:off x="62865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Engagement and service recovery remain illustrative business responses.</a:t>
            </a:r>
          </a:p>
        </p:txBody>
      </p:sp>
      <p:sp>
        <p:nvSpPr>
          <p:cNvPr id="37" name="">
            <a:extLst xmlns:a="http://schemas.openxmlformats.org/drawingml/2006/main">
              <a:ext uri="{FF2B5EF4-FFF2-40B4-BE49-F238E27FC236}">
                <a16:creationId xmlns:a16="http://schemas.microsoft.com/office/drawing/2014/main" id="{FBDB949F-5227-4138-BF4D-2E3215778989}"/>
              </a:ext>
            </a:extLst>
          </p:cNvPr>
          <p:cNvSpPr>
            <a:spLocks xmlns:a="http://schemas.openxmlformats.org/drawingml/2006/main" noGrp="1"/>
          </p:cNvSpPr>
          <p:nvPr/>
        </p:nvSpPr>
        <p:spPr>
          <a:xfrm xmlns:a="http://schemas.openxmlformats.org/drawingml/2006/main">
            <a:off x="8858250" y="3810000"/>
            <a:ext cx="2552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D0C12256-3EB1-46D5-897B-65C1E419301D}"/>
              </a:ext>
            </a:extLst>
          </p:cNvPr>
          <p:cNvSpPr>
            <a:spLocks xmlns:a="http://schemas.openxmlformats.org/drawingml/2006/main" noGrp="1"/>
          </p:cNvSpPr>
          <p:nvPr/>
        </p:nvSpPr>
        <p:spPr>
          <a:xfrm xmlns:a="http://schemas.openxmlformats.org/drawingml/2006/main">
            <a:off x="9029700" y="4000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LEARNING LOOP</a:t>
            </a:r>
          </a:p>
        </p:txBody>
      </p:sp>
      <p:sp>
        <p:nvSpPr>
          <p:cNvPr id="39" name="">
            <a:extLst xmlns:a="http://schemas.openxmlformats.org/drawingml/2006/main">
              <a:ext uri="{FF2B5EF4-FFF2-40B4-BE49-F238E27FC236}">
                <a16:creationId xmlns:a16="http://schemas.microsoft.com/office/drawing/2014/main" id="{4F1A6D3C-3C40-4B9C-AD6E-3692B6CFC31E}"/>
              </a:ext>
            </a:extLst>
          </p:cNvPr>
          <p:cNvSpPr>
            <a:spLocks xmlns:a="http://schemas.openxmlformats.org/drawingml/2006/main" noGrp="1"/>
          </p:cNvSpPr>
          <p:nvPr/>
        </p:nvSpPr>
        <p:spPr>
          <a:xfrm xmlns:a="http://schemas.openxmlformats.org/drawingml/2006/main">
            <a:off x="9029700" y="4352925"/>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Recorded outcomes can later support monitoring and retraining.</a:t>
            </a:r>
          </a:p>
        </p:txBody>
      </p:sp>
      <p:sp>
        <p:nvSpPr>
          <p:cNvPr id="40" name="">
            <a:extLst xmlns:a="http://schemas.openxmlformats.org/drawingml/2006/main">
              <a:ext uri="{FF2B5EF4-FFF2-40B4-BE49-F238E27FC236}">
                <a16:creationId xmlns:a16="http://schemas.microsoft.com/office/drawing/2014/main" id="{1CCBB311-D602-4FFE-82A8-2FEF435CCAE1}"/>
              </a:ext>
            </a:extLst>
          </p:cNvPr>
          <p:cNvSpPr>
            <a:spLocks xmlns:a="http://schemas.openxmlformats.org/drawingml/2006/main" noGrp="1"/>
          </p:cNvSpPr>
          <p:nvPr/>
        </p:nvSpPr>
        <p:spPr>
          <a:xfrm xmlns:a="http://schemas.openxmlformats.org/drawingml/2006/main">
            <a:off x="628650" y="5486400"/>
            <a:ext cx="10934700" cy="628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41" name="">
            <a:extLst xmlns:a="http://schemas.openxmlformats.org/drawingml/2006/main">
              <a:ext uri="{FF2B5EF4-FFF2-40B4-BE49-F238E27FC236}">
                <a16:creationId xmlns:a16="http://schemas.microsoft.com/office/drawing/2014/main" id="{230D9DC5-D573-4B9E-BD00-A3AF4CCED435}"/>
              </a:ext>
            </a:extLst>
          </p:cNvPr>
          <p:cNvSpPr>
            <a:spLocks xmlns:a="http://schemas.openxmlformats.org/drawingml/2006/main" noGrp="1"/>
          </p:cNvSpPr>
          <p:nvPr/>
        </p:nvSpPr>
        <p:spPr>
          <a:xfrm xmlns:a="http://schemas.openxmlformats.org/drawingml/2006/main">
            <a:off x="838200" y="5619750"/>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The current project demonstrates prediction logic. Business impact still requires measured outcomes.</a:t>
            </a:r>
          </a:p>
        </p:txBody>
      </p:sp>
      <p:sp>
        <p:nvSpPr>
          <p:cNvPr id="42" name="">
            <a:extLst xmlns:a="http://schemas.openxmlformats.org/drawingml/2006/main">
              <a:ext uri="{FF2B5EF4-FFF2-40B4-BE49-F238E27FC236}">
                <a16:creationId xmlns:a16="http://schemas.microsoft.com/office/drawing/2014/main" id="{08110CA3-A19C-4BAC-BCDE-11831011FE9C}"/>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8F6F62CF-73A2-42FB-AB13-4D5CA874B081}"/>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 business workflow shown as an illustrative extension</a:t>
            </a:r>
          </a:p>
        </p:txBody>
      </p:sp>
    </p:spTree>
    <p:extLst>
      <p:ext uri="{BB962C8B-B14F-4D97-AF65-F5344CB8AC3E}">
        <p14:creationId xmlns:p14="http://schemas.microsoft.com/office/powerpoint/2010/main" val="1985873466"/>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13609F48-F60C-4D02-BA0A-C80B33255074}"/>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MATURITY ROADMAP</a:t>
            </a:r>
          </a:p>
        </p:txBody>
      </p:sp>
      <p:sp>
        <p:nvSpPr>
          <p:cNvPr id="2" name="">
            <a:extLst xmlns:a="http://schemas.openxmlformats.org/drawingml/2006/main">
              <a:ext uri="{FF2B5EF4-FFF2-40B4-BE49-F238E27FC236}">
                <a16:creationId xmlns:a16="http://schemas.microsoft.com/office/drawing/2014/main" id="{1A36DA5A-F33D-49CD-9766-F44D239DB7AF}"/>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Production readiness depends on stronger data, broader validation and live integration</a:t>
            </a:r>
          </a:p>
        </p:txBody>
      </p:sp>
      <p:sp>
        <p:nvSpPr>
          <p:cNvPr id="3" name="">
            <a:extLst xmlns:a="http://schemas.openxmlformats.org/drawingml/2006/main">
              <a:ext uri="{FF2B5EF4-FFF2-40B4-BE49-F238E27FC236}">
                <a16:creationId xmlns:a16="http://schemas.microsoft.com/office/drawing/2014/main" id="{97FEC067-C9F9-4CA8-B308-425C36DA4366}"/>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C451D950-228C-4C34-B510-CF9D1A454005}"/>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F9EC81C-85C7-424E-B1FC-B4BD5B43DBE5}"/>
              </a:ext>
            </a:extLst>
          </p:cNvPr>
          <p:cNvSpPr>
            <a:spLocks xmlns:a="http://schemas.openxmlformats.org/drawingml/2006/main" noGrp="1"/>
          </p:cNvSpPr>
          <p:nvPr/>
        </p:nvSpPr>
        <p:spPr>
          <a:xfrm xmlns:a="http://schemas.openxmlformats.org/drawingml/2006/main">
            <a:off x="628650" y="1657350"/>
            <a:ext cx="14954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6" name="">
            <a:extLst xmlns:a="http://schemas.openxmlformats.org/drawingml/2006/main">
              <a:ext uri="{FF2B5EF4-FFF2-40B4-BE49-F238E27FC236}">
                <a16:creationId xmlns:a16="http://schemas.microsoft.com/office/drawing/2014/main" id="{CE1A1672-F62F-4626-ADD9-C4A2F8FE8F0E}"/>
              </a:ext>
            </a:extLst>
          </p:cNvPr>
          <p:cNvSpPr>
            <a:spLocks xmlns:a="http://schemas.openxmlformats.org/drawingml/2006/main" noGrp="1"/>
          </p:cNvSpPr>
          <p:nvPr/>
        </p:nvSpPr>
        <p:spPr>
          <a:xfrm xmlns:a="http://schemas.openxmlformats.org/drawingml/2006/main">
            <a:off x="723900" y="1704975"/>
            <a:ext cx="1304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CAPABILITY GAP</a:t>
            </a:r>
          </a:p>
        </p:txBody>
      </p:sp>
      <p:sp>
        <p:nvSpPr>
          <p:cNvPr id="7" name="">
            <a:extLst xmlns:a="http://schemas.openxmlformats.org/drawingml/2006/main">
              <a:ext uri="{FF2B5EF4-FFF2-40B4-BE49-F238E27FC236}">
                <a16:creationId xmlns:a16="http://schemas.microsoft.com/office/drawing/2014/main" id="{9F2E99B9-FB68-4D99-8F84-EA298F3F7D4E}"/>
              </a:ext>
            </a:extLst>
          </p:cNvPr>
          <p:cNvSpPr>
            <a:spLocks xmlns:a="http://schemas.openxmlformats.org/drawingml/2006/main" noGrp="1"/>
          </p:cNvSpPr>
          <p:nvPr/>
        </p:nvSpPr>
        <p:spPr>
          <a:xfrm xmlns:a="http://schemas.openxmlformats.org/drawingml/2006/main">
            <a:off x="628650" y="20574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8" name="">
            <a:extLst xmlns:a="http://schemas.openxmlformats.org/drawingml/2006/main">
              <a:ext uri="{FF2B5EF4-FFF2-40B4-BE49-F238E27FC236}">
                <a16:creationId xmlns:a16="http://schemas.microsoft.com/office/drawing/2014/main" id="{A670D91C-592D-4B9D-8792-7D81DE1DC492}"/>
              </a:ext>
            </a:extLst>
          </p:cNvPr>
          <p:cNvSpPr>
            <a:spLocks xmlns:a="http://schemas.openxmlformats.org/drawingml/2006/main" noGrp="1"/>
          </p:cNvSpPr>
          <p:nvPr/>
        </p:nvSpPr>
        <p:spPr>
          <a:xfrm xmlns:a="http://schemas.openxmlformats.org/drawingml/2006/main">
            <a:off x="723900" y="21812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DIMENSION</a:t>
            </a:r>
          </a:p>
        </p:txBody>
      </p:sp>
      <p:sp>
        <p:nvSpPr>
          <p:cNvPr id="9" name="">
            <a:extLst xmlns:a="http://schemas.openxmlformats.org/drawingml/2006/main">
              <a:ext uri="{FF2B5EF4-FFF2-40B4-BE49-F238E27FC236}">
                <a16:creationId xmlns:a16="http://schemas.microsoft.com/office/drawing/2014/main" id="{7B564124-8896-4307-9A1F-8178AA16D53D}"/>
              </a:ext>
            </a:extLst>
          </p:cNvPr>
          <p:cNvSpPr>
            <a:spLocks xmlns:a="http://schemas.openxmlformats.org/drawingml/2006/main" noGrp="1"/>
          </p:cNvSpPr>
          <p:nvPr/>
        </p:nvSpPr>
        <p:spPr>
          <a:xfrm xmlns:a="http://schemas.openxmlformats.org/drawingml/2006/main">
            <a:off x="2057400" y="20574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0" name="">
            <a:extLst xmlns:a="http://schemas.openxmlformats.org/drawingml/2006/main">
              <a:ext uri="{FF2B5EF4-FFF2-40B4-BE49-F238E27FC236}">
                <a16:creationId xmlns:a16="http://schemas.microsoft.com/office/drawing/2014/main" id="{058BB33E-CC9B-440A-8836-E44379B4EEC7}"/>
              </a:ext>
            </a:extLst>
          </p:cNvPr>
          <p:cNvSpPr>
            <a:spLocks xmlns:a="http://schemas.openxmlformats.org/drawingml/2006/main" noGrp="1"/>
          </p:cNvSpPr>
          <p:nvPr/>
        </p:nvSpPr>
        <p:spPr>
          <a:xfrm xmlns:a="http://schemas.openxmlformats.org/drawingml/2006/main">
            <a:off x="2152650" y="21812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DOCUMENTED STATE</a:t>
            </a:r>
          </a:p>
        </p:txBody>
      </p:sp>
      <p:sp>
        <p:nvSpPr>
          <p:cNvPr id="11" name="">
            <a:extLst xmlns:a="http://schemas.openxmlformats.org/drawingml/2006/main">
              <a:ext uri="{FF2B5EF4-FFF2-40B4-BE49-F238E27FC236}">
                <a16:creationId xmlns:a16="http://schemas.microsoft.com/office/drawing/2014/main" id="{E99399CF-03F0-4B33-8F78-F9FDB2A951FD}"/>
              </a:ext>
            </a:extLst>
          </p:cNvPr>
          <p:cNvSpPr>
            <a:spLocks xmlns:a="http://schemas.openxmlformats.org/drawingml/2006/main" noGrp="1"/>
          </p:cNvSpPr>
          <p:nvPr/>
        </p:nvSpPr>
        <p:spPr>
          <a:xfrm xmlns:a="http://schemas.openxmlformats.org/drawingml/2006/main">
            <a:off x="4962525" y="20574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2" name="">
            <a:extLst xmlns:a="http://schemas.openxmlformats.org/drawingml/2006/main">
              <a:ext uri="{FF2B5EF4-FFF2-40B4-BE49-F238E27FC236}">
                <a16:creationId xmlns:a16="http://schemas.microsoft.com/office/drawing/2014/main" id="{99A017EE-2BD3-41B3-901C-E369F3E92C8C}"/>
              </a:ext>
            </a:extLst>
          </p:cNvPr>
          <p:cNvSpPr>
            <a:spLocks xmlns:a="http://schemas.openxmlformats.org/drawingml/2006/main" noGrp="1"/>
          </p:cNvSpPr>
          <p:nvPr/>
        </p:nvSpPr>
        <p:spPr>
          <a:xfrm xmlns:a="http://schemas.openxmlformats.org/drawingml/2006/main">
            <a:off x="5057775" y="21812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13" name="">
            <a:extLst xmlns:a="http://schemas.openxmlformats.org/drawingml/2006/main">
              <a:ext uri="{FF2B5EF4-FFF2-40B4-BE49-F238E27FC236}">
                <a16:creationId xmlns:a16="http://schemas.microsoft.com/office/drawing/2014/main" id="{73A536FF-854F-4A99-9A7C-1DC723C83165}"/>
              </a:ext>
            </a:extLst>
          </p:cNvPr>
          <p:cNvSpPr>
            <a:spLocks xmlns:a="http://schemas.openxmlformats.org/drawingml/2006/main" noGrp="1"/>
          </p:cNvSpPr>
          <p:nvPr/>
        </p:nvSpPr>
        <p:spPr>
          <a:xfrm xmlns:a="http://schemas.openxmlformats.org/drawingml/2006/main">
            <a:off x="7867650" y="20574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14" name="">
            <a:extLst xmlns:a="http://schemas.openxmlformats.org/drawingml/2006/main">
              <a:ext uri="{FF2B5EF4-FFF2-40B4-BE49-F238E27FC236}">
                <a16:creationId xmlns:a16="http://schemas.microsoft.com/office/drawing/2014/main" id="{83A57A2B-F705-427E-BDCE-934C8D7FC0F6}"/>
              </a:ext>
            </a:extLst>
          </p:cNvPr>
          <p:cNvSpPr>
            <a:spLocks xmlns:a="http://schemas.openxmlformats.org/drawingml/2006/main" noGrp="1"/>
          </p:cNvSpPr>
          <p:nvPr/>
        </p:nvSpPr>
        <p:spPr>
          <a:xfrm xmlns:a="http://schemas.openxmlformats.org/drawingml/2006/main">
            <a:off x="7962900" y="21812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IMPROVEMENT PATH</a:t>
            </a:r>
          </a:p>
        </p:txBody>
      </p:sp>
      <p:sp>
        <p:nvSpPr>
          <p:cNvPr id="15" name="">
            <a:extLst xmlns:a="http://schemas.openxmlformats.org/drawingml/2006/main">
              <a:ext uri="{FF2B5EF4-FFF2-40B4-BE49-F238E27FC236}">
                <a16:creationId xmlns:a16="http://schemas.microsoft.com/office/drawing/2014/main" id="{2E299E95-2A17-41CF-B30B-8DAC77EFDF8F}"/>
              </a:ext>
            </a:extLst>
          </p:cNvPr>
          <p:cNvSpPr>
            <a:spLocks xmlns:a="http://schemas.openxmlformats.org/drawingml/2006/main" noGrp="1"/>
          </p:cNvSpPr>
          <p:nvPr/>
        </p:nvSpPr>
        <p:spPr>
          <a:xfrm xmlns:a="http://schemas.openxmlformats.org/drawingml/2006/main">
            <a:off x="628650" y="2457450"/>
            <a:ext cx="142875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976254EB-5DAD-446D-ACE0-53FFBE7BC775}"/>
              </a:ext>
            </a:extLst>
          </p:cNvPr>
          <p:cNvSpPr>
            <a:spLocks xmlns:a="http://schemas.openxmlformats.org/drawingml/2006/main" noGrp="1"/>
          </p:cNvSpPr>
          <p:nvPr/>
        </p:nvSpPr>
        <p:spPr>
          <a:xfrm xmlns:a="http://schemas.openxmlformats.org/drawingml/2006/main">
            <a:off x="723900" y="25717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Data</a:t>
            </a:r>
          </a:p>
        </p:txBody>
      </p:sp>
      <p:sp>
        <p:nvSpPr>
          <p:cNvPr id="17" name="">
            <a:extLst xmlns:a="http://schemas.openxmlformats.org/drawingml/2006/main">
              <a:ext uri="{FF2B5EF4-FFF2-40B4-BE49-F238E27FC236}">
                <a16:creationId xmlns:a16="http://schemas.microsoft.com/office/drawing/2014/main" id="{A5772AF2-6670-4E01-A7A8-0F34E247A793}"/>
              </a:ext>
            </a:extLst>
          </p:cNvPr>
          <p:cNvSpPr>
            <a:spLocks xmlns:a="http://schemas.openxmlformats.org/drawingml/2006/main" noGrp="1"/>
          </p:cNvSpPr>
          <p:nvPr/>
        </p:nvSpPr>
        <p:spPr>
          <a:xfrm xmlns:a="http://schemas.openxmlformats.org/drawingml/2006/main">
            <a:off x="2057400" y="24574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7CD5C6B3-5FF8-4961-8B08-65B85EAE85AE}"/>
              </a:ext>
            </a:extLst>
          </p:cNvPr>
          <p:cNvSpPr>
            <a:spLocks xmlns:a="http://schemas.openxmlformats.org/drawingml/2006/main" noGrp="1"/>
          </p:cNvSpPr>
          <p:nvPr/>
        </p:nvSpPr>
        <p:spPr>
          <a:xfrm xmlns:a="http://schemas.openxmlformats.org/drawingml/2006/main">
            <a:off x="2152650" y="25717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Small, static dataset; limited attributes</a:t>
            </a:r>
          </a:p>
        </p:txBody>
      </p:sp>
      <p:sp>
        <p:nvSpPr>
          <p:cNvPr id="19" name="">
            <a:extLst xmlns:a="http://schemas.openxmlformats.org/drawingml/2006/main">
              <a:ext uri="{FF2B5EF4-FFF2-40B4-BE49-F238E27FC236}">
                <a16:creationId xmlns:a16="http://schemas.microsoft.com/office/drawing/2014/main" id="{8A26E595-CF37-4393-963A-E81041AE449B}"/>
              </a:ext>
            </a:extLst>
          </p:cNvPr>
          <p:cNvSpPr>
            <a:spLocks xmlns:a="http://schemas.openxmlformats.org/drawingml/2006/main" noGrp="1"/>
          </p:cNvSpPr>
          <p:nvPr/>
        </p:nvSpPr>
        <p:spPr>
          <a:xfrm xmlns:a="http://schemas.openxmlformats.org/drawingml/2006/main">
            <a:off x="4962525" y="24574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6E2A524F-C71B-4FE8-AE08-464DE0490DA5}"/>
              </a:ext>
            </a:extLst>
          </p:cNvPr>
          <p:cNvSpPr>
            <a:spLocks xmlns:a="http://schemas.openxmlformats.org/drawingml/2006/main" noGrp="1"/>
          </p:cNvSpPr>
          <p:nvPr/>
        </p:nvSpPr>
        <p:spPr>
          <a:xfrm xmlns:a="http://schemas.openxmlformats.org/drawingml/2006/main">
            <a:off x="5057775" y="25717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May not generalise to a different customer base</a:t>
            </a:r>
          </a:p>
        </p:txBody>
      </p:sp>
      <p:sp>
        <p:nvSpPr>
          <p:cNvPr id="21" name="">
            <a:extLst xmlns:a="http://schemas.openxmlformats.org/drawingml/2006/main">
              <a:ext uri="{FF2B5EF4-FFF2-40B4-BE49-F238E27FC236}">
                <a16:creationId xmlns:a16="http://schemas.microsoft.com/office/drawing/2014/main" id="{66B47756-EF1E-43C6-AE39-894A89E3CF65}"/>
              </a:ext>
            </a:extLst>
          </p:cNvPr>
          <p:cNvSpPr>
            <a:spLocks xmlns:a="http://schemas.openxmlformats.org/drawingml/2006/main" noGrp="1"/>
          </p:cNvSpPr>
          <p:nvPr/>
        </p:nvSpPr>
        <p:spPr>
          <a:xfrm xmlns:a="http://schemas.openxmlformats.org/drawingml/2006/main">
            <a:off x="7867650" y="2457450"/>
            <a:ext cx="369570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E895EEA2-0E83-419D-922B-5D82A5870BE3}"/>
              </a:ext>
            </a:extLst>
          </p:cNvPr>
          <p:cNvSpPr>
            <a:spLocks xmlns:a="http://schemas.openxmlformats.org/drawingml/2006/main" noGrp="1"/>
          </p:cNvSpPr>
          <p:nvPr/>
        </p:nvSpPr>
        <p:spPr>
          <a:xfrm xmlns:a="http://schemas.openxmlformats.org/drawingml/2006/main">
            <a:off x="7962900" y="257175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Refresh data and add complaints or usage patterns</a:t>
            </a:r>
          </a:p>
        </p:txBody>
      </p:sp>
      <p:sp>
        <p:nvSpPr>
          <p:cNvPr id="23" name="">
            <a:extLst xmlns:a="http://schemas.openxmlformats.org/drawingml/2006/main">
              <a:ext uri="{FF2B5EF4-FFF2-40B4-BE49-F238E27FC236}">
                <a16:creationId xmlns:a16="http://schemas.microsoft.com/office/drawing/2014/main" id="{26B96F69-4396-47FA-85F9-E02514EB8659}"/>
              </a:ext>
            </a:extLst>
          </p:cNvPr>
          <p:cNvSpPr>
            <a:spLocks xmlns:a="http://schemas.openxmlformats.org/drawingml/2006/main" noGrp="1"/>
          </p:cNvSpPr>
          <p:nvPr/>
        </p:nvSpPr>
        <p:spPr>
          <a:xfrm xmlns:a="http://schemas.openxmlformats.org/drawingml/2006/main">
            <a:off x="628650" y="3086100"/>
            <a:ext cx="1428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4" name="">
            <a:extLst xmlns:a="http://schemas.openxmlformats.org/drawingml/2006/main">
              <a:ext uri="{FF2B5EF4-FFF2-40B4-BE49-F238E27FC236}">
                <a16:creationId xmlns:a16="http://schemas.microsoft.com/office/drawing/2014/main" id="{A7170431-F1BC-4786-8075-4526D836DA4A}"/>
              </a:ext>
            </a:extLst>
          </p:cNvPr>
          <p:cNvSpPr>
            <a:spLocks xmlns:a="http://schemas.openxmlformats.org/drawingml/2006/main" noGrp="1"/>
          </p:cNvSpPr>
          <p:nvPr/>
        </p:nvSpPr>
        <p:spPr>
          <a:xfrm xmlns:a="http://schemas.openxmlformats.org/drawingml/2006/main">
            <a:off x="723900" y="320040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Model</a:t>
            </a:r>
          </a:p>
        </p:txBody>
      </p:sp>
      <p:sp>
        <p:nvSpPr>
          <p:cNvPr id="25" name="">
            <a:extLst xmlns:a="http://schemas.openxmlformats.org/drawingml/2006/main">
              <a:ext uri="{FF2B5EF4-FFF2-40B4-BE49-F238E27FC236}">
                <a16:creationId xmlns:a16="http://schemas.microsoft.com/office/drawing/2014/main" id="{490EFBF3-61AF-404A-92EC-89256ABC7817}"/>
              </a:ext>
            </a:extLst>
          </p:cNvPr>
          <p:cNvSpPr>
            <a:spLocks xmlns:a="http://schemas.openxmlformats.org/drawingml/2006/main" noGrp="1"/>
          </p:cNvSpPr>
          <p:nvPr/>
        </p:nvSpPr>
        <p:spPr>
          <a:xfrm xmlns:a="http://schemas.openxmlformats.org/drawingml/2006/main">
            <a:off x="2057400" y="30861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6" name="">
            <a:extLst xmlns:a="http://schemas.openxmlformats.org/drawingml/2006/main">
              <a:ext uri="{FF2B5EF4-FFF2-40B4-BE49-F238E27FC236}">
                <a16:creationId xmlns:a16="http://schemas.microsoft.com/office/drawing/2014/main" id="{C2E46FAA-35E3-45AC-8AEE-2AA67DC83369}"/>
              </a:ext>
            </a:extLst>
          </p:cNvPr>
          <p:cNvSpPr>
            <a:spLocks xmlns:a="http://schemas.openxmlformats.org/drawingml/2006/main" noGrp="1"/>
          </p:cNvSpPr>
          <p:nvPr/>
        </p:nvSpPr>
        <p:spPr>
          <a:xfrm xmlns:a="http://schemas.openxmlformats.org/drawingml/2006/main">
            <a:off x="2152650" y="32004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 Label Encoding</a:t>
            </a:r>
          </a:p>
        </p:txBody>
      </p:sp>
      <p:sp>
        <p:nvSpPr>
          <p:cNvPr id="27" name="">
            <a:extLst xmlns:a="http://schemas.openxmlformats.org/drawingml/2006/main">
              <a:ext uri="{FF2B5EF4-FFF2-40B4-BE49-F238E27FC236}">
                <a16:creationId xmlns:a16="http://schemas.microsoft.com/office/drawing/2014/main" id="{66039ACB-82CC-4394-A647-456E177BA4B3}"/>
              </a:ext>
            </a:extLst>
          </p:cNvPr>
          <p:cNvSpPr>
            <a:spLocks xmlns:a="http://schemas.openxmlformats.org/drawingml/2006/main" noGrp="1"/>
          </p:cNvSpPr>
          <p:nvPr/>
        </p:nvSpPr>
        <p:spPr>
          <a:xfrm xmlns:a="http://schemas.openxmlformats.org/drawingml/2006/main">
            <a:off x="4962525" y="30861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DB04E4AA-3147-43C2-ACF6-4E8347C8AF4D}"/>
              </a:ext>
            </a:extLst>
          </p:cNvPr>
          <p:cNvSpPr>
            <a:spLocks xmlns:a="http://schemas.openxmlformats.org/drawingml/2006/main" noGrp="1"/>
          </p:cNvSpPr>
          <p:nvPr/>
        </p:nvSpPr>
        <p:spPr>
          <a:xfrm xmlns:a="http://schemas.openxmlformats.org/drawingml/2006/main">
            <a:off x="5057775" y="32004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baseline cannot establish the best approach</a:t>
            </a:r>
          </a:p>
        </p:txBody>
      </p:sp>
      <p:sp>
        <p:nvSpPr>
          <p:cNvPr id="29" name="">
            <a:extLst xmlns:a="http://schemas.openxmlformats.org/drawingml/2006/main">
              <a:ext uri="{FF2B5EF4-FFF2-40B4-BE49-F238E27FC236}">
                <a16:creationId xmlns:a16="http://schemas.microsoft.com/office/drawing/2014/main" id="{FBCB526E-DD66-45C8-81F3-1BB15B50B769}"/>
              </a:ext>
            </a:extLst>
          </p:cNvPr>
          <p:cNvSpPr>
            <a:spLocks xmlns:a="http://schemas.openxmlformats.org/drawingml/2006/main" noGrp="1"/>
          </p:cNvSpPr>
          <p:nvPr/>
        </p:nvSpPr>
        <p:spPr>
          <a:xfrm xmlns:a="http://schemas.openxmlformats.org/drawingml/2006/main">
            <a:off x="7867650" y="3086100"/>
            <a:ext cx="3695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93FD08ED-B918-41D6-92A2-FBB24A3D5558}"/>
              </a:ext>
            </a:extLst>
          </p:cNvPr>
          <p:cNvSpPr>
            <a:spLocks xmlns:a="http://schemas.openxmlformats.org/drawingml/2006/main" noGrp="1"/>
          </p:cNvSpPr>
          <p:nvPr/>
        </p:nvSpPr>
        <p:spPr>
          <a:xfrm xmlns:a="http://schemas.openxmlformats.org/drawingml/2006/main">
            <a:off x="7962900" y="320040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Compare other classifiers; use One-Hot Encoding where appropriate</a:t>
            </a:r>
          </a:p>
        </p:txBody>
      </p:sp>
      <p:sp>
        <p:nvSpPr>
          <p:cNvPr id="31" name="">
            <a:extLst xmlns:a="http://schemas.openxmlformats.org/drawingml/2006/main">
              <a:ext uri="{FF2B5EF4-FFF2-40B4-BE49-F238E27FC236}">
                <a16:creationId xmlns:a16="http://schemas.microsoft.com/office/drawing/2014/main" id="{7A06B314-5E0F-4782-93A4-4EF7FDD51755}"/>
              </a:ext>
            </a:extLst>
          </p:cNvPr>
          <p:cNvSpPr>
            <a:spLocks xmlns:a="http://schemas.openxmlformats.org/drawingml/2006/main" noGrp="1"/>
          </p:cNvSpPr>
          <p:nvPr/>
        </p:nvSpPr>
        <p:spPr>
          <a:xfrm xmlns:a="http://schemas.openxmlformats.org/drawingml/2006/main">
            <a:off x="628650" y="3714750"/>
            <a:ext cx="142875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2" name="">
            <a:extLst xmlns:a="http://schemas.openxmlformats.org/drawingml/2006/main">
              <a:ext uri="{FF2B5EF4-FFF2-40B4-BE49-F238E27FC236}">
                <a16:creationId xmlns:a16="http://schemas.microsoft.com/office/drawing/2014/main" id="{96696F41-50B7-46DB-A857-3AF4A4A10DED}"/>
              </a:ext>
            </a:extLst>
          </p:cNvPr>
          <p:cNvSpPr>
            <a:spLocks xmlns:a="http://schemas.openxmlformats.org/drawingml/2006/main" noGrp="1"/>
          </p:cNvSpPr>
          <p:nvPr/>
        </p:nvSpPr>
        <p:spPr>
          <a:xfrm xmlns:a="http://schemas.openxmlformats.org/drawingml/2006/main">
            <a:off x="723900" y="38290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Validation</a:t>
            </a:r>
          </a:p>
        </p:txBody>
      </p:sp>
      <p:sp>
        <p:nvSpPr>
          <p:cNvPr id="33" name="">
            <a:extLst xmlns:a="http://schemas.openxmlformats.org/drawingml/2006/main">
              <a:ext uri="{FF2B5EF4-FFF2-40B4-BE49-F238E27FC236}">
                <a16:creationId xmlns:a16="http://schemas.microsoft.com/office/drawing/2014/main" id="{9E01BCB2-E43B-47A9-AA4D-19A9DD7FA30D}"/>
              </a:ext>
            </a:extLst>
          </p:cNvPr>
          <p:cNvSpPr>
            <a:spLocks xmlns:a="http://schemas.openxmlformats.org/drawingml/2006/main" noGrp="1"/>
          </p:cNvSpPr>
          <p:nvPr/>
        </p:nvSpPr>
        <p:spPr>
          <a:xfrm xmlns:a="http://schemas.openxmlformats.org/drawingml/2006/main">
            <a:off x="2057400" y="37147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45B4DB27-604D-4277-AD96-C2AFDCACAEA7}"/>
              </a:ext>
            </a:extLst>
          </p:cNvPr>
          <p:cNvSpPr>
            <a:spLocks xmlns:a="http://schemas.openxmlformats.org/drawingml/2006/main" noGrp="1"/>
          </p:cNvSpPr>
          <p:nvPr/>
        </p:nvSpPr>
        <p:spPr>
          <a:xfrm xmlns:a="http://schemas.openxmlformats.org/drawingml/2006/main">
            <a:off x="2152650" y="38290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80:20 hold-out evaluation</a:t>
            </a:r>
          </a:p>
        </p:txBody>
      </p:sp>
      <p:sp>
        <p:nvSpPr>
          <p:cNvPr id="35" name="">
            <a:extLst xmlns:a="http://schemas.openxmlformats.org/drawingml/2006/main">
              <a:ext uri="{FF2B5EF4-FFF2-40B4-BE49-F238E27FC236}">
                <a16:creationId xmlns:a16="http://schemas.microsoft.com/office/drawing/2014/main" id="{91D73FD8-9992-4830-A288-9F2047B58541}"/>
              </a:ext>
            </a:extLst>
          </p:cNvPr>
          <p:cNvSpPr>
            <a:spLocks xmlns:a="http://schemas.openxmlformats.org/drawingml/2006/main" noGrp="1"/>
          </p:cNvSpPr>
          <p:nvPr/>
        </p:nvSpPr>
        <p:spPr>
          <a:xfrm xmlns:a="http://schemas.openxmlformats.org/drawingml/2006/main">
            <a:off x="4962525" y="3714750"/>
            <a:ext cx="2905125"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6" name="">
            <a:extLst xmlns:a="http://schemas.openxmlformats.org/drawingml/2006/main">
              <a:ext uri="{FF2B5EF4-FFF2-40B4-BE49-F238E27FC236}">
                <a16:creationId xmlns:a16="http://schemas.microsoft.com/office/drawing/2014/main" id="{0F705699-D9CC-4032-BC73-052C20317F0D}"/>
              </a:ext>
            </a:extLst>
          </p:cNvPr>
          <p:cNvSpPr>
            <a:spLocks xmlns:a="http://schemas.openxmlformats.org/drawingml/2006/main" noGrp="1"/>
          </p:cNvSpPr>
          <p:nvPr/>
        </p:nvSpPr>
        <p:spPr>
          <a:xfrm xmlns:a="http://schemas.openxmlformats.org/drawingml/2006/main">
            <a:off x="5057775" y="38290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split provides limited evidence of stability</a:t>
            </a:r>
          </a:p>
        </p:txBody>
      </p:sp>
      <p:sp>
        <p:nvSpPr>
          <p:cNvPr id="37" name="">
            <a:extLst xmlns:a="http://schemas.openxmlformats.org/drawingml/2006/main">
              <a:ext uri="{FF2B5EF4-FFF2-40B4-BE49-F238E27FC236}">
                <a16:creationId xmlns:a16="http://schemas.microsoft.com/office/drawing/2014/main" id="{D1E94649-BEE2-47C3-8434-FAC0FE4764B9}"/>
              </a:ext>
            </a:extLst>
          </p:cNvPr>
          <p:cNvSpPr>
            <a:spLocks xmlns:a="http://schemas.openxmlformats.org/drawingml/2006/main" noGrp="1"/>
          </p:cNvSpPr>
          <p:nvPr/>
        </p:nvSpPr>
        <p:spPr>
          <a:xfrm xmlns:a="http://schemas.openxmlformats.org/drawingml/2006/main">
            <a:off x="7867650" y="3714750"/>
            <a:ext cx="3695700" cy="6286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4335FC15-928B-45F1-BA18-D138162F807A}"/>
              </a:ext>
            </a:extLst>
          </p:cNvPr>
          <p:cNvSpPr>
            <a:spLocks xmlns:a="http://schemas.openxmlformats.org/drawingml/2006/main" noGrp="1"/>
          </p:cNvSpPr>
          <p:nvPr/>
        </p:nvSpPr>
        <p:spPr>
          <a:xfrm xmlns:a="http://schemas.openxmlformats.org/drawingml/2006/main">
            <a:off x="7962900" y="382905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Add cross-validation and hyperparameter tuning</a:t>
            </a:r>
          </a:p>
        </p:txBody>
      </p:sp>
      <p:sp>
        <p:nvSpPr>
          <p:cNvPr id="39" name="">
            <a:extLst xmlns:a="http://schemas.openxmlformats.org/drawingml/2006/main">
              <a:ext uri="{FF2B5EF4-FFF2-40B4-BE49-F238E27FC236}">
                <a16:creationId xmlns:a16="http://schemas.microsoft.com/office/drawing/2014/main" id="{37A9842D-E522-4C48-8597-B77A5A8F5AC7}"/>
              </a:ext>
            </a:extLst>
          </p:cNvPr>
          <p:cNvSpPr>
            <a:spLocks xmlns:a="http://schemas.openxmlformats.org/drawingml/2006/main" noGrp="1"/>
          </p:cNvSpPr>
          <p:nvPr/>
        </p:nvSpPr>
        <p:spPr>
          <a:xfrm xmlns:a="http://schemas.openxmlformats.org/drawingml/2006/main">
            <a:off x="628650" y="4343400"/>
            <a:ext cx="1428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1C428683-76FC-4764-A289-75F0F7DD39C6}"/>
              </a:ext>
            </a:extLst>
          </p:cNvPr>
          <p:cNvSpPr>
            <a:spLocks xmlns:a="http://schemas.openxmlformats.org/drawingml/2006/main" noGrp="1"/>
          </p:cNvSpPr>
          <p:nvPr/>
        </p:nvSpPr>
        <p:spPr>
          <a:xfrm xmlns:a="http://schemas.openxmlformats.org/drawingml/2006/main">
            <a:off x="723900" y="445770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Delivery</a:t>
            </a:r>
          </a:p>
        </p:txBody>
      </p:sp>
      <p:sp>
        <p:nvSpPr>
          <p:cNvPr id="41" name="">
            <a:extLst xmlns:a="http://schemas.openxmlformats.org/drawingml/2006/main">
              <a:ext uri="{FF2B5EF4-FFF2-40B4-BE49-F238E27FC236}">
                <a16:creationId xmlns:a16="http://schemas.microsoft.com/office/drawing/2014/main" id="{DBAC456E-D0D2-464D-9862-07749BC2BD5D}"/>
              </a:ext>
            </a:extLst>
          </p:cNvPr>
          <p:cNvSpPr>
            <a:spLocks xmlns:a="http://schemas.openxmlformats.org/drawingml/2006/main" noGrp="1"/>
          </p:cNvSpPr>
          <p:nvPr/>
        </p:nvSpPr>
        <p:spPr>
          <a:xfrm xmlns:a="http://schemas.openxmlformats.org/drawingml/2006/main">
            <a:off x="2057400" y="43434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2" name="">
            <a:extLst xmlns:a="http://schemas.openxmlformats.org/drawingml/2006/main">
              <a:ext uri="{FF2B5EF4-FFF2-40B4-BE49-F238E27FC236}">
                <a16:creationId xmlns:a16="http://schemas.microsoft.com/office/drawing/2014/main" id="{DA5AB7EA-486C-4504-B4D9-F3276B77CFFF}"/>
              </a:ext>
            </a:extLst>
          </p:cNvPr>
          <p:cNvSpPr>
            <a:spLocks xmlns:a="http://schemas.openxmlformats.org/drawingml/2006/main" noGrp="1"/>
          </p:cNvSpPr>
          <p:nvPr/>
        </p:nvSpPr>
        <p:spPr>
          <a:xfrm xmlns:a="http://schemas.openxmlformats.org/drawingml/2006/main">
            <a:off x="2152650" y="44577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Offline data; no live CRM connection</a:t>
            </a:r>
          </a:p>
        </p:txBody>
      </p:sp>
      <p:sp>
        <p:nvSpPr>
          <p:cNvPr id="43" name="">
            <a:extLst xmlns:a="http://schemas.openxmlformats.org/drawingml/2006/main">
              <a:ext uri="{FF2B5EF4-FFF2-40B4-BE49-F238E27FC236}">
                <a16:creationId xmlns:a16="http://schemas.microsoft.com/office/drawing/2014/main" id="{2E9DF579-680B-4F76-B85E-80DB1236A16A}"/>
              </a:ext>
            </a:extLst>
          </p:cNvPr>
          <p:cNvSpPr>
            <a:spLocks xmlns:a="http://schemas.openxmlformats.org/drawingml/2006/main" noGrp="1"/>
          </p:cNvSpPr>
          <p:nvPr/>
        </p:nvSpPr>
        <p:spPr>
          <a:xfrm xmlns:a="http://schemas.openxmlformats.org/drawingml/2006/main">
            <a:off x="4962525" y="4343400"/>
            <a:ext cx="29051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4" name="">
            <a:extLst xmlns:a="http://schemas.openxmlformats.org/drawingml/2006/main">
              <a:ext uri="{FF2B5EF4-FFF2-40B4-BE49-F238E27FC236}">
                <a16:creationId xmlns:a16="http://schemas.microsoft.com/office/drawing/2014/main" id="{590518EB-1B99-4607-B414-2F431DFE5D9C}"/>
              </a:ext>
            </a:extLst>
          </p:cNvPr>
          <p:cNvSpPr>
            <a:spLocks xmlns:a="http://schemas.openxmlformats.org/drawingml/2006/main" noGrp="1"/>
          </p:cNvSpPr>
          <p:nvPr/>
        </p:nvSpPr>
        <p:spPr>
          <a:xfrm xmlns:a="http://schemas.openxmlformats.org/drawingml/2006/main">
            <a:off x="5057775" y="445770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Predictions remain separate from daily operations</a:t>
            </a:r>
          </a:p>
        </p:txBody>
      </p:sp>
      <p:sp>
        <p:nvSpPr>
          <p:cNvPr id="45" name="">
            <a:extLst xmlns:a="http://schemas.openxmlformats.org/drawingml/2006/main">
              <a:ext uri="{FF2B5EF4-FFF2-40B4-BE49-F238E27FC236}">
                <a16:creationId xmlns:a16="http://schemas.microsoft.com/office/drawing/2014/main" id="{8C91DCD0-4C2A-4909-9C1E-E763AFE810A6}"/>
              </a:ext>
            </a:extLst>
          </p:cNvPr>
          <p:cNvSpPr>
            <a:spLocks xmlns:a="http://schemas.openxmlformats.org/drawingml/2006/main" noGrp="1"/>
          </p:cNvSpPr>
          <p:nvPr/>
        </p:nvSpPr>
        <p:spPr>
          <a:xfrm xmlns:a="http://schemas.openxmlformats.org/drawingml/2006/main">
            <a:off x="7867650" y="4343400"/>
            <a:ext cx="3695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6" name="">
            <a:extLst xmlns:a="http://schemas.openxmlformats.org/drawingml/2006/main">
              <a:ext uri="{FF2B5EF4-FFF2-40B4-BE49-F238E27FC236}">
                <a16:creationId xmlns:a16="http://schemas.microsoft.com/office/drawing/2014/main" id="{C64A2D9B-9992-4912-AC57-CE623432B5BF}"/>
              </a:ext>
            </a:extLst>
          </p:cNvPr>
          <p:cNvSpPr>
            <a:spLocks xmlns:a="http://schemas.openxmlformats.org/drawingml/2006/main" noGrp="1"/>
          </p:cNvSpPr>
          <p:nvPr/>
        </p:nvSpPr>
        <p:spPr>
          <a:xfrm xmlns:a="http://schemas.openxmlformats.org/drawingml/2006/main">
            <a:off x="7962900" y="4457700"/>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Package an application, then integrate refreshed data</a:t>
            </a:r>
          </a:p>
        </p:txBody>
      </p:sp>
      <p:sp>
        <p:nvSpPr>
          <p:cNvPr id="47" name="">
            <a:extLst xmlns:a="http://schemas.openxmlformats.org/drawingml/2006/main">
              <a:ext uri="{FF2B5EF4-FFF2-40B4-BE49-F238E27FC236}">
                <a16:creationId xmlns:a16="http://schemas.microsoft.com/office/drawing/2014/main" id="{8EA9B3BB-C788-4325-810B-0BA10A838502}"/>
              </a:ext>
            </a:extLst>
          </p:cNvPr>
          <p:cNvSpPr>
            <a:spLocks xmlns:a="http://schemas.openxmlformats.org/drawingml/2006/main" noGrp="1"/>
          </p:cNvSpPr>
          <p:nvPr/>
        </p:nvSpPr>
        <p:spPr>
          <a:xfrm xmlns:a="http://schemas.openxmlformats.org/drawingml/2006/main">
            <a:off x="628650" y="5200650"/>
            <a:ext cx="177165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8" name="">
            <a:extLst xmlns:a="http://schemas.openxmlformats.org/drawingml/2006/main">
              <a:ext uri="{FF2B5EF4-FFF2-40B4-BE49-F238E27FC236}">
                <a16:creationId xmlns:a16="http://schemas.microsoft.com/office/drawing/2014/main" id="{2DB51259-0715-4341-8BF6-02EDFC979138}"/>
              </a:ext>
            </a:extLst>
          </p:cNvPr>
          <p:cNvSpPr>
            <a:spLocks xmlns:a="http://schemas.openxmlformats.org/drawingml/2006/main" noGrp="1"/>
          </p:cNvSpPr>
          <p:nvPr/>
        </p:nvSpPr>
        <p:spPr>
          <a:xfrm xmlns:a="http://schemas.openxmlformats.org/drawingml/2006/main">
            <a:off x="723900" y="5248275"/>
            <a:ext cx="1581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DELIVERY SEQUENCE</a:t>
            </a:r>
          </a:p>
        </p:txBody>
      </p:sp>
      <p:sp>
        <p:nvSpPr>
          <p:cNvPr id="49" name="">
            <a:extLst xmlns:a="http://schemas.openxmlformats.org/drawingml/2006/main">
              <a:ext uri="{FF2B5EF4-FFF2-40B4-BE49-F238E27FC236}">
                <a16:creationId xmlns:a16="http://schemas.microsoft.com/office/drawing/2014/main" id="{6E0455F0-C02F-4397-9387-B27D96B19A92}"/>
              </a:ext>
            </a:extLst>
          </p:cNvPr>
          <p:cNvSpPr>
            <a:spLocks xmlns:a="http://schemas.openxmlformats.org/drawingml/2006/main" noGrp="1"/>
          </p:cNvSpPr>
          <p:nvPr/>
        </p:nvSpPr>
        <p:spPr>
          <a:xfrm xmlns:a="http://schemas.openxmlformats.org/drawingml/2006/main">
            <a:off x="628650" y="5600700"/>
            <a:ext cx="3467100" cy="5143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66308C7B-1F52-411B-B23C-C280E83155B8}"/>
              </a:ext>
            </a:extLst>
          </p:cNvPr>
          <p:cNvSpPr>
            <a:spLocks xmlns:a="http://schemas.openxmlformats.org/drawingml/2006/main" noGrp="1"/>
          </p:cNvSpPr>
          <p:nvPr/>
        </p:nvSpPr>
        <p:spPr>
          <a:xfrm xmlns:a="http://schemas.openxmlformats.org/drawingml/2006/main">
            <a:off x="7620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51" name="">
            <a:extLst xmlns:a="http://schemas.openxmlformats.org/drawingml/2006/main">
              <a:ext uri="{FF2B5EF4-FFF2-40B4-BE49-F238E27FC236}">
                <a16:creationId xmlns:a16="http://schemas.microsoft.com/office/drawing/2014/main" id="{E47864F3-79A9-433F-95DF-8C6E73327FF6}"/>
              </a:ext>
            </a:extLst>
          </p:cNvPr>
          <p:cNvSpPr>
            <a:spLocks xmlns:a="http://schemas.openxmlformats.org/drawingml/2006/main" noGrp="1"/>
          </p:cNvSpPr>
          <p:nvPr/>
        </p:nvSpPr>
        <p:spPr>
          <a:xfrm xmlns:a="http://schemas.openxmlformats.org/drawingml/2006/main">
            <a:off x="11239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Strengthen validation</a:t>
            </a:r>
          </a:p>
        </p:txBody>
      </p:sp>
      <p:sp>
        <p:nvSpPr>
          <p:cNvPr id="52" name="">
            <a:extLst xmlns:a="http://schemas.openxmlformats.org/drawingml/2006/main">
              <a:ext uri="{FF2B5EF4-FFF2-40B4-BE49-F238E27FC236}">
                <a16:creationId xmlns:a16="http://schemas.microsoft.com/office/drawing/2014/main" id="{2AF8050E-68E2-4937-B449-C8854FE3D181}"/>
              </a:ext>
            </a:extLst>
          </p:cNvPr>
          <p:cNvSpPr>
            <a:spLocks xmlns:a="http://schemas.openxmlformats.org/drawingml/2006/main" noGrp="1"/>
          </p:cNvSpPr>
          <p:nvPr/>
        </p:nvSpPr>
        <p:spPr>
          <a:xfrm xmlns:a="http://schemas.openxmlformats.org/drawingml/2006/main">
            <a:off x="4095750" y="5857875"/>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3" name="">
            <a:extLst xmlns:a="http://schemas.openxmlformats.org/drawingml/2006/main">
              <a:ext uri="{FF2B5EF4-FFF2-40B4-BE49-F238E27FC236}">
                <a16:creationId xmlns:a16="http://schemas.microsoft.com/office/drawing/2014/main" id="{3DD83423-7E4F-47B6-AB93-5D49223547EA}"/>
              </a:ext>
            </a:extLst>
          </p:cNvPr>
          <p:cNvSpPr>
            <a:spLocks xmlns:a="http://schemas.openxmlformats.org/drawingml/2006/main" noGrp="1"/>
          </p:cNvSpPr>
          <p:nvPr/>
        </p:nvSpPr>
        <p:spPr>
          <a:xfrm xmlns:a="http://schemas.openxmlformats.org/drawingml/2006/main">
            <a:off x="4286250" y="5600700"/>
            <a:ext cx="34671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378EBFE5-4942-4916-A877-E912FC8119E6}"/>
              </a:ext>
            </a:extLst>
          </p:cNvPr>
          <p:cNvSpPr>
            <a:spLocks xmlns:a="http://schemas.openxmlformats.org/drawingml/2006/main" noGrp="1"/>
          </p:cNvSpPr>
          <p:nvPr/>
        </p:nvSpPr>
        <p:spPr>
          <a:xfrm xmlns:a="http://schemas.openxmlformats.org/drawingml/2006/main">
            <a:off x="44196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55" name="">
            <a:extLst xmlns:a="http://schemas.openxmlformats.org/drawingml/2006/main">
              <a:ext uri="{FF2B5EF4-FFF2-40B4-BE49-F238E27FC236}">
                <a16:creationId xmlns:a16="http://schemas.microsoft.com/office/drawing/2014/main" id="{DB8EA91A-47E5-4D5E-B1F8-DC4584CC6358}"/>
              </a:ext>
            </a:extLst>
          </p:cNvPr>
          <p:cNvSpPr>
            <a:spLocks xmlns:a="http://schemas.openxmlformats.org/drawingml/2006/main" noGrp="1"/>
          </p:cNvSpPr>
          <p:nvPr/>
        </p:nvSpPr>
        <p:spPr>
          <a:xfrm xmlns:a="http://schemas.openxmlformats.org/drawingml/2006/main">
            <a:off x="47815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Package prediction</a:t>
            </a:r>
          </a:p>
        </p:txBody>
      </p:sp>
      <p:sp>
        <p:nvSpPr>
          <p:cNvPr id="56" name="">
            <a:extLst xmlns:a="http://schemas.openxmlformats.org/drawingml/2006/main">
              <a:ext uri="{FF2B5EF4-FFF2-40B4-BE49-F238E27FC236}">
                <a16:creationId xmlns:a16="http://schemas.microsoft.com/office/drawing/2014/main" id="{AD54DC9F-56B4-44AA-8241-E6971B933D32}"/>
              </a:ext>
            </a:extLst>
          </p:cNvPr>
          <p:cNvSpPr>
            <a:spLocks xmlns:a="http://schemas.openxmlformats.org/drawingml/2006/main" noGrp="1"/>
          </p:cNvSpPr>
          <p:nvPr/>
        </p:nvSpPr>
        <p:spPr>
          <a:xfrm xmlns:a="http://schemas.openxmlformats.org/drawingml/2006/main">
            <a:off x="7753350" y="5857875"/>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7" name="">
            <a:extLst xmlns:a="http://schemas.openxmlformats.org/drawingml/2006/main">
              <a:ext uri="{FF2B5EF4-FFF2-40B4-BE49-F238E27FC236}">
                <a16:creationId xmlns:a16="http://schemas.microsoft.com/office/drawing/2014/main" id="{1B1EFE14-D817-485D-96B8-37F490F9FE7B}"/>
              </a:ext>
            </a:extLst>
          </p:cNvPr>
          <p:cNvSpPr>
            <a:spLocks xmlns:a="http://schemas.openxmlformats.org/drawingml/2006/main" noGrp="1"/>
          </p:cNvSpPr>
          <p:nvPr/>
        </p:nvSpPr>
        <p:spPr>
          <a:xfrm xmlns:a="http://schemas.openxmlformats.org/drawingml/2006/main">
            <a:off x="7943850" y="5600700"/>
            <a:ext cx="34671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8" name="">
            <a:extLst xmlns:a="http://schemas.openxmlformats.org/drawingml/2006/main">
              <a:ext uri="{FF2B5EF4-FFF2-40B4-BE49-F238E27FC236}">
                <a16:creationId xmlns:a16="http://schemas.microsoft.com/office/drawing/2014/main" id="{B192D49A-3DB0-4E36-A20C-488EBF5C699C}"/>
              </a:ext>
            </a:extLst>
          </p:cNvPr>
          <p:cNvSpPr>
            <a:spLocks xmlns:a="http://schemas.openxmlformats.org/drawingml/2006/main" noGrp="1"/>
          </p:cNvSpPr>
          <p:nvPr/>
        </p:nvSpPr>
        <p:spPr>
          <a:xfrm xmlns:a="http://schemas.openxmlformats.org/drawingml/2006/main">
            <a:off x="8077200" y="57435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59" name="">
            <a:extLst xmlns:a="http://schemas.openxmlformats.org/drawingml/2006/main">
              <a:ext uri="{FF2B5EF4-FFF2-40B4-BE49-F238E27FC236}">
                <a16:creationId xmlns:a16="http://schemas.microsoft.com/office/drawing/2014/main" id="{E4747289-3481-44A6-B8CA-957D734E53DC}"/>
              </a:ext>
            </a:extLst>
          </p:cNvPr>
          <p:cNvSpPr>
            <a:spLocks xmlns:a="http://schemas.openxmlformats.org/drawingml/2006/main" noGrp="1"/>
          </p:cNvSpPr>
          <p:nvPr/>
        </p:nvSpPr>
        <p:spPr>
          <a:xfrm xmlns:a="http://schemas.openxmlformats.org/drawingml/2006/main">
            <a:off x="8439150" y="571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Integrate refreshed data</a:t>
            </a:r>
          </a:p>
        </p:txBody>
      </p:sp>
      <p:sp>
        <p:nvSpPr>
          <p:cNvPr id="60" name="">
            <a:extLst xmlns:a="http://schemas.openxmlformats.org/drawingml/2006/main">
              <a:ext uri="{FF2B5EF4-FFF2-40B4-BE49-F238E27FC236}">
                <a16:creationId xmlns:a16="http://schemas.microsoft.com/office/drawing/2014/main" id="{E55B7539-7DA3-4404-BACB-4941ACC38EEF}"/>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6C14B829-65BF-458F-93F8-85567E33D2BA}"/>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a:t>
            </a:r>
          </a:p>
        </p:txBody>
      </p:sp>
    </p:spTree>
    <p:extLst>
      <p:ext uri="{BB962C8B-B14F-4D97-AF65-F5344CB8AC3E}">
        <p14:creationId xmlns:p14="http://schemas.microsoft.com/office/powerpoint/2010/main" val="1011511722"/>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F9A51E3-A17F-4E57-B623-0FF2172F5C60}"/>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PROJECT EVIDENCE</a:t>
            </a:r>
          </a:p>
        </p:txBody>
      </p:sp>
      <p:sp>
        <p:nvSpPr>
          <p:cNvPr id="2" name="">
            <a:extLst xmlns:a="http://schemas.openxmlformats.org/drawingml/2006/main">
              <a:ext uri="{FF2B5EF4-FFF2-40B4-BE49-F238E27FC236}">
                <a16:creationId xmlns:a16="http://schemas.microsoft.com/office/drawing/2014/main" id="{70B8C90D-1E83-43CD-9253-A8969D2EE6FF}"/>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Code</a:t>
            </a:r>
          </a:p>
        </p:txBody>
      </p:sp>
      <p:sp>
        <p:nvSpPr>
          <p:cNvPr id="3" name="">
            <a:extLst xmlns:a="http://schemas.openxmlformats.org/drawingml/2006/main">
              <a:ext uri="{FF2B5EF4-FFF2-40B4-BE49-F238E27FC236}">
                <a16:creationId xmlns:a16="http://schemas.microsoft.com/office/drawing/2014/main" id="{E13D7FD2-44C2-448A-A503-EF71ADC58EF9}"/>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E88E5FFA-E6A5-40E0-90A6-DAF3D4D9B04E}"/>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5140563-7182-461B-A990-1870C573A0A3}"/>
              </a:ext>
            </a:extLst>
          </p:cNvPr>
          <p:cNvSpPr>
            <a:spLocks xmlns:a="http://schemas.openxmlformats.org/drawingml/2006/main" noGrp="1"/>
          </p:cNvSpPr>
          <p:nvPr/>
        </p:nvSpPr>
        <p:spPr>
          <a:xfrm xmlns:a="http://schemas.openxmlformats.org/drawingml/2006/main">
            <a:off x="628650" y="16002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Paste two or three code screenshots into the editable frames below.</a:t>
            </a:r>
          </a:p>
        </p:txBody>
      </p:sp>
      <p:sp>
        <p:nvSpPr>
          <p:cNvPr id="6" name="">
            <a:extLst xmlns:a="http://schemas.openxmlformats.org/drawingml/2006/main">
              <a:ext uri="{FF2B5EF4-FFF2-40B4-BE49-F238E27FC236}">
                <a16:creationId xmlns:a16="http://schemas.microsoft.com/office/drawing/2014/main" id="{27EECBA4-F27D-4BF7-A6DE-8131E84F8669}"/>
              </a:ext>
            </a:extLst>
          </p:cNvPr>
          <p:cNvSpPr>
            <a:spLocks xmlns:a="http://schemas.openxmlformats.org/drawingml/2006/main" noGrp="1"/>
          </p:cNvSpPr>
          <p:nvPr/>
        </p:nvSpPr>
        <p:spPr>
          <a:xfrm xmlns:a="http://schemas.openxmlformats.org/drawingml/2006/main">
            <a:off x="628650" y="2143125"/>
            <a:ext cx="3409950" cy="34290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7" name="">
            <a:extLst xmlns:a="http://schemas.openxmlformats.org/drawingml/2006/main">
              <a:ext uri="{FF2B5EF4-FFF2-40B4-BE49-F238E27FC236}">
                <a16:creationId xmlns:a16="http://schemas.microsoft.com/office/drawing/2014/main" id="{5404B2E5-247C-4EB3-8541-C12781087208}"/>
              </a:ext>
            </a:extLst>
          </p:cNvPr>
          <p:cNvSpPr>
            <a:spLocks xmlns:a="http://schemas.openxmlformats.org/drawingml/2006/main" noGrp="1"/>
          </p:cNvSpPr>
          <p:nvPr/>
        </p:nvSpPr>
        <p:spPr>
          <a:xfrm xmlns:a="http://schemas.openxmlformats.org/drawingml/2006/main">
            <a:off x="85725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1</a:t>
            </a:r>
          </a:p>
        </p:txBody>
      </p:sp>
      <p:sp>
        <p:nvSpPr>
          <p:cNvPr id="8" name="">
            <a:extLst xmlns:a="http://schemas.openxmlformats.org/drawingml/2006/main">
              <a:ext uri="{FF2B5EF4-FFF2-40B4-BE49-F238E27FC236}">
                <a16:creationId xmlns:a16="http://schemas.microsoft.com/office/drawing/2014/main" id="{E53E0B17-FC67-488C-9057-94D70EDEB3E8}"/>
              </a:ext>
            </a:extLst>
          </p:cNvPr>
          <p:cNvSpPr>
            <a:spLocks xmlns:a="http://schemas.openxmlformats.org/drawingml/2006/main" noGrp="1"/>
          </p:cNvSpPr>
          <p:nvPr/>
        </p:nvSpPr>
        <p:spPr>
          <a:xfrm xmlns:a="http://schemas.openxmlformats.org/drawingml/2006/main">
            <a:off x="857250"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9" name="">
            <a:extLst xmlns:a="http://schemas.openxmlformats.org/drawingml/2006/main">
              <a:ext uri="{FF2B5EF4-FFF2-40B4-BE49-F238E27FC236}">
                <a16:creationId xmlns:a16="http://schemas.microsoft.com/office/drawing/2014/main" id="{615A15A3-FB5D-4238-B2CD-ABE4BFE88E2D}"/>
              </a:ext>
            </a:extLst>
          </p:cNvPr>
          <p:cNvSpPr>
            <a:spLocks xmlns:a="http://schemas.openxmlformats.org/drawingml/2006/main" noGrp="1"/>
          </p:cNvSpPr>
          <p:nvPr/>
        </p:nvSpPr>
        <p:spPr>
          <a:xfrm xmlns:a="http://schemas.openxmlformats.org/drawingml/2006/main">
            <a:off x="4391025" y="2143125"/>
            <a:ext cx="3409950" cy="34290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10" name="">
            <a:extLst xmlns:a="http://schemas.openxmlformats.org/drawingml/2006/main">
              <a:ext uri="{FF2B5EF4-FFF2-40B4-BE49-F238E27FC236}">
                <a16:creationId xmlns:a16="http://schemas.microsoft.com/office/drawing/2014/main" id="{B43D6CEB-066D-4E93-A92B-D5FC63D22E3F}"/>
              </a:ext>
            </a:extLst>
          </p:cNvPr>
          <p:cNvSpPr>
            <a:spLocks xmlns:a="http://schemas.openxmlformats.org/drawingml/2006/main" noGrp="1"/>
          </p:cNvSpPr>
          <p:nvPr/>
        </p:nvSpPr>
        <p:spPr>
          <a:xfrm xmlns:a="http://schemas.openxmlformats.org/drawingml/2006/main">
            <a:off x="4619625"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2</a:t>
            </a:r>
          </a:p>
        </p:txBody>
      </p:sp>
      <p:sp>
        <p:nvSpPr>
          <p:cNvPr id="11" name="">
            <a:extLst xmlns:a="http://schemas.openxmlformats.org/drawingml/2006/main">
              <a:ext uri="{FF2B5EF4-FFF2-40B4-BE49-F238E27FC236}">
                <a16:creationId xmlns:a16="http://schemas.microsoft.com/office/drawing/2014/main" id="{CFD80C7B-0612-4ACB-9F66-E623E1A825D3}"/>
              </a:ext>
            </a:extLst>
          </p:cNvPr>
          <p:cNvSpPr>
            <a:spLocks xmlns:a="http://schemas.openxmlformats.org/drawingml/2006/main" noGrp="1"/>
          </p:cNvSpPr>
          <p:nvPr/>
        </p:nvSpPr>
        <p:spPr>
          <a:xfrm xmlns:a="http://schemas.openxmlformats.org/drawingml/2006/main">
            <a:off x="4619625"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12" name="">
            <a:extLst xmlns:a="http://schemas.openxmlformats.org/drawingml/2006/main">
              <a:ext uri="{FF2B5EF4-FFF2-40B4-BE49-F238E27FC236}">
                <a16:creationId xmlns:a16="http://schemas.microsoft.com/office/drawing/2014/main" id="{B87F0601-C616-4ED4-92F6-A22042773D26}"/>
              </a:ext>
            </a:extLst>
          </p:cNvPr>
          <p:cNvSpPr>
            <a:spLocks xmlns:a="http://schemas.openxmlformats.org/drawingml/2006/main" noGrp="1"/>
          </p:cNvSpPr>
          <p:nvPr/>
        </p:nvSpPr>
        <p:spPr>
          <a:xfrm xmlns:a="http://schemas.openxmlformats.org/drawingml/2006/main">
            <a:off x="8153400" y="2143125"/>
            <a:ext cx="3409950" cy="34290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13" name="">
            <a:extLst xmlns:a="http://schemas.openxmlformats.org/drawingml/2006/main">
              <a:ext uri="{FF2B5EF4-FFF2-40B4-BE49-F238E27FC236}">
                <a16:creationId xmlns:a16="http://schemas.microsoft.com/office/drawing/2014/main" id="{33A1897B-90E5-436B-B2E5-70073BE54BA6}"/>
              </a:ext>
            </a:extLst>
          </p:cNvPr>
          <p:cNvSpPr>
            <a:spLocks xmlns:a="http://schemas.openxmlformats.org/drawingml/2006/main" noGrp="1"/>
          </p:cNvSpPr>
          <p:nvPr/>
        </p:nvSpPr>
        <p:spPr>
          <a:xfrm xmlns:a="http://schemas.openxmlformats.org/drawingml/2006/main">
            <a:off x="838200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CODE SCREENSHOT 3</a:t>
            </a:r>
          </a:p>
        </p:txBody>
      </p:sp>
      <p:sp>
        <p:nvSpPr>
          <p:cNvPr id="14" name="">
            <a:extLst xmlns:a="http://schemas.openxmlformats.org/drawingml/2006/main">
              <a:ext uri="{FF2B5EF4-FFF2-40B4-BE49-F238E27FC236}">
                <a16:creationId xmlns:a16="http://schemas.microsoft.com/office/drawing/2014/main" id="{C19D49A9-C7EF-4AD7-9F56-4E168171B663}"/>
              </a:ext>
            </a:extLst>
          </p:cNvPr>
          <p:cNvSpPr>
            <a:spLocks xmlns:a="http://schemas.openxmlformats.org/drawingml/2006/main" noGrp="1"/>
          </p:cNvSpPr>
          <p:nvPr/>
        </p:nvSpPr>
        <p:spPr>
          <a:xfrm xmlns:a="http://schemas.openxmlformats.org/drawingml/2006/main">
            <a:off x="8382000" y="389572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202024"/>
                </a:solidFill>
                <a:latin typeface="Arial"/>
                <a:ea typeface="Arial"/>
                <a:cs typeface="Arial"/>
              </a:defRPr>
            </a:pPr>
            <a:r>
              <a:rPr sz="1425" b="0" i="1">
                <a:solidFill>
                  <a:srgbClr val="202024"/>
                </a:solidFill>
                <a:latin typeface="Arial"/>
                <a:ea typeface="Arial"/>
                <a:cs typeface="Arial"/>
              </a:rPr>
              <a:t>Paste image here</a:t>
            </a:r>
          </a:p>
        </p:txBody>
      </p:sp>
      <p:sp>
        <p:nvSpPr>
          <p:cNvPr id="15" name="">
            <a:extLst xmlns:a="http://schemas.openxmlformats.org/drawingml/2006/main">
              <a:ext uri="{FF2B5EF4-FFF2-40B4-BE49-F238E27FC236}">
                <a16:creationId xmlns:a16="http://schemas.microsoft.com/office/drawing/2014/main" id="{3159BC1A-3367-46D6-BD48-B74EC71ADCDA}"/>
              </a:ext>
            </a:extLst>
          </p:cNvPr>
          <p:cNvSpPr>
            <a:spLocks xmlns:a="http://schemas.openxmlformats.org/drawingml/2006/main" noGrp="1"/>
          </p:cNvSpPr>
          <p:nvPr/>
        </p:nvSpPr>
        <p:spPr>
          <a:xfrm xmlns:a="http://schemas.openxmlformats.org/drawingml/2006/main">
            <a:off x="628650" y="5857875"/>
            <a:ext cx="1093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Suggested coverage: preprocessing, model training and prediction output</a:t>
            </a:r>
          </a:p>
        </p:txBody>
      </p:sp>
      <p:sp>
        <p:nvSpPr>
          <p:cNvPr id="16" name="">
            <a:extLst xmlns:a="http://schemas.openxmlformats.org/drawingml/2006/main">
              <a:ext uri="{FF2B5EF4-FFF2-40B4-BE49-F238E27FC236}">
                <a16:creationId xmlns:a16="http://schemas.microsoft.com/office/drawing/2014/main" id="{1FA618D2-18BC-4AF8-B71B-4BE6E678A2E1}"/>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7" name="">
            <a:extLst xmlns:a="http://schemas.openxmlformats.org/drawingml/2006/main">
              <a:ext uri="{FF2B5EF4-FFF2-40B4-BE49-F238E27FC236}">
                <a16:creationId xmlns:a16="http://schemas.microsoft.com/office/drawing/2014/main" id="{125E3BD9-847C-4091-9C59-F7F69E46E974}"/>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Editable image placeholders</a:t>
            </a:r>
          </a:p>
        </p:txBody>
      </p:sp>
    </p:spTree>
    <p:extLst>
      <p:ext uri="{BB962C8B-B14F-4D97-AF65-F5344CB8AC3E}">
        <p14:creationId xmlns:p14="http://schemas.microsoft.com/office/powerpoint/2010/main" val="1498050086"/>
      </p:ext>
    </p:extLst>
  </p:cSld>
</p:sld>
</file>

<file path=ppt/slides/slide8.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EB9582-2008-4E35-914A-076B42787E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B2439DCD-DD59-4267-908E-1D4A88B49808}"/>
              </a:ext>
            </a:extLst>
          </p:cNvPr>
          <p:cNvSpPr>
            <a:spLocks xmlns:a="http://schemas.openxmlformats.org/drawingml/2006/main" noGrp="1"/>
          </p:cNvSpPr>
          <p:nvPr/>
        </p:nvSpPr>
        <p:spPr>
          <a:xfrm xmlns:a="http://schemas.openxmlformats.org/drawingml/2006/main">
            <a:off x="685800" y="819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CERTIFICATE</a:t>
            </a:r>
          </a:p>
        </p:txBody>
      </p:sp>
      <p:sp>
        <p:nvSpPr>
          <p:cNvPr id="3" name="">
            <a:extLst xmlns:a="http://schemas.openxmlformats.org/drawingml/2006/main">
              <a:ext uri="{FF2B5EF4-FFF2-40B4-BE49-F238E27FC236}">
                <a16:creationId xmlns:a16="http://schemas.microsoft.com/office/drawing/2014/main" id="{FA22B674-3848-4D84-AE15-22AF55FE5487}"/>
              </a:ext>
            </a:extLst>
          </p:cNvPr>
          <p:cNvSpPr>
            <a:spLocks xmlns:a="http://schemas.openxmlformats.org/drawingml/2006/main" noGrp="1"/>
          </p:cNvSpPr>
          <p:nvPr/>
        </p:nvSpPr>
        <p:spPr>
          <a:xfrm xmlns:a="http://schemas.openxmlformats.org/drawingml/2006/main">
            <a:off x="685800" y="146685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275" b="1" i="0">
                <a:solidFill>
                  <a:srgbClr val="202024"/>
                </a:solidFill>
                <a:latin typeface="Arial"/>
                <a:ea typeface="Arial"/>
                <a:cs typeface="Arial"/>
              </a:defRPr>
            </a:pPr>
            <a:r>
              <a:rPr sz="4275" b="1" i="0">
                <a:solidFill>
                  <a:srgbClr val="202024"/>
                </a:solidFill>
                <a:latin typeface="Arial"/>
                <a:ea typeface="Arial"/>
                <a:cs typeface="Arial"/>
              </a:rPr>
              <a:t>Certificate</a:t>
            </a:r>
          </a:p>
        </p:txBody>
      </p:sp>
      <p:sp>
        <p:nvSpPr>
          <p:cNvPr id="4" name="">
            <a:extLst xmlns:a="http://schemas.openxmlformats.org/drawingml/2006/main">
              <a:ext uri="{FF2B5EF4-FFF2-40B4-BE49-F238E27FC236}">
                <a16:creationId xmlns:a16="http://schemas.microsoft.com/office/drawing/2014/main" id="{51C39BA6-3FC8-42BC-B7D1-F99D53323A6A}"/>
              </a:ext>
            </a:extLst>
          </p:cNvPr>
          <p:cNvSpPr>
            <a:spLocks xmlns:a="http://schemas.openxmlformats.org/drawingml/2006/main" noGrp="1"/>
          </p:cNvSpPr>
          <p:nvPr/>
        </p:nvSpPr>
        <p:spPr>
          <a:xfrm xmlns:a="http://schemas.openxmlformats.org/drawingml/2006/main">
            <a:off x="723900" y="26289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Paste the participant certificate in the frame.</a:t>
            </a:r>
          </a:p>
        </p:txBody>
      </p:sp>
      <p:sp>
        <p:nvSpPr>
          <p:cNvPr id="5" name="">
            <a:extLst xmlns:a="http://schemas.openxmlformats.org/drawingml/2006/main">
              <a:ext uri="{FF2B5EF4-FFF2-40B4-BE49-F238E27FC236}">
                <a16:creationId xmlns:a16="http://schemas.microsoft.com/office/drawing/2014/main" id="{76BE8D88-86BB-4C3F-B4A5-0D196F5EB594}"/>
              </a:ext>
            </a:extLst>
          </p:cNvPr>
          <p:cNvSpPr>
            <a:spLocks xmlns:a="http://schemas.openxmlformats.org/drawingml/2006/main" noGrp="1"/>
          </p:cNvSpPr>
          <p:nvPr/>
        </p:nvSpPr>
        <p:spPr>
          <a:xfrm xmlns:a="http://schemas.openxmlformats.org/drawingml/2006/main">
            <a:off x="723900" y="37147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2E591435-A932-482D-ABC8-3978902DF636}"/>
              </a:ext>
            </a:extLst>
          </p:cNvPr>
          <p:cNvSpPr>
            <a:spLocks xmlns:a="http://schemas.openxmlformats.org/drawingml/2006/main" noGrp="1"/>
          </p:cNvSpPr>
          <p:nvPr/>
        </p:nvSpPr>
        <p:spPr>
          <a:xfrm xmlns:a="http://schemas.openxmlformats.org/drawingml/2006/main">
            <a:off x="723900" y="3962400"/>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Keep the full certificate visible.</a:t>
            </a:r>
          </a:p>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Use Fit rather than Crop.</a:t>
            </a:r>
          </a:p>
        </p:txBody>
      </p:sp>
      <p:sp>
        <p:nvSpPr>
          <p:cNvPr id="7" name="">
            <a:extLst xmlns:a="http://schemas.openxmlformats.org/drawingml/2006/main">
              <a:ext uri="{FF2B5EF4-FFF2-40B4-BE49-F238E27FC236}">
                <a16:creationId xmlns:a16="http://schemas.microsoft.com/office/drawing/2014/main" id="{29E757BF-7D0E-44A1-B0F8-0819E30A256F}"/>
              </a:ext>
            </a:extLst>
          </p:cNvPr>
          <p:cNvSpPr>
            <a:spLocks xmlns:a="http://schemas.openxmlformats.org/drawingml/2006/main" noGrp="1"/>
          </p:cNvSpPr>
          <p:nvPr/>
        </p:nvSpPr>
        <p:spPr>
          <a:xfrm xmlns:a="http://schemas.openxmlformats.org/drawingml/2006/main">
            <a:off x="4095750" y="685800"/>
            <a:ext cx="7334250" cy="5486400"/>
          </a:xfrm>
          <a:prstGeom xmlns:a="http://schemas.openxmlformats.org/drawingml/2006/main" prst="rect">
            <a:avLst/>
          </a:prstGeom>
          <a:solidFill xmlns:a="http://schemas.openxmlformats.org/drawingml/2006/main">
            <a:srgbClr val="FFFFFF"/>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22457B94-FE12-48F1-9A5B-BC49446A9FBF}"/>
              </a:ext>
            </a:extLst>
          </p:cNvPr>
          <p:cNvSpPr>
            <a:spLocks xmlns:a="http://schemas.openxmlformats.org/drawingml/2006/main" noGrp="1"/>
          </p:cNvSpPr>
          <p:nvPr/>
        </p:nvSpPr>
        <p:spPr>
          <a:xfrm xmlns:a="http://schemas.openxmlformats.org/drawingml/2006/main">
            <a:off x="4476750" y="29622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CERTIFICATE IMAGE</a:t>
            </a:r>
          </a:p>
        </p:txBody>
      </p:sp>
      <p:sp>
        <p:nvSpPr>
          <p:cNvPr id="9" name="">
            <a:extLst xmlns:a="http://schemas.openxmlformats.org/drawingml/2006/main">
              <a:ext uri="{FF2B5EF4-FFF2-40B4-BE49-F238E27FC236}">
                <a16:creationId xmlns:a16="http://schemas.microsoft.com/office/drawing/2014/main" id="{10CE1FD1-C21C-450B-A95B-C6697E08F3D2}"/>
              </a:ext>
            </a:extLst>
          </p:cNvPr>
          <p:cNvSpPr>
            <a:spLocks xmlns:a="http://schemas.openxmlformats.org/drawingml/2006/main" noGrp="1"/>
          </p:cNvSpPr>
          <p:nvPr/>
        </p:nvSpPr>
        <p:spPr>
          <a:xfrm xmlns:a="http://schemas.openxmlformats.org/drawingml/2006/main">
            <a:off x="4476750" y="33909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202024"/>
                </a:solidFill>
                <a:latin typeface="Arial"/>
                <a:ea typeface="Arial"/>
                <a:cs typeface="Arial"/>
              </a:defRPr>
            </a:pPr>
            <a:r>
              <a:rPr sz="1575" b="0" i="1">
                <a:solidFill>
                  <a:srgbClr val="202024"/>
                </a:solidFill>
                <a:latin typeface="Arial"/>
                <a:ea typeface="Arial"/>
                <a:cs typeface="Arial"/>
              </a:rPr>
              <a:t>Paste image here</a:t>
            </a:r>
          </a:p>
        </p:txBody>
      </p:sp>
    </p:spTree>
    <p:extLst>
      <p:ext uri="{BB962C8B-B14F-4D97-AF65-F5344CB8AC3E}">
        <p14:creationId xmlns:p14="http://schemas.microsoft.com/office/powerpoint/2010/main" val="1635427080"/>
      </p:ext>
    </p:extLst>
  </p:cSld>
</p:sld>
</file>

<file path=ppt/slides/slide9.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32F40E-CF27-49A0-B376-1D742A996608}"/>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575" b="1" i="0">
                <a:solidFill>
                  <a:srgbClr val="202024"/>
                </a:solidFill>
                <a:latin typeface="Arial"/>
                <a:ea typeface="Arial"/>
                <a:cs typeface="Arial"/>
              </a:defRPr>
            </a:pPr>
            <a:r>
              <a:rPr sz="4575" b="1" i="0">
                <a:solidFill>
                  <a:srgbClr val="202024"/>
                </a:solidFill>
                <a:latin typeface="Arial"/>
                <a:ea typeface="Arial"/>
                <a:cs typeface="Arial"/>
              </a:rPr>
              <a:t>Thank you</a:t>
            </a:r>
          </a:p>
        </p:txBody>
      </p:sp>
    </p:spTree>
    <p:extLst>
      <p:ext uri="{BB962C8B-B14F-4D97-AF65-F5344CB8AC3E}">
        <p14:creationId xmlns:p14="http://schemas.microsoft.com/office/powerpoint/2010/main" val="8223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2026-09-14T18:31:00.2620000Z</dcterms:created>
  <dcterms:modified xsi:type="dcterms:W3CDTF">2026-09-14T18:31:00.2620000Z</dcterms:modified>
</coreProperties>
</file>