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E7DBC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E7DBC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75306" y="1697877"/>
            <a:ext cx="1724025" cy="19050"/>
          </a:xfrm>
          <a:custGeom>
            <a:avLst/>
            <a:gdLst/>
            <a:ahLst/>
            <a:cxnLst/>
            <a:rect l="l" t="t" r="r" b="b"/>
            <a:pathLst>
              <a:path w="1724025" h="19050">
                <a:moveTo>
                  <a:pt x="0" y="0"/>
                </a:moveTo>
                <a:lnTo>
                  <a:pt x="1724025" y="18957"/>
                </a:lnTo>
              </a:path>
            </a:pathLst>
          </a:custGeom>
          <a:ln w="9524">
            <a:solidFill>
              <a:srgbClr val="00B4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288666" y="1697877"/>
            <a:ext cx="1724025" cy="19050"/>
          </a:xfrm>
          <a:custGeom>
            <a:avLst/>
            <a:gdLst/>
            <a:ahLst/>
            <a:cxnLst/>
            <a:rect l="l" t="t" r="r" b="b"/>
            <a:pathLst>
              <a:path w="1724025" h="19050">
                <a:moveTo>
                  <a:pt x="0" y="0"/>
                </a:moveTo>
                <a:lnTo>
                  <a:pt x="1724025" y="18957"/>
                </a:lnTo>
              </a:path>
            </a:pathLst>
          </a:custGeom>
          <a:ln w="9524">
            <a:solidFill>
              <a:srgbClr val="00B4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76283" y="2000418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5898" y="1990803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6735434" y="2000418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7573724" y="1990803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676283" y="9715667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685898" y="8877378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573724" y="8877378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6735434" y="9715667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0"/>
            <a:ext cx="85724" cy="1028699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0139" y="0"/>
            <a:ext cx="57149" cy="1028699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73475" y="0"/>
            <a:ext cx="85724" cy="1028699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70711" y="0"/>
            <a:ext cx="57149" cy="10286999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72437" y="9358311"/>
            <a:ext cx="2142845" cy="500062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15250" y="9786937"/>
            <a:ext cx="2857499" cy="500062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7712868" y="9784556"/>
            <a:ext cx="2862580" cy="504825"/>
          </a:xfrm>
          <a:custGeom>
            <a:avLst/>
            <a:gdLst/>
            <a:ahLst/>
            <a:cxnLst/>
            <a:rect l="l" t="t" r="r" b="b"/>
            <a:pathLst>
              <a:path w="2862579" h="504825">
                <a:moveTo>
                  <a:pt x="0" y="0"/>
                </a:moveTo>
                <a:lnTo>
                  <a:pt x="2862262" y="0"/>
                </a:lnTo>
                <a:lnTo>
                  <a:pt x="2862262" y="504824"/>
                </a:lnTo>
                <a:lnTo>
                  <a:pt x="0" y="504824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B4D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4" name="bg 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144000"/>
            <a:ext cx="18287999" cy="1142999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250" y="2143125"/>
            <a:ext cx="16573499" cy="7429499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854868" y="2140743"/>
            <a:ext cx="16578580" cy="7434580"/>
          </a:xfrm>
          <a:custGeom>
            <a:avLst/>
            <a:gdLst/>
            <a:ahLst/>
            <a:cxnLst/>
            <a:rect l="l" t="t" r="r" b="b"/>
            <a:pathLst>
              <a:path w="16578580" h="7434580">
                <a:moveTo>
                  <a:pt x="0" y="229171"/>
                </a:moveTo>
                <a:lnTo>
                  <a:pt x="4655" y="182979"/>
                </a:lnTo>
                <a:lnTo>
                  <a:pt x="18006" y="139959"/>
                </a:lnTo>
                <a:lnTo>
                  <a:pt x="39133" y="101031"/>
                </a:lnTo>
                <a:lnTo>
                  <a:pt x="67115" y="67115"/>
                </a:lnTo>
                <a:lnTo>
                  <a:pt x="101031" y="39133"/>
                </a:lnTo>
                <a:lnTo>
                  <a:pt x="139959" y="18006"/>
                </a:lnTo>
                <a:lnTo>
                  <a:pt x="182979" y="4655"/>
                </a:lnTo>
                <a:lnTo>
                  <a:pt x="229171" y="0"/>
                </a:lnTo>
                <a:lnTo>
                  <a:pt x="16349087" y="0"/>
                </a:lnTo>
                <a:lnTo>
                  <a:pt x="16395279" y="4654"/>
                </a:lnTo>
                <a:lnTo>
                  <a:pt x="16438300" y="18006"/>
                </a:lnTo>
                <a:lnTo>
                  <a:pt x="16477229" y="39133"/>
                </a:lnTo>
                <a:lnTo>
                  <a:pt x="16511145" y="67114"/>
                </a:lnTo>
                <a:lnTo>
                  <a:pt x="16539127" y="101030"/>
                </a:lnTo>
                <a:lnTo>
                  <a:pt x="16560254" y="139959"/>
                </a:lnTo>
                <a:lnTo>
                  <a:pt x="16573606" y="182979"/>
                </a:lnTo>
                <a:lnTo>
                  <a:pt x="16578261" y="229171"/>
                </a:lnTo>
                <a:lnTo>
                  <a:pt x="16578261" y="7205090"/>
                </a:lnTo>
                <a:lnTo>
                  <a:pt x="16573606" y="7251281"/>
                </a:lnTo>
                <a:lnTo>
                  <a:pt x="16560254" y="7294302"/>
                </a:lnTo>
                <a:lnTo>
                  <a:pt x="16539127" y="7333231"/>
                </a:lnTo>
                <a:lnTo>
                  <a:pt x="16511145" y="7367146"/>
                </a:lnTo>
                <a:lnTo>
                  <a:pt x="16477229" y="7395128"/>
                </a:lnTo>
                <a:lnTo>
                  <a:pt x="16438300" y="7416255"/>
                </a:lnTo>
                <a:lnTo>
                  <a:pt x="16395279" y="7429607"/>
                </a:lnTo>
                <a:lnTo>
                  <a:pt x="16349087" y="7434262"/>
                </a:lnTo>
                <a:lnTo>
                  <a:pt x="229171" y="7434262"/>
                </a:lnTo>
                <a:lnTo>
                  <a:pt x="182979" y="7429606"/>
                </a:lnTo>
                <a:lnTo>
                  <a:pt x="139959" y="7416255"/>
                </a:lnTo>
                <a:lnTo>
                  <a:pt x="101030" y="7395128"/>
                </a:lnTo>
                <a:lnTo>
                  <a:pt x="67115" y="7367146"/>
                </a:lnTo>
                <a:lnTo>
                  <a:pt x="39133" y="7333230"/>
                </a:lnTo>
                <a:lnTo>
                  <a:pt x="18006" y="7294302"/>
                </a:lnTo>
                <a:lnTo>
                  <a:pt x="4655" y="7251281"/>
                </a:lnTo>
                <a:lnTo>
                  <a:pt x="0" y="7205090"/>
                </a:lnTo>
                <a:lnTo>
                  <a:pt x="0" y="229171"/>
                </a:lnTo>
              </a:path>
            </a:pathLst>
          </a:custGeom>
          <a:ln w="38099">
            <a:solidFill>
              <a:srgbClr val="3DCFC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8" name="bg 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94922" y="3045466"/>
            <a:ext cx="14287" cy="5550693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511278" y="4007643"/>
            <a:ext cx="14287" cy="4070413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58485" y="3489493"/>
            <a:ext cx="14287" cy="481041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74841" y="2749448"/>
            <a:ext cx="14287" cy="5920605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122048" y="4377556"/>
            <a:ext cx="14287" cy="3700462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438185" y="3267370"/>
            <a:ext cx="14287" cy="5180552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258278" y="3637511"/>
            <a:ext cx="14287" cy="4440554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2194915" y="4747691"/>
            <a:ext cx="12300585" cy="2055495"/>
          </a:xfrm>
          <a:custGeom>
            <a:avLst/>
            <a:gdLst/>
            <a:ahLst/>
            <a:cxnLst/>
            <a:rect l="l" t="t" r="r" b="b"/>
            <a:pathLst>
              <a:path w="12300585" h="2055495">
                <a:moveTo>
                  <a:pt x="57150" y="2026818"/>
                </a:moveTo>
                <a:lnTo>
                  <a:pt x="54914" y="2015680"/>
                </a:lnTo>
                <a:lnTo>
                  <a:pt x="48793" y="2006600"/>
                </a:lnTo>
                <a:lnTo>
                  <a:pt x="39712" y="2000478"/>
                </a:lnTo>
                <a:lnTo>
                  <a:pt x="28575" y="1998243"/>
                </a:lnTo>
                <a:lnTo>
                  <a:pt x="17437" y="2000478"/>
                </a:lnTo>
                <a:lnTo>
                  <a:pt x="8356" y="2006600"/>
                </a:lnTo>
                <a:lnTo>
                  <a:pt x="2235" y="2015680"/>
                </a:lnTo>
                <a:lnTo>
                  <a:pt x="0" y="2026818"/>
                </a:lnTo>
                <a:lnTo>
                  <a:pt x="2235" y="2037956"/>
                </a:lnTo>
                <a:lnTo>
                  <a:pt x="8356" y="2047036"/>
                </a:lnTo>
                <a:lnTo>
                  <a:pt x="17437" y="2053158"/>
                </a:lnTo>
                <a:lnTo>
                  <a:pt x="28575" y="2055393"/>
                </a:lnTo>
                <a:lnTo>
                  <a:pt x="39712" y="2053158"/>
                </a:lnTo>
                <a:lnTo>
                  <a:pt x="48793" y="2047036"/>
                </a:lnTo>
                <a:lnTo>
                  <a:pt x="54914" y="2037956"/>
                </a:lnTo>
                <a:lnTo>
                  <a:pt x="57150" y="2026818"/>
                </a:lnTo>
                <a:close/>
              </a:path>
              <a:path w="12300585" h="2055495">
                <a:moveTo>
                  <a:pt x="2373503" y="990523"/>
                </a:moveTo>
                <a:lnTo>
                  <a:pt x="2371267" y="979385"/>
                </a:lnTo>
                <a:lnTo>
                  <a:pt x="2365146" y="970305"/>
                </a:lnTo>
                <a:lnTo>
                  <a:pt x="2356066" y="964196"/>
                </a:lnTo>
                <a:lnTo>
                  <a:pt x="2344928" y="961948"/>
                </a:lnTo>
                <a:lnTo>
                  <a:pt x="2333790" y="964196"/>
                </a:lnTo>
                <a:lnTo>
                  <a:pt x="2324709" y="970305"/>
                </a:lnTo>
                <a:lnTo>
                  <a:pt x="2318601" y="979385"/>
                </a:lnTo>
                <a:lnTo>
                  <a:pt x="2316353" y="990523"/>
                </a:lnTo>
                <a:lnTo>
                  <a:pt x="2318601" y="1001661"/>
                </a:lnTo>
                <a:lnTo>
                  <a:pt x="2324709" y="1010742"/>
                </a:lnTo>
                <a:lnTo>
                  <a:pt x="2333790" y="1016863"/>
                </a:lnTo>
                <a:lnTo>
                  <a:pt x="2344928" y="1019098"/>
                </a:lnTo>
                <a:lnTo>
                  <a:pt x="2356066" y="1016863"/>
                </a:lnTo>
                <a:lnTo>
                  <a:pt x="2365146" y="1010742"/>
                </a:lnTo>
                <a:lnTo>
                  <a:pt x="2371267" y="1001661"/>
                </a:lnTo>
                <a:lnTo>
                  <a:pt x="2373503" y="990523"/>
                </a:lnTo>
                <a:close/>
              </a:path>
              <a:path w="12300585" h="2055495">
                <a:moveTo>
                  <a:pt x="5020716" y="1508683"/>
                </a:moveTo>
                <a:lnTo>
                  <a:pt x="5018468" y="1497545"/>
                </a:lnTo>
                <a:lnTo>
                  <a:pt x="5012360" y="1488465"/>
                </a:lnTo>
                <a:lnTo>
                  <a:pt x="5003279" y="1482344"/>
                </a:lnTo>
                <a:lnTo>
                  <a:pt x="4992141" y="1480108"/>
                </a:lnTo>
                <a:lnTo>
                  <a:pt x="4981003" y="1482344"/>
                </a:lnTo>
                <a:lnTo>
                  <a:pt x="4971923" y="1488465"/>
                </a:lnTo>
                <a:lnTo>
                  <a:pt x="4965801" y="1497545"/>
                </a:lnTo>
                <a:lnTo>
                  <a:pt x="4963566" y="1508683"/>
                </a:lnTo>
                <a:lnTo>
                  <a:pt x="4965801" y="1519809"/>
                </a:lnTo>
                <a:lnTo>
                  <a:pt x="4971923" y="1528889"/>
                </a:lnTo>
                <a:lnTo>
                  <a:pt x="4981003" y="1535010"/>
                </a:lnTo>
                <a:lnTo>
                  <a:pt x="4992141" y="1537258"/>
                </a:lnTo>
                <a:lnTo>
                  <a:pt x="5003279" y="1535010"/>
                </a:lnTo>
                <a:lnTo>
                  <a:pt x="5012360" y="1528889"/>
                </a:lnTo>
                <a:lnTo>
                  <a:pt x="5018468" y="1519809"/>
                </a:lnTo>
                <a:lnTo>
                  <a:pt x="5020716" y="1508683"/>
                </a:lnTo>
                <a:close/>
              </a:path>
              <a:path w="12300585" h="2055495">
                <a:moveTo>
                  <a:pt x="7337069" y="28575"/>
                </a:moveTo>
                <a:lnTo>
                  <a:pt x="7334821" y="17437"/>
                </a:lnTo>
                <a:lnTo>
                  <a:pt x="7328713" y="8356"/>
                </a:lnTo>
                <a:lnTo>
                  <a:pt x="7319632" y="2247"/>
                </a:lnTo>
                <a:lnTo>
                  <a:pt x="7308494" y="0"/>
                </a:lnTo>
                <a:lnTo>
                  <a:pt x="7297356" y="2247"/>
                </a:lnTo>
                <a:lnTo>
                  <a:pt x="7288276" y="8356"/>
                </a:lnTo>
                <a:lnTo>
                  <a:pt x="7282154" y="17437"/>
                </a:lnTo>
                <a:lnTo>
                  <a:pt x="7279919" y="28575"/>
                </a:lnTo>
                <a:lnTo>
                  <a:pt x="7282154" y="39712"/>
                </a:lnTo>
                <a:lnTo>
                  <a:pt x="7288276" y="48793"/>
                </a:lnTo>
                <a:lnTo>
                  <a:pt x="7297356" y="54914"/>
                </a:lnTo>
                <a:lnTo>
                  <a:pt x="7308494" y="57150"/>
                </a:lnTo>
                <a:lnTo>
                  <a:pt x="7319632" y="54914"/>
                </a:lnTo>
                <a:lnTo>
                  <a:pt x="7328713" y="48793"/>
                </a:lnTo>
                <a:lnTo>
                  <a:pt x="7334821" y="39712"/>
                </a:lnTo>
                <a:lnTo>
                  <a:pt x="7337069" y="28575"/>
                </a:lnTo>
                <a:close/>
              </a:path>
              <a:path w="12300585" h="2055495">
                <a:moveTo>
                  <a:pt x="9984270" y="1286776"/>
                </a:moveTo>
                <a:lnTo>
                  <a:pt x="9982035" y="1275638"/>
                </a:lnTo>
                <a:lnTo>
                  <a:pt x="9975913" y="1266558"/>
                </a:lnTo>
                <a:lnTo>
                  <a:pt x="9966833" y="1260436"/>
                </a:lnTo>
                <a:lnTo>
                  <a:pt x="9955695" y="1258201"/>
                </a:lnTo>
                <a:lnTo>
                  <a:pt x="9944570" y="1260436"/>
                </a:lnTo>
                <a:lnTo>
                  <a:pt x="9935489" y="1266558"/>
                </a:lnTo>
                <a:lnTo>
                  <a:pt x="9929368" y="1275638"/>
                </a:lnTo>
                <a:lnTo>
                  <a:pt x="9927120" y="1286776"/>
                </a:lnTo>
                <a:lnTo>
                  <a:pt x="9929368" y="1297914"/>
                </a:lnTo>
                <a:lnTo>
                  <a:pt x="9935489" y="1306995"/>
                </a:lnTo>
                <a:lnTo>
                  <a:pt x="9944570" y="1313103"/>
                </a:lnTo>
                <a:lnTo>
                  <a:pt x="9955695" y="1315351"/>
                </a:lnTo>
                <a:lnTo>
                  <a:pt x="9966833" y="1313103"/>
                </a:lnTo>
                <a:lnTo>
                  <a:pt x="9975913" y="1306995"/>
                </a:lnTo>
                <a:lnTo>
                  <a:pt x="9982035" y="1297914"/>
                </a:lnTo>
                <a:lnTo>
                  <a:pt x="9984270" y="1286776"/>
                </a:lnTo>
                <a:close/>
              </a:path>
              <a:path w="12300585" h="2055495">
                <a:moveTo>
                  <a:pt x="12300407" y="398487"/>
                </a:moveTo>
                <a:lnTo>
                  <a:pt x="12298172" y="387350"/>
                </a:lnTo>
                <a:lnTo>
                  <a:pt x="12292051" y="378269"/>
                </a:lnTo>
                <a:lnTo>
                  <a:pt x="12282970" y="372160"/>
                </a:lnTo>
                <a:lnTo>
                  <a:pt x="12271832" y="369912"/>
                </a:lnTo>
                <a:lnTo>
                  <a:pt x="12260707" y="372160"/>
                </a:lnTo>
                <a:lnTo>
                  <a:pt x="12251627" y="378269"/>
                </a:lnTo>
                <a:lnTo>
                  <a:pt x="12245505" y="387350"/>
                </a:lnTo>
                <a:lnTo>
                  <a:pt x="12243257" y="398487"/>
                </a:lnTo>
                <a:lnTo>
                  <a:pt x="12245505" y="409625"/>
                </a:lnTo>
                <a:lnTo>
                  <a:pt x="12251627" y="418706"/>
                </a:lnTo>
                <a:lnTo>
                  <a:pt x="12260707" y="424827"/>
                </a:lnTo>
                <a:lnTo>
                  <a:pt x="12271832" y="427062"/>
                </a:lnTo>
                <a:lnTo>
                  <a:pt x="12282970" y="424827"/>
                </a:lnTo>
                <a:lnTo>
                  <a:pt x="12292051" y="418706"/>
                </a:lnTo>
                <a:lnTo>
                  <a:pt x="12298172" y="409625"/>
                </a:lnTo>
                <a:lnTo>
                  <a:pt x="12300407" y="398487"/>
                </a:lnTo>
                <a:close/>
              </a:path>
            </a:pathLst>
          </a:custGeom>
          <a:solidFill>
            <a:srgbClr val="3DCFCF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bg 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16925" y="252222"/>
            <a:ext cx="1511808" cy="151180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650899" y="271129"/>
            <a:ext cx="1473078" cy="14740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275306" y="1697877"/>
            <a:ext cx="1724025" cy="19050"/>
          </a:xfrm>
          <a:custGeom>
            <a:avLst/>
            <a:gdLst/>
            <a:ahLst/>
            <a:cxnLst/>
            <a:rect l="l" t="t" r="r" b="b"/>
            <a:pathLst>
              <a:path w="1724025" h="19050">
                <a:moveTo>
                  <a:pt x="0" y="0"/>
                </a:moveTo>
                <a:lnTo>
                  <a:pt x="1724025" y="18957"/>
                </a:lnTo>
              </a:path>
            </a:pathLst>
          </a:custGeom>
          <a:ln w="9524">
            <a:solidFill>
              <a:srgbClr val="00B4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5288666" y="1697877"/>
            <a:ext cx="1724025" cy="19050"/>
          </a:xfrm>
          <a:custGeom>
            <a:avLst/>
            <a:gdLst/>
            <a:ahLst/>
            <a:cxnLst/>
            <a:rect l="l" t="t" r="r" b="b"/>
            <a:pathLst>
              <a:path w="1724025" h="19050">
                <a:moveTo>
                  <a:pt x="0" y="0"/>
                </a:moveTo>
                <a:lnTo>
                  <a:pt x="1724025" y="18957"/>
                </a:lnTo>
              </a:path>
            </a:pathLst>
          </a:custGeom>
          <a:ln w="9524">
            <a:solidFill>
              <a:srgbClr val="00B4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76283" y="2000418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5898" y="1990803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6735434" y="2000418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7573724" y="1990803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676283" y="9715667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685898" y="8877378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573724" y="8877378"/>
            <a:ext cx="28575" cy="876300"/>
          </a:xfrm>
          <a:custGeom>
            <a:avLst/>
            <a:gdLst/>
            <a:ahLst/>
            <a:cxnLst/>
            <a:rect l="l" t="t" r="r" b="b"/>
            <a:pathLst>
              <a:path w="28575" h="876300">
                <a:moveTo>
                  <a:pt x="0" y="0"/>
                </a:moveTo>
                <a:lnTo>
                  <a:pt x="28242" y="876283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6735434" y="9715667"/>
            <a:ext cx="876300" cy="28575"/>
          </a:xfrm>
          <a:custGeom>
            <a:avLst/>
            <a:gdLst/>
            <a:ahLst/>
            <a:cxnLst/>
            <a:rect l="l" t="t" r="r" b="b"/>
            <a:pathLst>
              <a:path w="876300" h="28575">
                <a:moveTo>
                  <a:pt x="0" y="0"/>
                </a:moveTo>
                <a:lnTo>
                  <a:pt x="876283" y="28242"/>
                </a:lnTo>
              </a:path>
            </a:pathLst>
          </a:custGeom>
          <a:ln w="9525">
            <a:solidFill>
              <a:srgbClr val="C8A74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8800" y="0"/>
            <a:ext cx="85724" cy="1028699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60139" y="0"/>
            <a:ext cx="57149" cy="1028699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73475" y="0"/>
            <a:ext cx="85724" cy="10286999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670711" y="0"/>
            <a:ext cx="57149" cy="10286999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72437" y="9358311"/>
            <a:ext cx="2142845" cy="500062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15250" y="9786937"/>
            <a:ext cx="2857499" cy="500062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7712868" y="9784556"/>
            <a:ext cx="2862580" cy="504825"/>
          </a:xfrm>
          <a:custGeom>
            <a:avLst/>
            <a:gdLst/>
            <a:ahLst/>
            <a:cxnLst/>
            <a:rect l="l" t="t" r="r" b="b"/>
            <a:pathLst>
              <a:path w="2862579" h="504825">
                <a:moveTo>
                  <a:pt x="0" y="0"/>
                </a:moveTo>
                <a:lnTo>
                  <a:pt x="2862262" y="0"/>
                </a:lnTo>
                <a:lnTo>
                  <a:pt x="2862262" y="504824"/>
                </a:lnTo>
                <a:lnTo>
                  <a:pt x="0" y="504824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00B4D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95999" y="1212232"/>
            <a:ext cx="10336530" cy="644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02583" y="4276169"/>
            <a:ext cx="10482833" cy="2740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E7DBC7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22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22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16.png"/><Relationship Id="rId20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22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22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44000"/>
              <a:ext cx="18287999" cy="1142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94474" y="1543050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21431" y="42862"/>
                  </a:moveTo>
                  <a:lnTo>
                    <a:pt x="13099" y="41174"/>
                  </a:lnTo>
                  <a:lnTo>
                    <a:pt x="6286" y="36575"/>
                  </a:lnTo>
                  <a:lnTo>
                    <a:pt x="1687" y="29762"/>
                  </a:lnTo>
                  <a:lnTo>
                    <a:pt x="0" y="21431"/>
                  </a:lnTo>
                  <a:lnTo>
                    <a:pt x="1687" y="13099"/>
                  </a:lnTo>
                  <a:lnTo>
                    <a:pt x="6286" y="6286"/>
                  </a:lnTo>
                  <a:lnTo>
                    <a:pt x="13099" y="1687"/>
                  </a:lnTo>
                  <a:lnTo>
                    <a:pt x="21431" y="0"/>
                  </a:lnTo>
                  <a:lnTo>
                    <a:pt x="29762" y="1687"/>
                  </a:lnTo>
                  <a:lnTo>
                    <a:pt x="36575" y="6286"/>
                  </a:lnTo>
                  <a:lnTo>
                    <a:pt x="41174" y="13099"/>
                  </a:lnTo>
                  <a:lnTo>
                    <a:pt x="42862" y="21431"/>
                  </a:lnTo>
                  <a:lnTo>
                    <a:pt x="41174" y="29762"/>
                  </a:lnTo>
                  <a:lnTo>
                    <a:pt x="36575" y="36575"/>
                  </a:lnTo>
                  <a:lnTo>
                    <a:pt x="29762" y="41174"/>
                  </a:lnTo>
                  <a:lnTo>
                    <a:pt x="21431" y="42862"/>
                  </a:lnTo>
                  <a:close/>
                </a:path>
              </a:pathLst>
            </a:custGeom>
            <a:solidFill>
              <a:srgbClr val="3DCFCF">
                <a:alpha val="180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544798" y="2571749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93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22193" y="0"/>
                  </a:lnTo>
                  <a:lnTo>
                    <a:pt x="28574" y="6381"/>
                  </a:lnTo>
                  <a:lnTo>
                    <a:pt x="28574" y="22193"/>
                  </a:lnTo>
                  <a:lnTo>
                    <a:pt x="22193" y="28574"/>
                  </a:lnTo>
                  <a:close/>
                </a:path>
              </a:pathLst>
            </a:custGeom>
            <a:solidFill>
              <a:srgbClr val="C8A74B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62906" y="72009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74" y="57149"/>
                  </a:moveTo>
                  <a:lnTo>
                    <a:pt x="17439" y="54908"/>
                  </a:lnTo>
                  <a:lnTo>
                    <a:pt x="8358" y="48791"/>
                  </a:lnTo>
                  <a:lnTo>
                    <a:pt x="2241" y="39710"/>
                  </a:lnTo>
                  <a:lnTo>
                    <a:pt x="0" y="28574"/>
                  </a:lnTo>
                  <a:lnTo>
                    <a:pt x="2241" y="17439"/>
                  </a:lnTo>
                  <a:lnTo>
                    <a:pt x="8358" y="8358"/>
                  </a:lnTo>
                  <a:lnTo>
                    <a:pt x="17439" y="2241"/>
                  </a:lnTo>
                  <a:lnTo>
                    <a:pt x="28574" y="0"/>
                  </a:lnTo>
                  <a:lnTo>
                    <a:pt x="39710" y="2241"/>
                  </a:lnTo>
                  <a:lnTo>
                    <a:pt x="48791" y="8358"/>
                  </a:lnTo>
                  <a:lnTo>
                    <a:pt x="54908" y="17439"/>
                  </a:lnTo>
                  <a:lnTo>
                    <a:pt x="57149" y="28574"/>
                  </a:lnTo>
                  <a:lnTo>
                    <a:pt x="54908" y="39710"/>
                  </a:lnTo>
                  <a:lnTo>
                    <a:pt x="48791" y="48791"/>
                  </a:lnTo>
                  <a:lnTo>
                    <a:pt x="39710" y="54908"/>
                  </a:lnTo>
                  <a:lnTo>
                    <a:pt x="28574" y="57149"/>
                  </a:lnTo>
                  <a:close/>
                </a:path>
              </a:pathLst>
            </a:custGeom>
            <a:solidFill>
              <a:srgbClr val="3DCFC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824873" y="6172200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93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22193" y="0"/>
                  </a:lnTo>
                  <a:lnTo>
                    <a:pt x="28574" y="6381"/>
                  </a:lnTo>
                  <a:lnTo>
                    <a:pt x="28574" y="22193"/>
                  </a:lnTo>
                  <a:lnTo>
                    <a:pt x="22193" y="28574"/>
                  </a:lnTo>
                  <a:close/>
                </a:path>
              </a:pathLst>
            </a:custGeom>
            <a:solidFill>
              <a:srgbClr val="3DCFC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86400" y="8229600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431" y="42862"/>
                  </a:moveTo>
                  <a:lnTo>
                    <a:pt x="13099" y="41174"/>
                  </a:lnTo>
                  <a:lnTo>
                    <a:pt x="6286" y="36576"/>
                  </a:lnTo>
                  <a:lnTo>
                    <a:pt x="1687" y="29762"/>
                  </a:lnTo>
                  <a:lnTo>
                    <a:pt x="0" y="21431"/>
                  </a:lnTo>
                  <a:lnTo>
                    <a:pt x="1687" y="13099"/>
                  </a:lnTo>
                  <a:lnTo>
                    <a:pt x="6286" y="6286"/>
                  </a:lnTo>
                  <a:lnTo>
                    <a:pt x="13099" y="1687"/>
                  </a:lnTo>
                  <a:lnTo>
                    <a:pt x="21431" y="0"/>
                  </a:lnTo>
                  <a:lnTo>
                    <a:pt x="29762" y="1687"/>
                  </a:lnTo>
                  <a:lnTo>
                    <a:pt x="36576" y="6286"/>
                  </a:lnTo>
                  <a:lnTo>
                    <a:pt x="41174" y="13099"/>
                  </a:lnTo>
                  <a:lnTo>
                    <a:pt x="42862" y="21431"/>
                  </a:lnTo>
                  <a:lnTo>
                    <a:pt x="41174" y="29762"/>
                  </a:lnTo>
                  <a:lnTo>
                    <a:pt x="36576" y="36576"/>
                  </a:lnTo>
                  <a:lnTo>
                    <a:pt x="29762" y="41174"/>
                  </a:lnTo>
                  <a:lnTo>
                    <a:pt x="21431" y="42862"/>
                  </a:lnTo>
                  <a:close/>
                </a:path>
              </a:pathLst>
            </a:custGeom>
            <a:solidFill>
              <a:srgbClr val="C8A74B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058400" y="1851574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93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22193" y="0"/>
                  </a:lnTo>
                  <a:lnTo>
                    <a:pt x="28574" y="6381"/>
                  </a:lnTo>
                  <a:lnTo>
                    <a:pt x="28574" y="22193"/>
                  </a:lnTo>
                  <a:lnTo>
                    <a:pt x="22193" y="28574"/>
                  </a:lnTo>
                  <a:close/>
                </a:path>
              </a:pathLst>
            </a:custGeom>
            <a:solidFill>
              <a:srgbClr val="3DCFCF">
                <a:alpha val="141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01600" y="7715250"/>
              <a:ext cx="71437" cy="714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373598" y="4114799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93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22193" y="0"/>
                  </a:lnTo>
                  <a:lnTo>
                    <a:pt x="28574" y="6381"/>
                  </a:lnTo>
                  <a:lnTo>
                    <a:pt x="28574" y="22193"/>
                  </a:lnTo>
                  <a:lnTo>
                    <a:pt x="22193" y="28574"/>
                  </a:lnTo>
                  <a:close/>
                </a:path>
              </a:pathLst>
            </a:custGeom>
            <a:solidFill>
              <a:srgbClr val="3DCFCF">
                <a:alpha val="1607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143999" y="905247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21431" y="42862"/>
                  </a:moveTo>
                  <a:lnTo>
                    <a:pt x="13099" y="41174"/>
                  </a:lnTo>
                  <a:lnTo>
                    <a:pt x="6286" y="36576"/>
                  </a:lnTo>
                  <a:lnTo>
                    <a:pt x="1687" y="29762"/>
                  </a:lnTo>
                  <a:lnTo>
                    <a:pt x="0" y="21431"/>
                  </a:lnTo>
                  <a:lnTo>
                    <a:pt x="1687" y="13099"/>
                  </a:lnTo>
                  <a:lnTo>
                    <a:pt x="6286" y="6286"/>
                  </a:lnTo>
                  <a:lnTo>
                    <a:pt x="13099" y="1687"/>
                  </a:lnTo>
                  <a:lnTo>
                    <a:pt x="21431" y="0"/>
                  </a:lnTo>
                  <a:lnTo>
                    <a:pt x="29762" y="1687"/>
                  </a:lnTo>
                  <a:lnTo>
                    <a:pt x="36576" y="6286"/>
                  </a:lnTo>
                  <a:lnTo>
                    <a:pt x="41174" y="13099"/>
                  </a:lnTo>
                  <a:lnTo>
                    <a:pt x="42862" y="21431"/>
                  </a:lnTo>
                  <a:lnTo>
                    <a:pt x="41174" y="29762"/>
                  </a:lnTo>
                  <a:lnTo>
                    <a:pt x="36576" y="36576"/>
                  </a:lnTo>
                  <a:lnTo>
                    <a:pt x="29762" y="41174"/>
                  </a:lnTo>
                  <a:lnTo>
                    <a:pt x="21431" y="42862"/>
                  </a:lnTo>
                  <a:close/>
                </a:path>
              </a:pathLst>
            </a:custGeom>
            <a:solidFill>
              <a:srgbClr val="3DCFCF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914399" y="3600449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93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22193" y="0"/>
                  </a:lnTo>
                  <a:lnTo>
                    <a:pt x="28574" y="6381"/>
                  </a:lnTo>
                  <a:lnTo>
                    <a:pt x="28574" y="22193"/>
                  </a:lnTo>
                  <a:lnTo>
                    <a:pt x="22193" y="28574"/>
                  </a:lnTo>
                  <a:close/>
                </a:path>
              </a:pathLst>
            </a:custGeom>
            <a:solidFill>
              <a:srgbClr val="C8A74B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264506" y="514349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74" y="57149"/>
                  </a:moveTo>
                  <a:lnTo>
                    <a:pt x="17439" y="54908"/>
                  </a:lnTo>
                  <a:lnTo>
                    <a:pt x="8358" y="48791"/>
                  </a:lnTo>
                  <a:lnTo>
                    <a:pt x="2241" y="39710"/>
                  </a:lnTo>
                  <a:lnTo>
                    <a:pt x="0" y="28574"/>
                  </a:lnTo>
                  <a:lnTo>
                    <a:pt x="2241" y="17439"/>
                  </a:lnTo>
                  <a:lnTo>
                    <a:pt x="8358" y="8358"/>
                  </a:lnTo>
                  <a:lnTo>
                    <a:pt x="17439" y="2241"/>
                  </a:lnTo>
                  <a:lnTo>
                    <a:pt x="28574" y="0"/>
                  </a:lnTo>
                  <a:lnTo>
                    <a:pt x="39710" y="2241"/>
                  </a:lnTo>
                  <a:lnTo>
                    <a:pt x="48791" y="8358"/>
                  </a:lnTo>
                  <a:lnTo>
                    <a:pt x="54908" y="17439"/>
                  </a:lnTo>
                  <a:lnTo>
                    <a:pt x="57149" y="28574"/>
                  </a:lnTo>
                  <a:lnTo>
                    <a:pt x="54908" y="39710"/>
                  </a:lnTo>
                  <a:lnTo>
                    <a:pt x="48791" y="48791"/>
                  </a:lnTo>
                  <a:lnTo>
                    <a:pt x="39710" y="54908"/>
                  </a:lnTo>
                  <a:lnTo>
                    <a:pt x="28574" y="57149"/>
                  </a:lnTo>
                  <a:close/>
                </a:path>
              </a:pathLst>
            </a:custGeom>
            <a:solidFill>
              <a:srgbClr val="3DCFCF">
                <a:alpha val="705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315199" y="1028699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93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22193" y="0"/>
                  </a:lnTo>
                  <a:lnTo>
                    <a:pt x="28574" y="6381"/>
                  </a:lnTo>
                  <a:lnTo>
                    <a:pt x="28574" y="22193"/>
                  </a:lnTo>
                  <a:lnTo>
                    <a:pt x="22193" y="28574"/>
                  </a:lnTo>
                  <a:close/>
                </a:path>
              </a:pathLst>
            </a:custGeom>
            <a:solidFill>
              <a:srgbClr val="C8A74B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513808" y="3856211"/>
            <a:ext cx="1260475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670">
                <a:solidFill>
                  <a:srgbClr val="C8A74B"/>
                </a:solidFill>
                <a:latin typeface="Segoe UI Symbol"/>
                <a:cs typeface="Segoe UI Symbol"/>
              </a:rPr>
              <a:t>♛</a:t>
            </a:r>
            <a:r>
              <a:rPr dirty="0" sz="3350" spc="-110">
                <a:solidFill>
                  <a:srgbClr val="C8A74B"/>
                </a:solidFill>
                <a:latin typeface="Segoe UI Symbol"/>
                <a:cs typeface="Segoe UI Symbol"/>
              </a:rPr>
              <a:t> </a:t>
            </a:r>
            <a:r>
              <a:rPr dirty="0" sz="3350" spc="-670">
                <a:solidFill>
                  <a:srgbClr val="C8A74B"/>
                </a:solidFill>
                <a:latin typeface="Segoe UI Symbol"/>
                <a:cs typeface="Segoe UI Symbol"/>
              </a:rPr>
              <a:t>♛</a:t>
            </a:r>
            <a:r>
              <a:rPr dirty="0" sz="3350" spc="-110">
                <a:solidFill>
                  <a:srgbClr val="C8A74B"/>
                </a:solidFill>
                <a:latin typeface="Segoe UI Symbol"/>
                <a:cs typeface="Segoe UI Symbol"/>
              </a:rPr>
              <a:t> </a:t>
            </a:r>
            <a:r>
              <a:rPr dirty="0" sz="3350" spc="-720">
                <a:solidFill>
                  <a:srgbClr val="C8A74B"/>
                </a:solidFill>
                <a:latin typeface="Segoe UI Symbol"/>
                <a:cs typeface="Segoe UI Symbol"/>
              </a:rPr>
              <a:t>♛</a:t>
            </a:r>
            <a:endParaRPr sz="3350">
              <a:latin typeface="Segoe UI Symbol"/>
              <a:cs typeface="Segoe UI Symbol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200462" y="4434579"/>
            <a:ext cx="1196403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/>
              <a:t>THE INNOVATOR’S </a:t>
            </a:r>
            <a:r>
              <a:rPr dirty="0" sz="7200" spc="-10"/>
              <a:t>COURT</a:t>
            </a:r>
            <a:endParaRPr sz="7200"/>
          </a:p>
        </p:txBody>
      </p:sp>
      <p:grpSp>
        <p:nvGrpSpPr>
          <p:cNvPr id="19" name="object 19"/>
          <p:cNvGrpSpPr/>
          <p:nvPr/>
        </p:nvGrpSpPr>
        <p:grpSpPr>
          <a:xfrm>
            <a:off x="316925" y="252222"/>
            <a:ext cx="17807305" cy="6108700"/>
            <a:chOff x="316925" y="252222"/>
            <a:chExt cx="17807305" cy="610870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72374" y="6346326"/>
              <a:ext cx="3143249" cy="142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650898" y="271129"/>
              <a:ext cx="1473078" cy="147400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6925" y="252222"/>
              <a:ext cx="1511808" cy="151180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1586186" y="7107837"/>
            <a:ext cx="3609975" cy="1484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285">
                <a:solidFill>
                  <a:srgbClr val="FFFFFF"/>
                </a:solidFill>
                <a:latin typeface="Cambria"/>
                <a:cs typeface="Cambria"/>
              </a:rPr>
              <a:t>TEAM</a:t>
            </a:r>
            <a:r>
              <a:rPr dirty="0" sz="32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250">
                <a:solidFill>
                  <a:srgbClr val="FFFFFF"/>
                </a:solidFill>
                <a:latin typeface="Cambria"/>
                <a:cs typeface="Cambria"/>
              </a:rPr>
              <a:t>NAME</a:t>
            </a:r>
            <a:r>
              <a:rPr dirty="0" sz="32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5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3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3200" spc="285">
                <a:solidFill>
                  <a:srgbClr val="FFFFFF"/>
                </a:solidFill>
                <a:latin typeface="Cambria"/>
                <a:cs typeface="Cambria"/>
              </a:rPr>
              <a:t>TEAM</a:t>
            </a:r>
            <a:r>
              <a:rPr dirty="0" sz="32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260">
                <a:solidFill>
                  <a:srgbClr val="FFFFFF"/>
                </a:solidFill>
                <a:latin typeface="Cambria"/>
                <a:cs typeface="Cambria"/>
              </a:rPr>
              <a:t>MEMBERS</a:t>
            </a:r>
            <a:r>
              <a:rPr dirty="0" sz="32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5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44000"/>
              <a:ext cx="18287999" cy="1142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868" y="2131371"/>
              <a:ext cx="16318706" cy="74262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4894" y="2140743"/>
              <a:ext cx="16578580" cy="7434580"/>
            </a:xfrm>
            <a:custGeom>
              <a:avLst/>
              <a:gdLst/>
              <a:ahLst/>
              <a:cxnLst/>
              <a:rect l="l" t="t" r="r" b="b"/>
              <a:pathLst>
                <a:path w="16578580" h="7434580">
                  <a:moveTo>
                    <a:pt x="0" y="229170"/>
                  </a:moveTo>
                  <a:lnTo>
                    <a:pt x="4655" y="182978"/>
                  </a:lnTo>
                  <a:lnTo>
                    <a:pt x="18006" y="139958"/>
                  </a:lnTo>
                  <a:lnTo>
                    <a:pt x="39133" y="101030"/>
                  </a:lnTo>
                  <a:lnTo>
                    <a:pt x="67115" y="67115"/>
                  </a:lnTo>
                  <a:lnTo>
                    <a:pt x="101030" y="39133"/>
                  </a:lnTo>
                  <a:lnTo>
                    <a:pt x="139958" y="18006"/>
                  </a:lnTo>
                  <a:lnTo>
                    <a:pt x="182978" y="4655"/>
                  </a:lnTo>
                  <a:lnTo>
                    <a:pt x="229170" y="0"/>
                  </a:lnTo>
                  <a:lnTo>
                    <a:pt x="16349186" y="0"/>
                  </a:lnTo>
                  <a:lnTo>
                    <a:pt x="16395378" y="4654"/>
                  </a:lnTo>
                  <a:lnTo>
                    <a:pt x="16438399" y="18005"/>
                  </a:lnTo>
                  <a:lnTo>
                    <a:pt x="16477327" y="39132"/>
                  </a:lnTo>
                  <a:lnTo>
                    <a:pt x="16511243" y="67114"/>
                  </a:lnTo>
                  <a:lnTo>
                    <a:pt x="16539225" y="101029"/>
                  </a:lnTo>
                  <a:lnTo>
                    <a:pt x="16560352" y="139958"/>
                  </a:lnTo>
                  <a:lnTo>
                    <a:pt x="16573703" y="182978"/>
                  </a:lnTo>
                  <a:lnTo>
                    <a:pt x="16578359" y="229170"/>
                  </a:lnTo>
                  <a:lnTo>
                    <a:pt x="16578359" y="7205240"/>
                  </a:lnTo>
                  <a:lnTo>
                    <a:pt x="16573703" y="7251432"/>
                  </a:lnTo>
                  <a:lnTo>
                    <a:pt x="16560352" y="7294452"/>
                  </a:lnTo>
                  <a:lnTo>
                    <a:pt x="16539225" y="7333380"/>
                  </a:lnTo>
                  <a:lnTo>
                    <a:pt x="16511243" y="7367296"/>
                  </a:lnTo>
                  <a:lnTo>
                    <a:pt x="16477327" y="7395278"/>
                  </a:lnTo>
                  <a:lnTo>
                    <a:pt x="16438399" y="7416405"/>
                  </a:lnTo>
                  <a:lnTo>
                    <a:pt x="16395378" y="7429756"/>
                  </a:lnTo>
                  <a:lnTo>
                    <a:pt x="16349186" y="7434411"/>
                  </a:lnTo>
                  <a:lnTo>
                    <a:pt x="229170" y="7434411"/>
                  </a:lnTo>
                  <a:lnTo>
                    <a:pt x="182978" y="7429756"/>
                  </a:lnTo>
                  <a:lnTo>
                    <a:pt x="139958" y="7416404"/>
                  </a:lnTo>
                  <a:lnTo>
                    <a:pt x="101029" y="7395277"/>
                  </a:lnTo>
                  <a:lnTo>
                    <a:pt x="67114" y="7367295"/>
                  </a:lnTo>
                  <a:lnTo>
                    <a:pt x="39133" y="7333380"/>
                  </a:lnTo>
                  <a:lnTo>
                    <a:pt x="18006" y="7294451"/>
                  </a:lnTo>
                  <a:lnTo>
                    <a:pt x="4655" y="7251431"/>
                  </a:lnTo>
                  <a:lnTo>
                    <a:pt x="0" y="7205240"/>
                  </a:lnTo>
                  <a:lnTo>
                    <a:pt x="0" y="229170"/>
                  </a:lnTo>
                </a:path>
              </a:pathLst>
            </a:custGeom>
            <a:ln w="38099">
              <a:solidFill>
                <a:srgbClr val="3DCF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4922" y="3045466"/>
              <a:ext cx="14287" cy="55506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1278" y="4007643"/>
              <a:ext cx="14287" cy="40704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8485" y="3489493"/>
              <a:ext cx="14287" cy="48104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4841" y="2749448"/>
              <a:ext cx="14287" cy="59206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22048" y="4377556"/>
              <a:ext cx="14287" cy="37004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38185" y="3267370"/>
              <a:ext cx="14287" cy="51805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58278" y="3637511"/>
              <a:ext cx="14287" cy="44405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94915" y="4747691"/>
              <a:ext cx="12300585" cy="2055495"/>
            </a:xfrm>
            <a:custGeom>
              <a:avLst/>
              <a:gdLst/>
              <a:ahLst/>
              <a:cxnLst/>
              <a:rect l="l" t="t" r="r" b="b"/>
              <a:pathLst>
                <a:path w="12300585" h="2055495">
                  <a:moveTo>
                    <a:pt x="57150" y="2026818"/>
                  </a:moveTo>
                  <a:lnTo>
                    <a:pt x="54914" y="2015680"/>
                  </a:lnTo>
                  <a:lnTo>
                    <a:pt x="48793" y="2006600"/>
                  </a:lnTo>
                  <a:lnTo>
                    <a:pt x="39712" y="2000478"/>
                  </a:lnTo>
                  <a:lnTo>
                    <a:pt x="28575" y="1998243"/>
                  </a:lnTo>
                  <a:lnTo>
                    <a:pt x="17437" y="2000478"/>
                  </a:lnTo>
                  <a:lnTo>
                    <a:pt x="8356" y="2006600"/>
                  </a:lnTo>
                  <a:lnTo>
                    <a:pt x="2235" y="2015680"/>
                  </a:lnTo>
                  <a:lnTo>
                    <a:pt x="0" y="2026818"/>
                  </a:lnTo>
                  <a:lnTo>
                    <a:pt x="2235" y="2037956"/>
                  </a:lnTo>
                  <a:lnTo>
                    <a:pt x="8356" y="2047036"/>
                  </a:lnTo>
                  <a:lnTo>
                    <a:pt x="17437" y="2053158"/>
                  </a:lnTo>
                  <a:lnTo>
                    <a:pt x="28575" y="2055393"/>
                  </a:lnTo>
                  <a:lnTo>
                    <a:pt x="39712" y="2053158"/>
                  </a:lnTo>
                  <a:lnTo>
                    <a:pt x="48793" y="2047036"/>
                  </a:lnTo>
                  <a:lnTo>
                    <a:pt x="54914" y="2037956"/>
                  </a:lnTo>
                  <a:lnTo>
                    <a:pt x="57150" y="2026818"/>
                  </a:lnTo>
                  <a:close/>
                </a:path>
                <a:path w="12300585" h="2055495">
                  <a:moveTo>
                    <a:pt x="2373503" y="990523"/>
                  </a:moveTo>
                  <a:lnTo>
                    <a:pt x="2371267" y="979385"/>
                  </a:lnTo>
                  <a:lnTo>
                    <a:pt x="2365146" y="970305"/>
                  </a:lnTo>
                  <a:lnTo>
                    <a:pt x="2356066" y="964196"/>
                  </a:lnTo>
                  <a:lnTo>
                    <a:pt x="2344928" y="961948"/>
                  </a:lnTo>
                  <a:lnTo>
                    <a:pt x="2333790" y="964196"/>
                  </a:lnTo>
                  <a:lnTo>
                    <a:pt x="2324709" y="970305"/>
                  </a:lnTo>
                  <a:lnTo>
                    <a:pt x="2318601" y="979385"/>
                  </a:lnTo>
                  <a:lnTo>
                    <a:pt x="2316353" y="990523"/>
                  </a:lnTo>
                  <a:lnTo>
                    <a:pt x="2318601" y="1001661"/>
                  </a:lnTo>
                  <a:lnTo>
                    <a:pt x="2324709" y="1010742"/>
                  </a:lnTo>
                  <a:lnTo>
                    <a:pt x="2333790" y="1016863"/>
                  </a:lnTo>
                  <a:lnTo>
                    <a:pt x="2344928" y="1019098"/>
                  </a:lnTo>
                  <a:lnTo>
                    <a:pt x="2356066" y="1016863"/>
                  </a:lnTo>
                  <a:lnTo>
                    <a:pt x="2365146" y="1010742"/>
                  </a:lnTo>
                  <a:lnTo>
                    <a:pt x="2371267" y="1001661"/>
                  </a:lnTo>
                  <a:lnTo>
                    <a:pt x="2373503" y="990523"/>
                  </a:lnTo>
                  <a:close/>
                </a:path>
                <a:path w="12300585" h="2055495">
                  <a:moveTo>
                    <a:pt x="5020716" y="1508683"/>
                  </a:moveTo>
                  <a:lnTo>
                    <a:pt x="5018468" y="1497545"/>
                  </a:lnTo>
                  <a:lnTo>
                    <a:pt x="5012360" y="1488465"/>
                  </a:lnTo>
                  <a:lnTo>
                    <a:pt x="5003279" y="1482344"/>
                  </a:lnTo>
                  <a:lnTo>
                    <a:pt x="4992141" y="1480108"/>
                  </a:lnTo>
                  <a:lnTo>
                    <a:pt x="4981003" y="1482344"/>
                  </a:lnTo>
                  <a:lnTo>
                    <a:pt x="4971923" y="1488465"/>
                  </a:lnTo>
                  <a:lnTo>
                    <a:pt x="4965801" y="1497545"/>
                  </a:lnTo>
                  <a:lnTo>
                    <a:pt x="4963566" y="1508683"/>
                  </a:lnTo>
                  <a:lnTo>
                    <a:pt x="4965801" y="1519809"/>
                  </a:lnTo>
                  <a:lnTo>
                    <a:pt x="4971923" y="1528889"/>
                  </a:lnTo>
                  <a:lnTo>
                    <a:pt x="4981003" y="1535010"/>
                  </a:lnTo>
                  <a:lnTo>
                    <a:pt x="4992141" y="1537258"/>
                  </a:lnTo>
                  <a:lnTo>
                    <a:pt x="5003279" y="1535010"/>
                  </a:lnTo>
                  <a:lnTo>
                    <a:pt x="5012360" y="1528889"/>
                  </a:lnTo>
                  <a:lnTo>
                    <a:pt x="5018468" y="1519809"/>
                  </a:lnTo>
                  <a:lnTo>
                    <a:pt x="5020716" y="1508683"/>
                  </a:lnTo>
                  <a:close/>
                </a:path>
                <a:path w="12300585" h="2055495">
                  <a:moveTo>
                    <a:pt x="7337069" y="28575"/>
                  </a:moveTo>
                  <a:lnTo>
                    <a:pt x="7334821" y="17437"/>
                  </a:lnTo>
                  <a:lnTo>
                    <a:pt x="7328713" y="8356"/>
                  </a:lnTo>
                  <a:lnTo>
                    <a:pt x="7319632" y="2247"/>
                  </a:lnTo>
                  <a:lnTo>
                    <a:pt x="7308494" y="0"/>
                  </a:lnTo>
                  <a:lnTo>
                    <a:pt x="7297356" y="2247"/>
                  </a:lnTo>
                  <a:lnTo>
                    <a:pt x="7288276" y="8356"/>
                  </a:lnTo>
                  <a:lnTo>
                    <a:pt x="7282154" y="17437"/>
                  </a:lnTo>
                  <a:lnTo>
                    <a:pt x="7279919" y="28575"/>
                  </a:lnTo>
                  <a:lnTo>
                    <a:pt x="7282154" y="39712"/>
                  </a:lnTo>
                  <a:lnTo>
                    <a:pt x="7288276" y="48793"/>
                  </a:lnTo>
                  <a:lnTo>
                    <a:pt x="7297356" y="54914"/>
                  </a:lnTo>
                  <a:lnTo>
                    <a:pt x="7308494" y="57150"/>
                  </a:lnTo>
                  <a:lnTo>
                    <a:pt x="7319632" y="54914"/>
                  </a:lnTo>
                  <a:lnTo>
                    <a:pt x="7328713" y="48793"/>
                  </a:lnTo>
                  <a:lnTo>
                    <a:pt x="7334821" y="39712"/>
                  </a:lnTo>
                  <a:lnTo>
                    <a:pt x="7337069" y="28575"/>
                  </a:lnTo>
                  <a:close/>
                </a:path>
                <a:path w="12300585" h="2055495">
                  <a:moveTo>
                    <a:pt x="9984270" y="1286776"/>
                  </a:moveTo>
                  <a:lnTo>
                    <a:pt x="9982035" y="1275638"/>
                  </a:lnTo>
                  <a:lnTo>
                    <a:pt x="9975913" y="1266558"/>
                  </a:lnTo>
                  <a:lnTo>
                    <a:pt x="9966833" y="1260436"/>
                  </a:lnTo>
                  <a:lnTo>
                    <a:pt x="9955695" y="1258201"/>
                  </a:lnTo>
                  <a:lnTo>
                    <a:pt x="9944570" y="1260436"/>
                  </a:lnTo>
                  <a:lnTo>
                    <a:pt x="9935489" y="1266558"/>
                  </a:lnTo>
                  <a:lnTo>
                    <a:pt x="9929368" y="1275638"/>
                  </a:lnTo>
                  <a:lnTo>
                    <a:pt x="9927120" y="1286776"/>
                  </a:lnTo>
                  <a:lnTo>
                    <a:pt x="9929368" y="1297914"/>
                  </a:lnTo>
                  <a:lnTo>
                    <a:pt x="9935489" y="1306995"/>
                  </a:lnTo>
                  <a:lnTo>
                    <a:pt x="9944570" y="1313103"/>
                  </a:lnTo>
                  <a:lnTo>
                    <a:pt x="9955695" y="1315351"/>
                  </a:lnTo>
                  <a:lnTo>
                    <a:pt x="9966833" y="1313103"/>
                  </a:lnTo>
                  <a:lnTo>
                    <a:pt x="9975913" y="1306995"/>
                  </a:lnTo>
                  <a:lnTo>
                    <a:pt x="9982035" y="1297914"/>
                  </a:lnTo>
                  <a:lnTo>
                    <a:pt x="9984270" y="1286776"/>
                  </a:lnTo>
                  <a:close/>
                </a:path>
                <a:path w="12300585" h="2055495">
                  <a:moveTo>
                    <a:pt x="12300407" y="398487"/>
                  </a:moveTo>
                  <a:lnTo>
                    <a:pt x="12298172" y="387350"/>
                  </a:lnTo>
                  <a:lnTo>
                    <a:pt x="12292051" y="378269"/>
                  </a:lnTo>
                  <a:lnTo>
                    <a:pt x="12282970" y="372160"/>
                  </a:lnTo>
                  <a:lnTo>
                    <a:pt x="12271832" y="369912"/>
                  </a:lnTo>
                  <a:lnTo>
                    <a:pt x="12260707" y="372160"/>
                  </a:lnTo>
                  <a:lnTo>
                    <a:pt x="12251627" y="378269"/>
                  </a:lnTo>
                  <a:lnTo>
                    <a:pt x="12245505" y="387350"/>
                  </a:lnTo>
                  <a:lnTo>
                    <a:pt x="12243257" y="398487"/>
                  </a:lnTo>
                  <a:lnTo>
                    <a:pt x="12245505" y="409625"/>
                  </a:lnTo>
                  <a:lnTo>
                    <a:pt x="12251627" y="418706"/>
                  </a:lnTo>
                  <a:lnTo>
                    <a:pt x="12260707" y="424827"/>
                  </a:lnTo>
                  <a:lnTo>
                    <a:pt x="12271832" y="427062"/>
                  </a:lnTo>
                  <a:lnTo>
                    <a:pt x="12282970" y="424827"/>
                  </a:lnTo>
                  <a:lnTo>
                    <a:pt x="12292051" y="418706"/>
                  </a:lnTo>
                  <a:lnTo>
                    <a:pt x="12298172" y="409625"/>
                  </a:lnTo>
                  <a:lnTo>
                    <a:pt x="12300407" y="398487"/>
                  </a:lnTo>
                  <a:close/>
                </a:path>
              </a:pathLst>
            </a:custGeom>
            <a:solidFill>
              <a:srgbClr val="3DCFC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318044" y="4855679"/>
            <a:ext cx="10427970" cy="2197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8800"/>
              </a:lnSpc>
              <a:spcBef>
                <a:spcPts val="95"/>
              </a:spcBef>
            </a:pPr>
            <a:r>
              <a:rPr dirty="0" sz="4000" i="1">
                <a:solidFill>
                  <a:srgbClr val="FFFFFF"/>
                </a:solidFill>
                <a:latin typeface="Verdana"/>
                <a:cs typeface="Verdana"/>
              </a:rPr>
              <a:t>Describe</a:t>
            </a:r>
            <a:r>
              <a:rPr dirty="0" sz="4000" spc="-2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4000" spc="-2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75" i="1">
                <a:solidFill>
                  <a:srgbClr val="FFFFFF"/>
                </a:solidFill>
                <a:latin typeface="Verdana"/>
                <a:cs typeface="Verdana"/>
              </a:rPr>
              <a:t>real-</a:t>
            </a:r>
            <a:r>
              <a:rPr dirty="0" sz="4000" i="1">
                <a:solidFill>
                  <a:srgbClr val="FFFFFF"/>
                </a:solidFill>
                <a:latin typeface="Verdana"/>
                <a:cs typeface="Verdana"/>
              </a:rPr>
              <a:t>world</a:t>
            </a:r>
            <a:r>
              <a:rPr dirty="0" sz="4000" spc="-2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55" i="1">
                <a:solidFill>
                  <a:srgbClr val="FFFFFF"/>
                </a:solidFill>
                <a:latin typeface="Verdana"/>
                <a:cs typeface="Verdana"/>
              </a:rPr>
              <a:t>problem</a:t>
            </a:r>
            <a:r>
              <a:rPr dirty="0" sz="4000" spc="-21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FFFFFF"/>
                </a:solidFill>
                <a:latin typeface="Verdana"/>
                <a:cs typeface="Verdana"/>
              </a:rPr>
              <a:t>you</a:t>
            </a:r>
            <a:r>
              <a:rPr dirty="0" sz="4000" spc="-2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25" i="1">
                <a:solidFill>
                  <a:srgbClr val="FFFFFF"/>
                </a:solidFill>
                <a:latin typeface="Verdana"/>
                <a:cs typeface="Verdana"/>
              </a:rPr>
              <a:t>are </a:t>
            </a:r>
            <a:r>
              <a:rPr dirty="0" sz="4000" spc="-90" i="1">
                <a:solidFill>
                  <a:srgbClr val="FFFFFF"/>
                </a:solidFill>
                <a:latin typeface="Verdana"/>
                <a:cs typeface="Verdana"/>
              </a:rPr>
              <a:t>solving.</a:t>
            </a:r>
            <a:r>
              <a:rPr dirty="0" sz="40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100" i="1">
                <a:solidFill>
                  <a:srgbClr val="FFFFFF"/>
                </a:solidFill>
                <a:latin typeface="Verdana"/>
                <a:cs typeface="Verdana"/>
              </a:rPr>
              <a:t>Explain</a:t>
            </a:r>
            <a:r>
              <a:rPr dirty="0" sz="40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FFFFFF"/>
                </a:solidFill>
                <a:latin typeface="Verdana"/>
                <a:cs typeface="Verdana"/>
              </a:rPr>
              <a:t>what</a:t>
            </a:r>
            <a:r>
              <a:rPr dirty="0" sz="40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110" i="1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dirty="0" sz="40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265" i="1">
                <a:solidFill>
                  <a:srgbClr val="FFFFFF"/>
                </a:solidFill>
                <a:latin typeface="Verdana"/>
                <a:cs typeface="Verdana"/>
              </a:rPr>
              <a:t>is,</a:t>
            </a:r>
            <a:r>
              <a:rPr dirty="0" sz="40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FFFFFF"/>
                </a:solidFill>
                <a:latin typeface="Verdana"/>
                <a:cs typeface="Verdana"/>
              </a:rPr>
              <a:t>who</a:t>
            </a:r>
            <a:r>
              <a:rPr dirty="0" sz="40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110" i="1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dirty="0" sz="400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10" i="1">
                <a:solidFill>
                  <a:srgbClr val="FFFFFF"/>
                </a:solidFill>
                <a:latin typeface="Verdana"/>
                <a:cs typeface="Verdana"/>
              </a:rPr>
              <a:t>affects, </a:t>
            </a:r>
            <a:r>
              <a:rPr dirty="0" sz="4000" spc="155" i="1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4000" spc="-2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FFFFFF"/>
                </a:solidFill>
                <a:latin typeface="Verdana"/>
                <a:cs typeface="Verdana"/>
              </a:rPr>
              <a:t>why</a:t>
            </a:r>
            <a:r>
              <a:rPr dirty="0" sz="4000" spc="-2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110" i="1">
                <a:solidFill>
                  <a:srgbClr val="FFFFFF"/>
                </a:solidFill>
                <a:latin typeface="Verdana"/>
                <a:cs typeface="Verdana"/>
              </a:rPr>
              <a:t>it</a:t>
            </a:r>
            <a:r>
              <a:rPr dirty="0" sz="4000" spc="-24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10" i="1">
                <a:solidFill>
                  <a:srgbClr val="FFFFFF"/>
                </a:solidFill>
                <a:latin typeface="Verdana"/>
                <a:cs typeface="Verdana"/>
              </a:rPr>
              <a:t>matters.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70512" y="1121568"/>
            <a:ext cx="7943850" cy="957580"/>
            <a:chOff x="5170512" y="1121568"/>
            <a:chExt cx="7943850" cy="957580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91944" y="1142999"/>
              <a:ext cx="7904129" cy="9143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89562" y="1140618"/>
              <a:ext cx="7905750" cy="919480"/>
            </a:xfrm>
            <a:custGeom>
              <a:avLst/>
              <a:gdLst/>
              <a:ahLst/>
              <a:cxnLst/>
              <a:rect l="l" t="t" r="r" b="b"/>
              <a:pathLst>
                <a:path w="7905750" h="919480">
                  <a:moveTo>
                    <a:pt x="7905747" y="782107"/>
                  </a:moveTo>
                  <a:lnTo>
                    <a:pt x="7878732" y="855417"/>
                  </a:lnTo>
                  <a:lnTo>
                    <a:pt x="7845048" y="889113"/>
                  </a:lnTo>
                  <a:lnTo>
                    <a:pt x="7802322" y="911215"/>
                  </a:lnTo>
                  <a:lnTo>
                    <a:pt x="7753108" y="919153"/>
                  </a:lnTo>
                  <a:lnTo>
                    <a:pt x="155635" y="919153"/>
                  </a:lnTo>
                  <a:lnTo>
                    <a:pt x="106421" y="911215"/>
                  </a:lnTo>
                  <a:lnTo>
                    <a:pt x="63695" y="889113"/>
                  </a:lnTo>
                  <a:lnTo>
                    <a:pt x="30013" y="855416"/>
                  </a:lnTo>
                  <a:lnTo>
                    <a:pt x="7929" y="812695"/>
                  </a:lnTo>
                  <a:lnTo>
                    <a:pt x="0" y="763518"/>
                  </a:lnTo>
                  <a:lnTo>
                    <a:pt x="0" y="155644"/>
                  </a:lnTo>
                  <a:lnTo>
                    <a:pt x="7929" y="106430"/>
                  </a:lnTo>
                  <a:lnTo>
                    <a:pt x="30013" y="63704"/>
                  </a:lnTo>
                  <a:lnTo>
                    <a:pt x="63695" y="30021"/>
                  </a:lnTo>
                  <a:lnTo>
                    <a:pt x="106421" y="7937"/>
                  </a:lnTo>
                  <a:lnTo>
                    <a:pt x="155635" y="0"/>
                  </a:lnTo>
                  <a:lnTo>
                    <a:pt x="7753108" y="0"/>
                  </a:lnTo>
                  <a:lnTo>
                    <a:pt x="7802285" y="7937"/>
                  </a:lnTo>
                  <a:lnTo>
                    <a:pt x="7845007" y="30021"/>
                  </a:lnTo>
                  <a:lnTo>
                    <a:pt x="7878704" y="63703"/>
                  </a:lnTo>
                  <a:lnTo>
                    <a:pt x="7900807" y="106430"/>
                  </a:lnTo>
                  <a:lnTo>
                    <a:pt x="7905747" y="137062"/>
                  </a:lnTo>
                </a:path>
              </a:pathLst>
            </a:custGeom>
            <a:ln w="38099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584" rIns="0" bIns="0" rtlCol="0" vert="horz">
            <a:spAutoFit/>
          </a:bodyPr>
          <a:lstStyle/>
          <a:p>
            <a:pPr marL="3006725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-35"/>
              <a:t> </a:t>
            </a:r>
            <a:r>
              <a:rPr dirty="0" spc="-10"/>
              <a:t>STATEMENT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316925" y="252222"/>
            <a:ext cx="17807305" cy="1511935"/>
            <a:chOff x="316925" y="252222"/>
            <a:chExt cx="17807305" cy="1511935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6925" y="252222"/>
              <a:ext cx="1511808" cy="15118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50898" y="271129"/>
              <a:ext cx="1473078" cy="14740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44000"/>
              <a:ext cx="18287999" cy="1142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4868" y="2113730"/>
              <a:ext cx="16153055" cy="74288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4868" y="2140743"/>
              <a:ext cx="16578580" cy="7434580"/>
            </a:xfrm>
            <a:custGeom>
              <a:avLst/>
              <a:gdLst/>
              <a:ahLst/>
              <a:cxnLst/>
              <a:rect l="l" t="t" r="r" b="b"/>
              <a:pathLst>
                <a:path w="16578580" h="7434580">
                  <a:moveTo>
                    <a:pt x="0" y="229171"/>
                  </a:moveTo>
                  <a:lnTo>
                    <a:pt x="4655" y="182979"/>
                  </a:lnTo>
                  <a:lnTo>
                    <a:pt x="18006" y="139959"/>
                  </a:lnTo>
                  <a:lnTo>
                    <a:pt x="39133" y="101031"/>
                  </a:lnTo>
                  <a:lnTo>
                    <a:pt x="67115" y="67115"/>
                  </a:lnTo>
                  <a:lnTo>
                    <a:pt x="101031" y="39133"/>
                  </a:lnTo>
                  <a:lnTo>
                    <a:pt x="139959" y="18006"/>
                  </a:lnTo>
                  <a:lnTo>
                    <a:pt x="182979" y="4655"/>
                  </a:lnTo>
                  <a:lnTo>
                    <a:pt x="229171" y="0"/>
                  </a:lnTo>
                  <a:lnTo>
                    <a:pt x="16349087" y="0"/>
                  </a:lnTo>
                  <a:lnTo>
                    <a:pt x="16395279" y="4654"/>
                  </a:lnTo>
                  <a:lnTo>
                    <a:pt x="16438300" y="18006"/>
                  </a:lnTo>
                  <a:lnTo>
                    <a:pt x="16477229" y="39133"/>
                  </a:lnTo>
                  <a:lnTo>
                    <a:pt x="16511145" y="67114"/>
                  </a:lnTo>
                  <a:lnTo>
                    <a:pt x="16539127" y="101030"/>
                  </a:lnTo>
                  <a:lnTo>
                    <a:pt x="16560254" y="139959"/>
                  </a:lnTo>
                  <a:lnTo>
                    <a:pt x="16573606" y="182979"/>
                  </a:lnTo>
                  <a:lnTo>
                    <a:pt x="16578261" y="229171"/>
                  </a:lnTo>
                  <a:lnTo>
                    <a:pt x="16578261" y="7205090"/>
                  </a:lnTo>
                  <a:lnTo>
                    <a:pt x="16573606" y="7251281"/>
                  </a:lnTo>
                  <a:lnTo>
                    <a:pt x="16560254" y="7294302"/>
                  </a:lnTo>
                  <a:lnTo>
                    <a:pt x="16539127" y="7333231"/>
                  </a:lnTo>
                  <a:lnTo>
                    <a:pt x="16511145" y="7367146"/>
                  </a:lnTo>
                  <a:lnTo>
                    <a:pt x="16477229" y="7395128"/>
                  </a:lnTo>
                  <a:lnTo>
                    <a:pt x="16438300" y="7416255"/>
                  </a:lnTo>
                  <a:lnTo>
                    <a:pt x="16395279" y="7429607"/>
                  </a:lnTo>
                  <a:lnTo>
                    <a:pt x="16349087" y="7434262"/>
                  </a:lnTo>
                  <a:lnTo>
                    <a:pt x="229171" y="7434262"/>
                  </a:lnTo>
                  <a:lnTo>
                    <a:pt x="182979" y="7429606"/>
                  </a:lnTo>
                  <a:lnTo>
                    <a:pt x="139959" y="7416255"/>
                  </a:lnTo>
                  <a:lnTo>
                    <a:pt x="101030" y="7395128"/>
                  </a:lnTo>
                  <a:lnTo>
                    <a:pt x="67115" y="7367146"/>
                  </a:lnTo>
                  <a:lnTo>
                    <a:pt x="39133" y="7333230"/>
                  </a:lnTo>
                  <a:lnTo>
                    <a:pt x="18006" y="7294302"/>
                  </a:lnTo>
                  <a:lnTo>
                    <a:pt x="4655" y="7251281"/>
                  </a:lnTo>
                  <a:lnTo>
                    <a:pt x="0" y="7205090"/>
                  </a:lnTo>
                  <a:lnTo>
                    <a:pt x="0" y="229171"/>
                  </a:lnTo>
                </a:path>
              </a:pathLst>
            </a:custGeom>
            <a:ln w="38099">
              <a:solidFill>
                <a:srgbClr val="3DCF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4922" y="3045466"/>
              <a:ext cx="14287" cy="55506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1278" y="4007643"/>
              <a:ext cx="14287" cy="40704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8485" y="3489493"/>
              <a:ext cx="14287" cy="48104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4841" y="2749448"/>
              <a:ext cx="14287" cy="59206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22048" y="4377556"/>
              <a:ext cx="14287" cy="37004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38185" y="3267370"/>
              <a:ext cx="14287" cy="51805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58278" y="3637511"/>
              <a:ext cx="14287" cy="44405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94915" y="4747691"/>
              <a:ext cx="12300585" cy="2055495"/>
            </a:xfrm>
            <a:custGeom>
              <a:avLst/>
              <a:gdLst/>
              <a:ahLst/>
              <a:cxnLst/>
              <a:rect l="l" t="t" r="r" b="b"/>
              <a:pathLst>
                <a:path w="12300585" h="2055495">
                  <a:moveTo>
                    <a:pt x="57150" y="2026818"/>
                  </a:moveTo>
                  <a:lnTo>
                    <a:pt x="54914" y="2015680"/>
                  </a:lnTo>
                  <a:lnTo>
                    <a:pt x="48793" y="2006600"/>
                  </a:lnTo>
                  <a:lnTo>
                    <a:pt x="39712" y="2000478"/>
                  </a:lnTo>
                  <a:lnTo>
                    <a:pt x="28575" y="1998243"/>
                  </a:lnTo>
                  <a:lnTo>
                    <a:pt x="17437" y="2000478"/>
                  </a:lnTo>
                  <a:lnTo>
                    <a:pt x="8356" y="2006600"/>
                  </a:lnTo>
                  <a:lnTo>
                    <a:pt x="2235" y="2015680"/>
                  </a:lnTo>
                  <a:lnTo>
                    <a:pt x="0" y="2026818"/>
                  </a:lnTo>
                  <a:lnTo>
                    <a:pt x="2235" y="2037956"/>
                  </a:lnTo>
                  <a:lnTo>
                    <a:pt x="8356" y="2047036"/>
                  </a:lnTo>
                  <a:lnTo>
                    <a:pt x="17437" y="2053158"/>
                  </a:lnTo>
                  <a:lnTo>
                    <a:pt x="28575" y="2055393"/>
                  </a:lnTo>
                  <a:lnTo>
                    <a:pt x="39712" y="2053158"/>
                  </a:lnTo>
                  <a:lnTo>
                    <a:pt x="48793" y="2047036"/>
                  </a:lnTo>
                  <a:lnTo>
                    <a:pt x="54914" y="2037956"/>
                  </a:lnTo>
                  <a:lnTo>
                    <a:pt x="57150" y="2026818"/>
                  </a:lnTo>
                  <a:close/>
                </a:path>
                <a:path w="12300585" h="2055495">
                  <a:moveTo>
                    <a:pt x="2373503" y="990523"/>
                  </a:moveTo>
                  <a:lnTo>
                    <a:pt x="2371267" y="979385"/>
                  </a:lnTo>
                  <a:lnTo>
                    <a:pt x="2365146" y="970305"/>
                  </a:lnTo>
                  <a:lnTo>
                    <a:pt x="2356066" y="964196"/>
                  </a:lnTo>
                  <a:lnTo>
                    <a:pt x="2344928" y="961948"/>
                  </a:lnTo>
                  <a:lnTo>
                    <a:pt x="2333790" y="964196"/>
                  </a:lnTo>
                  <a:lnTo>
                    <a:pt x="2324709" y="970305"/>
                  </a:lnTo>
                  <a:lnTo>
                    <a:pt x="2318601" y="979385"/>
                  </a:lnTo>
                  <a:lnTo>
                    <a:pt x="2316353" y="990523"/>
                  </a:lnTo>
                  <a:lnTo>
                    <a:pt x="2318601" y="1001661"/>
                  </a:lnTo>
                  <a:lnTo>
                    <a:pt x="2324709" y="1010742"/>
                  </a:lnTo>
                  <a:lnTo>
                    <a:pt x="2333790" y="1016863"/>
                  </a:lnTo>
                  <a:lnTo>
                    <a:pt x="2344928" y="1019098"/>
                  </a:lnTo>
                  <a:lnTo>
                    <a:pt x="2356066" y="1016863"/>
                  </a:lnTo>
                  <a:lnTo>
                    <a:pt x="2365146" y="1010742"/>
                  </a:lnTo>
                  <a:lnTo>
                    <a:pt x="2371267" y="1001661"/>
                  </a:lnTo>
                  <a:lnTo>
                    <a:pt x="2373503" y="990523"/>
                  </a:lnTo>
                  <a:close/>
                </a:path>
                <a:path w="12300585" h="2055495">
                  <a:moveTo>
                    <a:pt x="5020716" y="1508683"/>
                  </a:moveTo>
                  <a:lnTo>
                    <a:pt x="5018468" y="1497545"/>
                  </a:lnTo>
                  <a:lnTo>
                    <a:pt x="5012360" y="1488465"/>
                  </a:lnTo>
                  <a:lnTo>
                    <a:pt x="5003279" y="1482344"/>
                  </a:lnTo>
                  <a:lnTo>
                    <a:pt x="4992141" y="1480108"/>
                  </a:lnTo>
                  <a:lnTo>
                    <a:pt x="4981003" y="1482344"/>
                  </a:lnTo>
                  <a:lnTo>
                    <a:pt x="4971923" y="1488465"/>
                  </a:lnTo>
                  <a:lnTo>
                    <a:pt x="4965801" y="1497545"/>
                  </a:lnTo>
                  <a:lnTo>
                    <a:pt x="4963566" y="1508683"/>
                  </a:lnTo>
                  <a:lnTo>
                    <a:pt x="4965801" y="1519809"/>
                  </a:lnTo>
                  <a:lnTo>
                    <a:pt x="4971923" y="1528889"/>
                  </a:lnTo>
                  <a:lnTo>
                    <a:pt x="4981003" y="1535010"/>
                  </a:lnTo>
                  <a:lnTo>
                    <a:pt x="4992141" y="1537258"/>
                  </a:lnTo>
                  <a:lnTo>
                    <a:pt x="5003279" y="1535010"/>
                  </a:lnTo>
                  <a:lnTo>
                    <a:pt x="5012360" y="1528889"/>
                  </a:lnTo>
                  <a:lnTo>
                    <a:pt x="5018468" y="1519809"/>
                  </a:lnTo>
                  <a:lnTo>
                    <a:pt x="5020716" y="1508683"/>
                  </a:lnTo>
                  <a:close/>
                </a:path>
                <a:path w="12300585" h="2055495">
                  <a:moveTo>
                    <a:pt x="7337069" y="28575"/>
                  </a:moveTo>
                  <a:lnTo>
                    <a:pt x="7334821" y="17437"/>
                  </a:lnTo>
                  <a:lnTo>
                    <a:pt x="7328713" y="8356"/>
                  </a:lnTo>
                  <a:lnTo>
                    <a:pt x="7319632" y="2247"/>
                  </a:lnTo>
                  <a:lnTo>
                    <a:pt x="7308494" y="0"/>
                  </a:lnTo>
                  <a:lnTo>
                    <a:pt x="7297356" y="2247"/>
                  </a:lnTo>
                  <a:lnTo>
                    <a:pt x="7288276" y="8356"/>
                  </a:lnTo>
                  <a:lnTo>
                    <a:pt x="7282154" y="17437"/>
                  </a:lnTo>
                  <a:lnTo>
                    <a:pt x="7279919" y="28575"/>
                  </a:lnTo>
                  <a:lnTo>
                    <a:pt x="7282154" y="39712"/>
                  </a:lnTo>
                  <a:lnTo>
                    <a:pt x="7288276" y="48793"/>
                  </a:lnTo>
                  <a:lnTo>
                    <a:pt x="7297356" y="54914"/>
                  </a:lnTo>
                  <a:lnTo>
                    <a:pt x="7308494" y="57150"/>
                  </a:lnTo>
                  <a:lnTo>
                    <a:pt x="7319632" y="54914"/>
                  </a:lnTo>
                  <a:lnTo>
                    <a:pt x="7328713" y="48793"/>
                  </a:lnTo>
                  <a:lnTo>
                    <a:pt x="7334821" y="39712"/>
                  </a:lnTo>
                  <a:lnTo>
                    <a:pt x="7337069" y="28575"/>
                  </a:lnTo>
                  <a:close/>
                </a:path>
                <a:path w="12300585" h="2055495">
                  <a:moveTo>
                    <a:pt x="9984270" y="1286776"/>
                  </a:moveTo>
                  <a:lnTo>
                    <a:pt x="9982035" y="1275638"/>
                  </a:lnTo>
                  <a:lnTo>
                    <a:pt x="9975913" y="1266558"/>
                  </a:lnTo>
                  <a:lnTo>
                    <a:pt x="9966833" y="1260436"/>
                  </a:lnTo>
                  <a:lnTo>
                    <a:pt x="9955695" y="1258201"/>
                  </a:lnTo>
                  <a:lnTo>
                    <a:pt x="9944570" y="1260436"/>
                  </a:lnTo>
                  <a:lnTo>
                    <a:pt x="9935489" y="1266558"/>
                  </a:lnTo>
                  <a:lnTo>
                    <a:pt x="9929368" y="1275638"/>
                  </a:lnTo>
                  <a:lnTo>
                    <a:pt x="9927120" y="1286776"/>
                  </a:lnTo>
                  <a:lnTo>
                    <a:pt x="9929368" y="1297914"/>
                  </a:lnTo>
                  <a:lnTo>
                    <a:pt x="9935489" y="1306995"/>
                  </a:lnTo>
                  <a:lnTo>
                    <a:pt x="9944570" y="1313103"/>
                  </a:lnTo>
                  <a:lnTo>
                    <a:pt x="9955695" y="1315351"/>
                  </a:lnTo>
                  <a:lnTo>
                    <a:pt x="9966833" y="1313103"/>
                  </a:lnTo>
                  <a:lnTo>
                    <a:pt x="9975913" y="1306995"/>
                  </a:lnTo>
                  <a:lnTo>
                    <a:pt x="9982035" y="1297914"/>
                  </a:lnTo>
                  <a:lnTo>
                    <a:pt x="9984270" y="1286776"/>
                  </a:lnTo>
                  <a:close/>
                </a:path>
                <a:path w="12300585" h="2055495">
                  <a:moveTo>
                    <a:pt x="12300407" y="398487"/>
                  </a:moveTo>
                  <a:lnTo>
                    <a:pt x="12298172" y="387350"/>
                  </a:lnTo>
                  <a:lnTo>
                    <a:pt x="12292051" y="378269"/>
                  </a:lnTo>
                  <a:lnTo>
                    <a:pt x="12282970" y="372160"/>
                  </a:lnTo>
                  <a:lnTo>
                    <a:pt x="12271832" y="369912"/>
                  </a:lnTo>
                  <a:lnTo>
                    <a:pt x="12260707" y="372160"/>
                  </a:lnTo>
                  <a:lnTo>
                    <a:pt x="12251627" y="378269"/>
                  </a:lnTo>
                  <a:lnTo>
                    <a:pt x="12245505" y="387350"/>
                  </a:lnTo>
                  <a:lnTo>
                    <a:pt x="12243257" y="398487"/>
                  </a:lnTo>
                  <a:lnTo>
                    <a:pt x="12245505" y="409625"/>
                  </a:lnTo>
                  <a:lnTo>
                    <a:pt x="12251627" y="418706"/>
                  </a:lnTo>
                  <a:lnTo>
                    <a:pt x="12260707" y="424827"/>
                  </a:lnTo>
                  <a:lnTo>
                    <a:pt x="12271832" y="427062"/>
                  </a:lnTo>
                  <a:lnTo>
                    <a:pt x="12282970" y="424827"/>
                  </a:lnTo>
                  <a:lnTo>
                    <a:pt x="12292051" y="418706"/>
                  </a:lnTo>
                  <a:lnTo>
                    <a:pt x="12298172" y="409625"/>
                  </a:lnTo>
                  <a:lnTo>
                    <a:pt x="12300407" y="398487"/>
                  </a:lnTo>
                  <a:close/>
                </a:path>
              </a:pathLst>
            </a:custGeom>
            <a:solidFill>
              <a:srgbClr val="3DCFC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49141" y="5040369"/>
            <a:ext cx="9789795" cy="12350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031875" marR="5080" indent="-1019810">
              <a:lnSpc>
                <a:spcPts val="4730"/>
              </a:lnSpc>
              <a:spcBef>
                <a:spcPts val="265"/>
              </a:spcBef>
            </a:pPr>
            <a:r>
              <a:rPr dirty="0" sz="4000" spc="-100" i="1">
                <a:solidFill>
                  <a:srgbClr val="E7DBC7"/>
                </a:solidFill>
                <a:latin typeface="Verdana"/>
                <a:cs typeface="Verdana"/>
              </a:rPr>
              <a:t>Explain</a:t>
            </a:r>
            <a:r>
              <a:rPr dirty="0" sz="4000" spc="-204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40" i="1">
                <a:solidFill>
                  <a:srgbClr val="E7DBC7"/>
                </a:solidFill>
                <a:latin typeface="Verdana"/>
                <a:cs typeface="Verdana"/>
              </a:rPr>
              <a:t>your</a:t>
            </a:r>
            <a:r>
              <a:rPr dirty="0" sz="4000" spc="-204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80" i="1">
                <a:solidFill>
                  <a:srgbClr val="E7DBC7"/>
                </a:solidFill>
                <a:latin typeface="Verdana"/>
                <a:cs typeface="Verdana"/>
              </a:rPr>
              <a:t>proposed</a:t>
            </a:r>
            <a:r>
              <a:rPr dirty="0" sz="4000" spc="-204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05" i="1">
                <a:solidFill>
                  <a:srgbClr val="E7DBC7"/>
                </a:solidFill>
                <a:latin typeface="Verdana"/>
                <a:cs typeface="Verdana"/>
              </a:rPr>
              <a:t>idea</a:t>
            </a:r>
            <a:r>
              <a:rPr dirty="0" sz="4000" spc="-204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55" i="1">
                <a:solidFill>
                  <a:srgbClr val="E7DBC7"/>
                </a:solidFill>
                <a:latin typeface="Verdana"/>
                <a:cs typeface="Verdana"/>
              </a:rPr>
              <a:t>and</a:t>
            </a:r>
            <a:r>
              <a:rPr dirty="0" sz="4000" spc="-20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how</a:t>
            </a:r>
            <a:r>
              <a:rPr dirty="0" sz="4000" spc="-204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25" i="1">
                <a:solidFill>
                  <a:srgbClr val="E7DBC7"/>
                </a:solidFill>
                <a:latin typeface="Verdana"/>
                <a:cs typeface="Verdana"/>
              </a:rPr>
              <a:t>it </a:t>
            </a:r>
            <a:r>
              <a:rPr dirty="0" sz="4000" spc="60" i="1">
                <a:solidFill>
                  <a:srgbClr val="E7DBC7"/>
                </a:solidFill>
                <a:latin typeface="Verdana"/>
                <a:cs typeface="Verdana"/>
              </a:rPr>
              <a:t>addresses</a:t>
            </a:r>
            <a:r>
              <a:rPr dirty="0" sz="4000" spc="-22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the</a:t>
            </a:r>
            <a:r>
              <a:rPr dirty="0" sz="4000" spc="-21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55" i="1">
                <a:solidFill>
                  <a:srgbClr val="E7DBC7"/>
                </a:solidFill>
                <a:latin typeface="Verdana"/>
                <a:cs typeface="Verdana"/>
              </a:rPr>
              <a:t>problem</a:t>
            </a:r>
            <a:r>
              <a:rPr dirty="0" sz="4000" spc="-22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10" i="1">
                <a:solidFill>
                  <a:srgbClr val="E7DBC7"/>
                </a:solidFill>
                <a:latin typeface="Verdana"/>
                <a:cs typeface="Verdana"/>
              </a:rPr>
              <a:t>stated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70512" y="1121568"/>
            <a:ext cx="7943850" cy="957580"/>
            <a:chOff x="5170512" y="1121568"/>
            <a:chExt cx="7943850" cy="957580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91944" y="1142999"/>
              <a:ext cx="7904129" cy="9143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89562" y="1140618"/>
              <a:ext cx="7905750" cy="919480"/>
            </a:xfrm>
            <a:custGeom>
              <a:avLst/>
              <a:gdLst/>
              <a:ahLst/>
              <a:cxnLst/>
              <a:rect l="l" t="t" r="r" b="b"/>
              <a:pathLst>
                <a:path w="7905750" h="919480">
                  <a:moveTo>
                    <a:pt x="7905747" y="782107"/>
                  </a:moveTo>
                  <a:lnTo>
                    <a:pt x="7878732" y="855417"/>
                  </a:lnTo>
                  <a:lnTo>
                    <a:pt x="7845048" y="889113"/>
                  </a:lnTo>
                  <a:lnTo>
                    <a:pt x="7802322" y="911215"/>
                  </a:lnTo>
                  <a:lnTo>
                    <a:pt x="7753108" y="919153"/>
                  </a:lnTo>
                  <a:lnTo>
                    <a:pt x="155635" y="919153"/>
                  </a:lnTo>
                  <a:lnTo>
                    <a:pt x="106421" y="911215"/>
                  </a:lnTo>
                  <a:lnTo>
                    <a:pt x="63695" y="889113"/>
                  </a:lnTo>
                  <a:lnTo>
                    <a:pt x="30013" y="855416"/>
                  </a:lnTo>
                  <a:lnTo>
                    <a:pt x="7929" y="812695"/>
                  </a:lnTo>
                  <a:lnTo>
                    <a:pt x="0" y="763518"/>
                  </a:lnTo>
                  <a:lnTo>
                    <a:pt x="0" y="155644"/>
                  </a:lnTo>
                  <a:lnTo>
                    <a:pt x="7929" y="106430"/>
                  </a:lnTo>
                  <a:lnTo>
                    <a:pt x="30013" y="63704"/>
                  </a:lnTo>
                  <a:lnTo>
                    <a:pt x="63695" y="30021"/>
                  </a:lnTo>
                  <a:lnTo>
                    <a:pt x="106421" y="7937"/>
                  </a:lnTo>
                  <a:lnTo>
                    <a:pt x="155635" y="0"/>
                  </a:lnTo>
                  <a:lnTo>
                    <a:pt x="7753108" y="0"/>
                  </a:lnTo>
                  <a:lnTo>
                    <a:pt x="7802285" y="7937"/>
                  </a:lnTo>
                  <a:lnTo>
                    <a:pt x="7845007" y="30021"/>
                  </a:lnTo>
                  <a:lnTo>
                    <a:pt x="7878704" y="63703"/>
                  </a:lnTo>
                  <a:lnTo>
                    <a:pt x="7900807" y="106430"/>
                  </a:lnTo>
                  <a:lnTo>
                    <a:pt x="7905747" y="137062"/>
                  </a:lnTo>
                </a:path>
              </a:pathLst>
            </a:custGeom>
            <a:ln w="38099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584" rIns="0" bIns="0" rtlCol="0" vert="horz">
            <a:spAutoFit/>
          </a:bodyPr>
          <a:lstStyle/>
          <a:p>
            <a:pPr marL="3768725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IDEA/SOLUTION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316925" y="252222"/>
            <a:ext cx="17807305" cy="1511935"/>
            <a:chOff x="316925" y="252222"/>
            <a:chExt cx="17807305" cy="1511935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6925" y="252222"/>
              <a:ext cx="1511808" cy="15118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50898" y="271129"/>
              <a:ext cx="1473078" cy="14740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308590"/>
            <a:chOff x="0" y="0"/>
            <a:chExt cx="18288000" cy="10308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75306" y="1697877"/>
              <a:ext cx="1724025" cy="19050"/>
            </a:xfrm>
            <a:custGeom>
              <a:avLst/>
              <a:gdLst/>
              <a:ahLst/>
              <a:cxnLst/>
              <a:rect l="l" t="t" r="r" b="b"/>
              <a:pathLst>
                <a:path w="1724025" h="19050">
                  <a:moveTo>
                    <a:pt x="0" y="0"/>
                  </a:moveTo>
                  <a:lnTo>
                    <a:pt x="1724025" y="18957"/>
                  </a:lnTo>
                </a:path>
              </a:pathLst>
            </a:custGeom>
            <a:ln w="9524">
              <a:solidFill>
                <a:srgbClr val="00B4D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76283" y="2000418"/>
              <a:ext cx="876300" cy="28575"/>
            </a:xfrm>
            <a:custGeom>
              <a:avLst/>
              <a:gdLst/>
              <a:ahLst/>
              <a:cxnLst/>
              <a:rect l="l" t="t" r="r" b="b"/>
              <a:pathLst>
                <a:path w="876300" h="28575">
                  <a:moveTo>
                    <a:pt x="0" y="0"/>
                  </a:moveTo>
                  <a:lnTo>
                    <a:pt x="876283" y="28242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5898" y="1990803"/>
              <a:ext cx="28575" cy="876300"/>
            </a:xfrm>
            <a:custGeom>
              <a:avLst/>
              <a:gdLst/>
              <a:ahLst/>
              <a:cxnLst/>
              <a:rect l="l" t="t" r="r" b="b"/>
              <a:pathLst>
                <a:path w="28575" h="876300">
                  <a:moveTo>
                    <a:pt x="0" y="0"/>
                  </a:moveTo>
                  <a:lnTo>
                    <a:pt x="28242" y="876283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735434" y="2000418"/>
              <a:ext cx="876300" cy="28575"/>
            </a:xfrm>
            <a:custGeom>
              <a:avLst/>
              <a:gdLst/>
              <a:ahLst/>
              <a:cxnLst/>
              <a:rect l="l" t="t" r="r" b="b"/>
              <a:pathLst>
                <a:path w="876300" h="28575">
                  <a:moveTo>
                    <a:pt x="0" y="0"/>
                  </a:moveTo>
                  <a:lnTo>
                    <a:pt x="876283" y="28242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573724" y="1990803"/>
              <a:ext cx="28575" cy="876300"/>
            </a:xfrm>
            <a:custGeom>
              <a:avLst/>
              <a:gdLst/>
              <a:ahLst/>
              <a:cxnLst/>
              <a:rect l="l" t="t" r="r" b="b"/>
              <a:pathLst>
                <a:path w="28575" h="876300">
                  <a:moveTo>
                    <a:pt x="0" y="0"/>
                  </a:moveTo>
                  <a:lnTo>
                    <a:pt x="28242" y="876283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76283" y="9715667"/>
              <a:ext cx="876300" cy="28575"/>
            </a:xfrm>
            <a:custGeom>
              <a:avLst/>
              <a:gdLst/>
              <a:ahLst/>
              <a:cxnLst/>
              <a:rect l="l" t="t" r="r" b="b"/>
              <a:pathLst>
                <a:path w="876300" h="28575">
                  <a:moveTo>
                    <a:pt x="0" y="0"/>
                  </a:moveTo>
                  <a:lnTo>
                    <a:pt x="876283" y="28242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5898" y="8877378"/>
              <a:ext cx="28575" cy="876300"/>
            </a:xfrm>
            <a:custGeom>
              <a:avLst/>
              <a:gdLst/>
              <a:ahLst/>
              <a:cxnLst/>
              <a:rect l="l" t="t" r="r" b="b"/>
              <a:pathLst>
                <a:path w="28575" h="876300">
                  <a:moveTo>
                    <a:pt x="0" y="0"/>
                  </a:moveTo>
                  <a:lnTo>
                    <a:pt x="28242" y="876283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573724" y="8877378"/>
              <a:ext cx="28575" cy="876300"/>
            </a:xfrm>
            <a:custGeom>
              <a:avLst/>
              <a:gdLst/>
              <a:ahLst/>
              <a:cxnLst/>
              <a:rect l="l" t="t" r="r" b="b"/>
              <a:pathLst>
                <a:path w="28575" h="876300">
                  <a:moveTo>
                    <a:pt x="0" y="0"/>
                  </a:moveTo>
                  <a:lnTo>
                    <a:pt x="28242" y="876283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735434" y="9715667"/>
              <a:ext cx="876300" cy="28575"/>
            </a:xfrm>
            <a:custGeom>
              <a:avLst/>
              <a:gdLst/>
              <a:ahLst/>
              <a:cxnLst/>
              <a:rect l="l" t="t" r="r" b="b"/>
              <a:pathLst>
                <a:path w="876300" h="28575">
                  <a:moveTo>
                    <a:pt x="0" y="0"/>
                  </a:moveTo>
                  <a:lnTo>
                    <a:pt x="876283" y="28242"/>
                  </a:lnTo>
                </a:path>
              </a:pathLst>
            </a:custGeom>
            <a:ln w="9525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800" y="0"/>
              <a:ext cx="85724" cy="102869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0139" y="0"/>
              <a:ext cx="57149" cy="10286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73475" y="0"/>
              <a:ext cx="85724" cy="102869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0711" y="0"/>
              <a:ext cx="57149" cy="102869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2437" y="9358311"/>
              <a:ext cx="2142845" cy="5000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5250" y="9786937"/>
              <a:ext cx="2857499" cy="5000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712868" y="9784556"/>
              <a:ext cx="2862580" cy="504825"/>
            </a:xfrm>
            <a:custGeom>
              <a:avLst/>
              <a:gdLst/>
              <a:ahLst/>
              <a:cxnLst/>
              <a:rect l="l" t="t" r="r" b="b"/>
              <a:pathLst>
                <a:path w="2862579" h="504825">
                  <a:moveTo>
                    <a:pt x="0" y="0"/>
                  </a:moveTo>
                  <a:lnTo>
                    <a:pt x="2862262" y="0"/>
                  </a:lnTo>
                  <a:lnTo>
                    <a:pt x="2862262" y="504824"/>
                  </a:lnTo>
                  <a:lnTo>
                    <a:pt x="0" y="504824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B4D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0" y="2121693"/>
            <a:ext cx="18288000" cy="8165465"/>
            <a:chOff x="0" y="2121693"/>
            <a:chExt cx="18288000" cy="816546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9143999"/>
              <a:ext cx="18287999" cy="11429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7250" y="2143125"/>
              <a:ext cx="16573499" cy="74294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54868" y="2140743"/>
              <a:ext cx="16578580" cy="7434580"/>
            </a:xfrm>
            <a:custGeom>
              <a:avLst/>
              <a:gdLst/>
              <a:ahLst/>
              <a:cxnLst/>
              <a:rect l="l" t="t" r="r" b="b"/>
              <a:pathLst>
                <a:path w="16578580" h="7434580">
                  <a:moveTo>
                    <a:pt x="0" y="229171"/>
                  </a:moveTo>
                  <a:lnTo>
                    <a:pt x="4655" y="182979"/>
                  </a:lnTo>
                  <a:lnTo>
                    <a:pt x="18006" y="139959"/>
                  </a:lnTo>
                  <a:lnTo>
                    <a:pt x="39133" y="101031"/>
                  </a:lnTo>
                  <a:lnTo>
                    <a:pt x="67115" y="67115"/>
                  </a:lnTo>
                  <a:lnTo>
                    <a:pt x="101031" y="39133"/>
                  </a:lnTo>
                  <a:lnTo>
                    <a:pt x="139959" y="18006"/>
                  </a:lnTo>
                  <a:lnTo>
                    <a:pt x="182979" y="4655"/>
                  </a:lnTo>
                  <a:lnTo>
                    <a:pt x="229171" y="0"/>
                  </a:lnTo>
                  <a:lnTo>
                    <a:pt x="16349087" y="0"/>
                  </a:lnTo>
                  <a:lnTo>
                    <a:pt x="16395279" y="4654"/>
                  </a:lnTo>
                  <a:lnTo>
                    <a:pt x="16438300" y="18006"/>
                  </a:lnTo>
                  <a:lnTo>
                    <a:pt x="16477229" y="39133"/>
                  </a:lnTo>
                  <a:lnTo>
                    <a:pt x="16511145" y="67114"/>
                  </a:lnTo>
                  <a:lnTo>
                    <a:pt x="16539127" y="101030"/>
                  </a:lnTo>
                  <a:lnTo>
                    <a:pt x="16560254" y="139959"/>
                  </a:lnTo>
                  <a:lnTo>
                    <a:pt x="16573606" y="182979"/>
                  </a:lnTo>
                  <a:lnTo>
                    <a:pt x="16578261" y="229171"/>
                  </a:lnTo>
                  <a:lnTo>
                    <a:pt x="16578261" y="7205090"/>
                  </a:lnTo>
                  <a:lnTo>
                    <a:pt x="16573606" y="7251281"/>
                  </a:lnTo>
                  <a:lnTo>
                    <a:pt x="16560254" y="7294302"/>
                  </a:lnTo>
                  <a:lnTo>
                    <a:pt x="16539127" y="7333231"/>
                  </a:lnTo>
                  <a:lnTo>
                    <a:pt x="16511145" y="7367146"/>
                  </a:lnTo>
                  <a:lnTo>
                    <a:pt x="16477229" y="7395128"/>
                  </a:lnTo>
                  <a:lnTo>
                    <a:pt x="16438300" y="7416255"/>
                  </a:lnTo>
                  <a:lnTo>
                    <a:pt x="16395279" y="7429607"/>
                  </a:lnTo>
                  <a:lnTo>
                    <a:pt x="16349087" y="7434262"/>
                  </a:lnTo>
                  <a:lnTo>
                    <a:pt x="229171" y="7434262"/>
                  </a:lnTo>
                  <a:lnTo>
                    <a:pt x="182979" y="7429606"/>
                  </a:lnTo>
                  <a:lnTo>
                    <a:pt x="139959" y="7416255"/>
                  </a:lnTo>
                  <a:lnTo>
                    <a:pt x="101030" y="7395128"/>
                  </a:lnTo>
                  <a:lnTo>
                    <a:pt x="67115" y="7367146"/>
                  </a:lnTo>
                  <a:lnTo>
                    <a:pt x="39133" y="7333230"/>
                  </a:lnTo>
                  <a:lnTo>
                    <a:pt x="18006" y="7294302"/>
                  </a:lnTo>
                  <a:lnTo>
                    <a:pt x="4655" y="7251281"/>
                  </a:lnTo>
                  <a:lnTo>
                    <a:pt x="0" y="7205090"/>
                  </a:lnTo>
                  <a:lnTo>
                    <a:pt x="0" y="229171"/>
                  </a:lnTo>
                </a:path>
              </a:pathLst>
            </a:custGeom>
            <a:ln w="38099">
              <a:solidFill>
                <a:srgbClr val="3DCF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94922" y="3045466"/>
              <a:ext cx="14287" cy="55506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11278" y="4007643"/>
              <a:ext cx="14287" cy="407041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58485" y="3489493"/>
              <a:ext cx="14287" cy="481041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74841" y="2749448"/>
              <a:ext cx="14287" cy="592060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22048" y="4377556"/>
              <a:ext cx="14287" cy="370046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438185" y="3267370"/>
              <a:ext cx="14287" cy="518055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58278" y="3637511"/>
              <a:ext cx="14287" cy="444055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94915" y="4747691"/>
              <a:ext cx="12300585" cy="2055495"/>
            </a:xfrm>
            <a:custGeom>
              <a:avLst/>
              <a:gdLst/>
              <a:ahLst/>
              <a:cxnLst/>
              <a:rect l="l" t="t" r="r" b="b"/>
              <a:pathLst>
                <a:path w="12300585" h="2055495">
                  <a:moveTo>
                    <a:pt x="57150" y="2026818"/>
                  </a:moveTo>
                  <a:lnTo>
                    <a:pt x="54914" y="2015680"/>
                  </a:lnTo>
                  <a:lnTo>
                    <a:pt x="48793" y="2006600"/>
                  </a:lnTo>
                  <a:lnTo>
                    <a:pt x="39712" y="2000478"/>
                  </a:lnTo>
                  <a:lnTo>
                    <a:pt x="28575" y="1998243"/>
                  </a:lnTo>
                  <a:lnTo>
                    <a:pt x="17437" y="2000478"/>
                  </a:lnTo>
                  <a:lnTo>
                    <a:pt x="8356" y="2006600"/>
                  </a:lnTo>
                  <a:lnTo>
                    <a:pt x="2235" y="2015680"/>
                  </a:lnTo>
                  <a:lnTo>
                    <a:pt x="0" y="2026818"/>
                  </a:lnTo>
                  <a:lnTo>
                    <a:pt x="2235" y="2037956"/>
                  </a:lnTo>
                  <a:lnTo>
                    <a:pt x="8356" y="2047036"/>
                  </a:lnTo>
                  <a:lnTo>
                    <a:pt x="17437" y="2053158"/>
                  </a:lnTo>
                  <a:lnTo>
                    <a:pt x="28575" y="2055393"/>
                  </a:lnTo>
                  <a:lnTo>
                    <a:pt x="39712" y="2053158"/>
                  </a:lnTo>
                  <a:lnTo>
                    <a:pt x="48793" y="2047036"/>
                  </a:lnTo>
                  <a:lnTo>
                    <a:pt x="54914" y="2037956"/>
                  </a:lnTo>
                  <a:lnTo>
                    <a:pt x="57150" y="2026818"/>
                  </a:lnTo>
                  <a:close/>
                </a:path>
                <a:path w="12300585" h="2055495">
                  <a:moveTo>
                    <a:pt x="2373503" y="990523"/>
                  </a:moveTo>
                  <a:lnTo>
                    <a:pt x="2371267" y="979385"/>
                  </a:lnTo>
                  <a:lnTo>
                    <a:pt x="2365146" y="970305"/>
                  </a:lnTo>
                  <a:lnTo>
                    <a:pt x="2356066" y="964196"/>
                  </a:lnTo>
                  <a:lnTo>
                    <a:pt x="2344928" y="961948"/>
                  </a:lnTo>
                  <a:lnTo>
                    <a:pt x="2333790" y="964196"/>
                  </a:lnTo>
                  <a:lnTo>
                    <a:pt x="2324709" y="970305"/>
                  </a:lnTo>
                  <a:lnTo>
                    <a:pt x="2318601" y="979385"/>
                  </a:lnTo>
                  <a:lnTo>
                    <a:pt x="2316353" y="990523"/>
                  </a:lnTo>
                  <a:lnTo>
                    <a:pt x="2318601" y="1001661"/>
                  </a:lnTo>
                  <a:lnTo>
                    <a:pt x="2324709" y="1010742"/>
                  </a:lnTo>
                  <a:lnTo>
                    <a:pt x="2333790" y="1016863"/>
                  </a:lnTo>
                  <a:lnTo>
                    <a:pt x="2344928" y="1019098"/>
                  </a:lnTo>
                  <a:lnTo>
                    <a:pt x="2356066" y="1016863"/>
                  </a:lnTo>
                  <a:lnTo>
                    <a:pt x="2365146" y="1010742"/>
                  </a:lnTo>
                  <a:lnTo>
                    <a:pt x="2371267" y="1001661"/>
                  </a:lnTo>
                  <a:lnTo>
                    <a:pt x="2373503" y="990523"/>
                  </a:lnTo>
                  <a:close/>
                </a:path>
                <a:path w="12300585" h="2055495">
                  <a:moveTo>
                    <a:pt x="5020716" y="1508683"/>
                  </a:moveTo>
                  <a:lnTo>
                    <a:pt x="5018468" y="1497545"/>
                  </a:lnTo>
                  <a:lnTo>
                    <a:pt x="5012360" y="1488465"/>
                  </a:lnTo>
                  <a:lnTo>
                    <a:pt x="5003279" y="1482344"/>
                  </a:lnTo>
                  <a:lnTo>
                    <a:pt x="4992141" y="1480108"/>
                  </a:lnTo>
                  <a:lnTo>
                    <a:pt x="4981003" y="1482344"/>
                  </a:lnTo>
                  <a:lnTo>
                    <a:pt x="4971923" y="1488465"/>
                  </a:lnTo>
                  <a:lnTo>
                    <a:pt x="4965801" y="1497545"/>
                  </a:lnTo>
                  <a:lnTo>
                    <a:pt x="4963566" y="1508683"/>
                  </a:lnTo>
                  <a:lnTo>
                    <a:pt x="4965801" y="1519809"/>
                  </a:lnTo>
                  <a:lnTo>
                    <a:pt x="4971923" y="1528889"/>
                  </a:lnTo>
                  <a:lnTo>
                    <a:pt x="4981003" y="1535010"/>
                  </a:lnTo>
                  <a:lnTo>
                    <a:pt x="4992141" y="1537258"/>
                  </a:lnTo>
                  <a:lnTo>
                    <a:pt x="5003279" y="1535010"/>
                  </a:lnTo>
                  <a:lnTo>
                    <a:pt x="5012360" y="1528889"/>
                  </a:lnTo>
                  <a:lnTo>
                    <a:pt x="5018468" y="1519809"/>
                  </a:lnTo>
                  <a:lnTo>
                    <a:pt x="5020716" y="1508683"/>
                  </a:lnTo>
                  <a:close/>
                </a:path>
                <a:path w="12300585" h="2055495">
                  <a:moveTo>
                    <a:pt x="7337069" y="28575"/>
                  </a:moveTo>
                  <a:lnTo>
                    <a:pt x="7334821" y="17437"/>
                  </a:lnTo>
                  <a:lnTo>
                    <a:pt x="7328713" y="8356"/>
                  </a:lnTo>
                  <a:lnTo>
                    <a:pt x="7319632" y="2247"/>
                  </a:lnTo>
                  <a:lnTo>
                    <a:pt x="7308494" y="0"/>
                  </a:lnTo>
                  <a:lnTo>
                    <a:pt x="7297356" y="2247"/>
                  </a:lnTo>
                  <a:lnTo>
                    <a:pt x="7288276" y="8356"/>
                  </a:lnTo>
                  <a:lnTo>
                    <a:pt x="7282154" y="17437"/>
                  </a:lnTo>
                  <a:lnTo>
                    <a:pt x="7279919" y="28575"/>
                  </a:lnTo>
                  <a:lnTo>
                    <a:pt x="7282154" y="39712"/>
                  </a:lnTo>
                  <a:lnTo>
                    <a:pt x="7288276" y="48793"/>
                  </a:lnTo>
                  <a:lnTo>
                    <a:pt x="7297356" y="54914"/>
                  </a:lnTo>
                  <a:lnTo>
                    <a:pt x="7308494" y="57150"/>
                  </a:lnTo>
                  <a:lnTo>
                    <a:pt x="7319632" y="54914"/>
                  </a:lnTo>
                  <a:lnTo>
                    <a:pt x="7328713" y="48793"/>
                  </a:lnTo>
                  <a:lnTo>
                    <a:pt x="7334821" y="39712"/>
                  </a:lnTo>
                  <a:lnTo>
                    <a:pt x="7337069" y="28575"/>
                  </a:lnTo>
                  <a:close/>
                </a:path>
                <a:path w="12300585" h="2055495">
                  <a:moveTo>
                    <a:pt x="9984270" y="1286776"/>
                  </a:moveTo>
                  <a:lnTo>
                    <a:pt x="9982035" y="1275638"/>
                  </a:lnTo>
                  <a:lnTo>
                    <a:pt x="9975913" y="1266558"/>
                  </a:lnTo>
                  <a:lnTo>
                    <a:pt x="9966833" y="1260436"/>
                  </a:lnTo>
                  <a:lnTo>
                    <a:pt x="9955695" y="1258201"/>
                  </a:lnTo>
                  <a:lnTo>
                    <a:pt x="9944570" y="1260436"/>
                  </a:lnTo>
                  <a:lnTo>
                    <a:pt x="9935489" y="1266558"/>
                  </a:lnTo>
                  <a:lnTo>
                    <a:pt x="9929368" y="1275638"/>
                  </a:lnTo>
                  <a:lnTo>
                    <a:pt x="9927120" y="1286776"/>
                  </a:lnTo>
                  <a:lnTo>
                    <a:pt x="9929368" y="1297914"/>
                  </a:lnTo>
                  <a:lnTo>
                    <a:pt x="9935489" y="1306995"/>
                  </a:lnTo>
                  <a:lnTo>
                    <a:pt x="9944570" y="1313103"/>
                  </a:lnTo>
                  <a:lnTo>
                    <a:pt x="9955695" y="1315351"/>
                  </a:lnTo>
                  <a:lnTo>
                    <a:pt x="9966833" y="1313103"/>
                  </a:lnTo>
                  <a:lnTo>
                    <a:pt x="9975913" y="1306995"/>
                  </a:lnTo>
                  <a:lnTo>
                    <a:pt x="9982035" y="1297914"/>
                  </a:lnTo>
                  <a:lnTo>
                    <a:pt x="9984270" y="1286776"/>
                  </a:lnTo>
                  <a:close/>
                </a:path>
                <a:path w="12300585" h="2055495">
                  <a:moveTo>
                    <a:pt x="12300407" y="398487"/>
                  </a:moveTo>
                  <a:lnTo>
                    <a:pt x="12298172" y="387350"/>
                  </a:lnTo>
                  <a:lnTo>
                    <a:pt x="12292051" y="378269"/>
                  </a:lnTo>
                  <a:lnTo>
                    <a:pt x="12282970" y="372160"/>
                  </a:lnTo>
                  <a:lnTo>
                    <a:pt x="12271832" y="369912"/>
                  </a:lnTo>
                  <a:lnTo>
                    <a:pt x="12260707" y="372160"/>
                  </a:lnTo>
                  <a:lnTo>
                    <a:pt x="12251627" y="378269"/>
                  </a:lnTo>
                  <a:lnTo>
                    <a:pt x="12245505" y="387350"/>
                  </a:lnTo>
                  <a:lnTo>
                    <a:pt x="12243257" y="398487"/>
                  </a:lnTo>
                  <a:lnTo>
                    <a:pt x="12245505" y="409625"/>
                  </a:lnTo>
                  <a:lnTo>
                    <a:pt x="12251627" y="418706"/>
                  </a:lnTo>
                  <a:lnTo>
                    <a:pt x="12260707" y="424827"/>
                  </a:lnTo>
                  <a:lnTo>
                    <a:pt x="12271832" y="427062"/>
                  </a:lnTo>
                  <a:lnTo>
                    <a:pt x="12282970" y="424827"/>
                  </a:lnTo>
                  <a:lnTo>
                    <a:pt x="12292051" y="418706"/>
                  </a:lnTo>
                  <a:lnTo>
                    <a:pt x="12298172" y="409625"/>
                  </a:lnTo>
                  <a:lnTo>
                    <a:pt x="12300407" y="398487"/>
                  </a:lnTo>
                  <a:close/>
                </a:path>
              </a:pathLst>
            </a:custGeom>
            <a:solidFill>
              <a:srgbClr val="3DCFC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978619" y="5485216"/>
            <a:ext cx="129927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35" i="1">
                <a:solidFill>
                  <a:srgbClr val="E7DBC7"/>
                </a:solidFill>
                <a:latin typeface="Verdana"/>
                <a:cs typeface="Verdana"/>
              </a:rPr>
              <a:t>Present</a:t>
            </a:r>
            <a:r>
              <a:rPr dirty="0" sz="4000" spc="-24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285" i="1">
                <a:solidFill>
                  <a:srgbClr val="E7DBC7"/>
                </a:solidFill>
                <a:latin typeface="Verdana"/>
                <a:cs typeface="Verdana"/>
              </a:rPr>
              <a:t>a</a:t>
            </a:r>
            <a:r>
              <a:rPr dirty="0" sz="4000" spc="-24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20" i="1">
                <a:solidFill>
                  <a:srgbClr val="E7DBC7"/>
                </a:solidFill>
                <a:latin typeface="Verdana"/>
                <a:cs typeface="Verdana"/>
              </a:rPr>
              <a:t>brief</a:t>
            </a:r>
            <a:r>
              <a:rPr dirty="0" sz="4000" spc="-24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10" i="1">
                <a:solidFill>
                  <a:srgbClr val="E7DBC7"/>
                </a:solidFill>
                <a:latin typeface="Verdana"/>
                <a:cs typeface="Verdana"/>
              </a:rPr>
              <a:t>walkthrough</a:t>
            </a:r>
            <a:r>
              <a:rPr dirty="0" sz="4000" spc="-24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of</a:t>
            </a:r>
            <a:r>
              <a:rPr dirty="0" sz="4000" spc="-24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how</a:t>
            </a:r>
            <a:r>
              <a:rPr dirty="0" sz="4000" spc="-24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40" i="1">
                <a:solidFill>
                  <a:srgbClr val="E7DBC7"/>
                </a:solidFill>
                <a:latin typeface="Verdana"/>
                <a:cs typeface="Verdana"/>
              </a:rPr>
              <a:t>your</a:t>
            </a:r>
            <a:r>
              <a:rPr dirty="0" sz="4000" spc="-24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05" i="1">
                <a:solidFill>
                  <a:srgbClr val="E7DBC7"/>
                </a:solidFill>
                <a:latin typeface="Verdana"/>
                <a:cs typeface="Verdana"/>
              </a:rPr>
              <a:t>idea</a:t>
            </a:r>
            <a:r>
              <a:rPr dirty="0" sz="4000" spc="-24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35" i="1">
                <a:solidFill>
                  <a:srgbClr val="E7DBC7"/>
                </a:solidFill>
                <a:latin typeface="Verdana"/>
                <a:cs typeface="Verdana"/>
              </a:rPr>
              <a:t>looks.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81805" y="1009649"/>
            <a:ext cx="11010900" cy="1023619"/>
            <a:chOff x="3381805" y="1009649"/>
            <a:chExt cx="11010900" cy="1023619"/>
          </a:xfrm>
        </p:grpSpPr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75691" y="1118777"/>
              <a:ext cx="10600753" cy="9143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225262" y="1845064"/>
              <a:ext cx="152879" cy="14588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400855" y="1028699"/>
              <a:ext cx="10972800" cy="962025"/>
            </a:xfrm>
            <a:custGeom>
              <a:avLst/>
              <a:gdLst/>
              <a:ahLst/>
              <a:cxnLst/>
              <a:rect l="l" t="t" r="r" b="b"/>
              <a:pathLst>
                <a:path w="10972800" h="962025">
                  <a:moveTo>
                    <a:pt x="146160" y="962025"/>
                  </a:moveTo>
                  <a:lnTo>
                    <a:pt x="79962" y="941810"/>
                  </a:lnTo>
                  <a:lnTo>
                    <a:pt x="47281" y="916277"/>
                  </a:lnTo>
                  <a:lnTo>
                    <a:pt x="22036" y="883235"/>
                  </a:lnTo>
                  <a:lnTo>
                    <a:pt x="5765" y="844242"/>
                  </a:lnTo>
                  <a:lnTo>
                    <a:pt x="0" y="800859"/>
                  </a:lnTo>
                  <a:lnTo>
                    <a:pt x="0" y="163249"/>
                  </a:lnTo>
                  <a:lnTo>
                    <a:pt x="5765" y="119831"/>
                  </a:lnTo>
                  <a:lnTo>
                    <a:pt x="22036" y="80829"/>
                  </a:lnTo>
                  <a:lnTo>
                    <a:pt x="47281" y="47793"/>
                  </a:lnTo>
                  <a:lnTo>
                    <a:pt x="79962" y="22275"/>
                  </a:lnTo>
                  <a:lnTo>
                    <a:pt x="118547" y="5827"/>
                  </a:lnTo>
                  <a:lnTo>
                    <a:pt x="161499" y="0"/>
                  </a:lnTo>
                  <a:lnTo>
                    <a:pt x="10813783" y="0"/>
                  </a:lnTo>
                  <a:lnTo>
                    <a:pt x="10856702" y="5827"/>
                  </a:lnTo>
                  <a:lnTo>
                    <a:pt x="10895277" y="22275"/>
                  </a:lnTo>
                  <a:lnTo>
                    <a:pt x="10927966" y="47793"/>
                  </a:lnTo>
                  <a:lnTo>
                    <a:pt x="10953225" y="80829"/>
                  </a:lnTo>
                  <a:lnTo>
                    <a:pt x="10969512" y="119831"/>
                  </a:lnTo>
                  <a:lnTo>
                    <a:pt x="10972568" y="142819"/>
                  </a:lnTo>
                </a:path>
              </a:pathLst>
            </a:custGeom>
            <a:ln w="38099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MOCKUPS/WIREFRAMES/CONCEPTUAL</a:t>
            </a:r>
            <a:r>
              <a:rPr dirty="0" spc="-110"/>
              <a:t> </a:t>
            </a:r>
            <a:r>
              <a:rPr dirty="0" spc="-10"/>
              <a:t>VISUALS</a:t>
            </a:r>
          </a:p>
        </p:txBody>
      </p:sp>
      <p:pic>
        <p:nvPicPr>
          <p:cNvPr id="39" name="object 3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6925" y="252222"/>
            <a:ext cx="1511808" cy="1511807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5271204" y="1212232"/>
            <a:ext cx="186436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850389" algn="l"/>
              </a:tabLst>
            </a:pPr>
            <a:r>
              <a:rPr dirty="0" u="heavy" sz="3350">
                <a:solidFill>
                  <a:srgbClr val="FFFFFF"/>
                </a:solidFill>
                <a:uFill>
                  <a:solidFill>
                    <a:srgbClr val="00B4DB"/>
                  </a:solidFill>
                </a:uFill>
                <a:latin typeface="Times New Roman"/>
                <a:cs typeface="Times New Roman"/>
              </a:rPr>
              <a:t>	</a:t>
            </a:r>
            <a:endParaRPr sz="3350">
              <a:latin typeface="Times New Roman"/>
              <a:cs typeface="Times New Roman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650899" y="271129"/>
            <a:ext cx="1473078" cy="14740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4401" y="2170516"/>
              <a:ext cx="16573499" cy="74294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9144000"/>
              <a:ext cx="18287999" cy="1142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4868" y="2140743"/>
              <a:ext cx="16578580" cy="7434580"/>
            </a:xfrm>
            <a:custGeom>
              <a:avLst/>
              <a:gdLst/>
              <a:ahLst/>
              <a:cxnLst/>
              <a:rect l="l" t="t" r="r" b="b"/>
              <a:pathLst>
                <a:path w="16578580" h="7434580">
                  <a:moveTo>
                    <a:pt x="0" y="229171"/>
                  </a:moveTo>
                  <a:lnTo>
                    <a:pt x="4655" y="182979"/>
                  </a:lnTo>
                  <a:lnTo>
                    <a:pt x="18006" y="139959"/>
                  </a:lnTo>
                  <a:lnTo>
                    <a:pt x="39133" y="101031"/>
                  </a:lnTo>
                  <a:lnTo>
                    <a:pt x="67115" y="67115"/>
                  </a:lnTo>
                  <a:lnTo>
                    <a:pt x="101031" y="39133"/>
                  </a:lnTo>
                  <a:lnTo>
                    <a:pt x="139959" y="18006"/>
                  </a:lnTo>
                  <a:lnTo>
                    <a:pt x="182979" y="4655"/>
                  </a:lnTo>
                  <a:lnTo>
                    <a:pt x="229171" y="0"/>
                  </a:lnTo>
                  <a:lnTo>
                    <a:pt x="16349087" y="0"/>
                  </a:lnTo>
                  <a:lnTo>
                    <a:pt x="16395279" y="4654"/>
                  </a:lnTo>
                  <a:lnTo>
                    <a:pt x="16438300" y="18006"/>
                  </a:lnTo>
                  <a:lnTo>
                    <a:pt x="16477229" y="39133"/>
                  </a:lnTo>
                  <a:lnTo>
                    <a:pt x="16511145" y="67114"/>
                  </a:lnTo>
                  <a:lnTo>
                    <a:pt x="16539127" y="101030"/>
                  </a:lnTo>
                  <a:lnTo>
                    <a:pt x="16560254" y="139959"/>
                  </a:lnTo>
                  <a:lnTo>
                    <a:pt x="16573606" y="182979"/>
                  </a:lnTo>
                  <a:lnTo>
                    <a:pt x="16578261" y="229171"/>
                  </a:lnTo>
                  <a:lnTo>
                    <a:pt x="16578261" y="7205090"/>
                  </a:lnTo>
                  <a:lnTo>
                    <a:pt x="16573606" y="7251281"/>
                  </a:lnTo>
                  <a:lnTo>
                    <a:pt x="16560254" y="7294302"/>
                  </a:lnTo>
                  <a:lnTo>
                    <a:pt x="16539127" y="7333231"/>
                  </a:lnTo>
                  <a:lnTo>
                    <a:pt x="16511145" y="7367146"/>
                  </a:lnTo>
                  <a:lnTo>
                    <a:pt x="16477229" y="7395128"/>
                  </a:lnTo>
                  <a:lnTo>
                    <a:pt x="16438300" y="7416255"/>
                  </a:lnTo>
                  <a:lnTo>
                    <a:pt x="16395279" y="7429607"/>
                  </a:lnTo>
                  <a:lnTo>
                    <a:pt x="16349087" y="7434262"/>
                  </a:lnTo>
                  <a:lnTo>
                    <a:pt x="229171" y="7434262"/>
                  </a:lnTo>
                  <a:lnTo>
                    <a:pt x="182979" y="7429606"/>
                  </a:lnTo>
                  <a:lnTo>
                    <a:pt x="139959" y="7416255"/>
                  </a:lnTo>
                  <a:lnTo>
                    <a:pt x="101030" y="7395128"/>
                  </a:lnTo>
                  <a:lnTo>
                    <a:pt x="67115" y="7367146"/>
                  </a:lnTo>
                  <a:lnTo>
                    <a:pt x="39133" y="7333230"/>
                  </a:lnTo>
                  <a:lnTo>
                    <a:pt x="18006" y="7294302"/>
                  </a:lnTo>
                  <a:lnTo>
                    <a:pt x="4655" y="7251281"/>
                  </a:lnTo>
                  <a:lnTo>
                    <a:pt x="0" y="7205090"/>
                  </a:lnTo>
                  <a:lnTo>
                    <a:pt x="0" y="229171"/>
                  </a:lnTo>
                </a:path>
              </a:pathLst>
            </a:custGeom>
            <a:ln w="38099">
              <a:solidFill>
                <a:srgbClr val="3DCF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4922" y="3045466"/>
              <a:ext cx="14287" cy="55506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1278" y="4007643"/>
              <a:ext cx="14287" cy="40704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8485" y="3489493"/>
              <a:ext cx="14287" cy="48104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4841" y="2749448"/>
              <a:ext cx="14287" cy="59206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22048" y="4377556"/>
              <a:ext cx="14287" cy="37004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38185" y="3267370"/>
              <a:ext cx="14287" cy="51805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58278" y="3637511"/>
              <a:ext cx="14287" cy="44405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94915" y="4747691"/>
              <a:ext cx="12300585" cy="2055495"/>
            </a:xfrm>
            <a:custGeom>
              <a:avLst/>
              <a:gdLst/>
              <a:ahLst/>
              <a:cxnLst/>
              <a:rect l="l" t="t" r="r" b="b"/>
              <a:pathLst>
                <a:path w="12300585" h="2055495">
                  <a:moveTo>
                    <a:pt x="57150" y="2026818"/>
                  </a:moveTo>
                  <a:lnTo>
                    <a:pt x="54914" y="2015680"/>
                  </a:lnTo>
                  <a:lnTo>
                    <a:pt x="48793" y="2006600"/>
                  </a:lnTo>
                  <a:lnTo>
                    <a:pt x="39712" y="2000478"/>
                  </a:lnTo>
                  <a:lnTo>
                    <a:pt x="28575" y="1998243"/>
                  </a:lnTo>
                  <a:lnTo>
                    <a:pt x="17437" y="2000478"/>
                  </a:lnTo>
                  <a:lnTo>
                    <a:pt x="8356" y="2006600"/>
                  </a:lnTo>
                  <a:lnTo>
                    <a:pt x="2235" y="2015680"/>
                  </a:lnTo>
                  <a:lnTo>
                    <a:pt x="0" y="2026818"/>
                  </a:lnTo>
                  <a:lnTo>
                    <a:pt x="2235" y="2037956"/>
                  </a:lnTo>
                  <a:lnTo>
                    <a:pt x="8356" y="2047036"/>
                  </a:lnTo>
                  <a:lnTo>
                    <a:pt x="17437" y="2053158"/>
                  </a:lnTo>
                  <a:lnTo>
                    <a:pt x="28575" y="2055393"/>
                  </a:lnTo>
                  <a:lnTo>
                    <a:pt x="39712" y="2053158"/>
                  </a:lnTo>
                  <a:lnTo>
                    <a:pt x="48793" y="2047036"/>
                  </a:lnTo>
                  <a:lnTo>
                    <a:pt x="54914" y="2037956"/>
                  </a:lnTo>
                  <a:lnTo>
                    <a:pt x="57150" y="2026818"/>
                  </a:lnTo>
                  <a:close/>
                </a:path>
                <a:path w="12300585" h="2055495">
                  <a:moveTo>
                    <a:pt x="2373503" y="990523"/>
                  </a:moveTo>
                  <a:lnTo>
                    <a:pt x="2371267" y="979385"/>
                  </a:lnTo>
                  <a:lnTo>
                    <a:pt x="2365146" y="970305"/>
                  </a:lnTo>
                  <a:lnTo>
                    <a:pt x="2356066" y="964196"/>
                  </a:lnTo>
                  <a:lnTo>
                    <a:pt x="2344928" y="961948"/>
                  </a:lnTo>
                  <a:lnTo>
                    <a:pt x="2333790" y="964196"/>
                  </a:lnTo>
                  <a:lnTo>
                    <a:pt x="2324709" y="970305"/>
                  </a:lnTo>
                  <a:lnTo>
                    <a:pt x="2318601" y="979385"/>
                  </a:lnTo>
                  <a:lnTo>
                    <a:pt x="2316353" y="990523"/>
                  </a:lnTo>
                  <a:lnTo>
                    <a:pt x="2318601" y="1001661"/>
                  </a:lnTo>
                  <a:lnTo>
                    <a:pt x="2324709" y="1010742"/>
                  </a:lnTo>
                  <a:lnTo>
                    <a:pt x="2333790" y="1016863"/>
                  </a:lnTo>
                  <a:lnTo>
                    <a:pt x="2344928" y="1019098"/>
                  </a:lnTo>
                  <a:lnTo>
                    <a:pt x="2356066" y="1016863"/>
                  </a:lnTo>
                  <a:lnTo>
                    <a:pt x="2365146" y="1010742"/>
                  </a:lnTo>
                  <a:lnTo>
                    <a:pt x="2371267" y="1001661"/>
                  </a:lnTo>
                  <a:lnTo>
                    <a:pt x="2373503" y="990523"/>
                  </a:lnTo>
                  <a:close/>
                </a:path>
                <a:path w="12300585" h="2055495">
                  <a:moveTo>
                    <a:pt x="5020716" y="1508683"/>
                  </a:moveTo>
                  <a:lnTo>
                    <a:pt x="5018468" y="1497545"/>
                  </a:lnTo>
                  <a:lnTo>
                    <a:pt x="5012360" y="1488465"/>
                  </a:lnTo>
                  <a:lnTo>
                    <a:pt x="5003279" y="1482344"/>
                  </a:lnTo>
                  <a:lnTo>
                    <a:pt x="4992141" y="1480108"/>
                  </a:lnTo>
                  <a:lnTo>
                    <a:pt x="4981003" y="1482344"/>
                  </a:lnTo>
                  <a:lnTo>
                    <a:pt x="4971923" y="1488465"/>
                  </a:lnTo>
                  <a:lnTo>
                    <a:pt x="4965801" y="1497545"/>
                  </a:lnTo>
                  <a:lnTo>
                    <a:pt x="4963566" y="1508683"/>
                  </a:lnTo>
                  <a:lnTo>
                    <a:pt x="4965801" y="1519809"/>
                  </a:lnTo>
                  <a:lnTo>
                    <a:pt x="4971923" y="1528889"/>
                  </a:lnTo>
                  <a:lnTo>
                    <a:pt x="4981003" y="1535010"/>
                  </a:lnTo>
                  <a:lnTo>
                    <a:pt x="4992141" y="1537258"/>
                  </a:lnTo>
                  <a:lnTo>
                    <a:pt x="5003279" y="1535010"/>
                  </a:lnTo>
                  <a:lnTo>
                    <a:pt x="5012360" y="1528889"/>
                  </a:lnTo>
                  <a:lnTo>
                    <a:pt x="5018468" y="1519809"/>
                  </a:lnTo>
                  <a:lnTo>
                    <a:pt x="5020716" y="1508683"/>
                  </a:lnTo>
                  <a:close/>
                </a:path>
                <a:path w="12300585" h="2055495">
                  <a:moveTo>
                    <a:pt x="7337069" y="28575"/>
                  </a:moveTo>
                  <a:lnTo>
                    <a:pt x="7334821" y="17437"/>
                  </a:lnTo>
                  <a:lnTo>
                    <a:pt x="7328713" y="8356"/>
                  </a:lnTo>
                  <a:lnTo>
                    <a:pt x="7319632" y="2247"/>
                  </a:lnTo>
                  <a:lnTo>
                    <a:pt x="7308494" y="0"/>
                  </a:lnTo>
                  <a:lnTo>
                    <a:pt x="7297356" y="2247"/>
                  </a:lnTo>
                  <a:lnTo>
                    <a:pt x="7288276" y="8356"/>
                  </a:lnTo>
                  <a:lnTo>
                    <a:pt x="7282154" y="17437"/>
                  </a:lnTo>
                  <a:lnTo>
                    <a:pt x="7279919" y="28575"/>
                  </a:lnTo>
                  <a:lnTo>
                    <a:pt x="7282154" y="39712"/>
                  </a:lnTo>
                  <a:lnTo>
                    <a:pt x="7288276" y="48793"/>
                  </a:lnTo>
                  <a:lnTo>
                    <a:pt x="7297356" y="54914"/>
                  </a:lnTo>
                  <a:lnTo>
                    <a:pt x="7308494" y="57150"/>
                  </a:lnTo>
                  <a:lnTo>
                    <a:pt x="7319632" y="54914"/>
                  </a:lnTo>
                  <a:lnTo>
                    <a:pt x="7328713" y="48793"/>
                  </a:lnTo>
                  <a:lnTo>
                    <a:pt x="7334821" y="39712"/>
                  </a:lnTo>
                  <a:lnTo>
                    <a:pt x="7337069" y="28575"/>
                  </a:lnTo>
                  <a:close/>
                </a:path>
                <a:path w="12300585" h="2055495">
                  <a:moveTo>
                    <a:pt x="9984270" y="1286776"/>
                  </a:moveTo>
                  <a:lnTo>
                    <a:pt x="9982035" y="1275638"/>
                  </a:lnTo>
                  <a:lnTo>
                    <a:pt x="9975913" y="1266558"/>
                  </a:lnTo>
                  <a:lnTo>
                    <a:pt x="9966833" y="1260436"/>
                  </a:lnTo>
                  <a:lnTo>
                    <a:pt x="9955695" y="1258201"/>
                  </a:lnTo>
                  <a:lnTo>
                    <a:pt x="9944570" y="1260436"/>
                  </a:lnTo>
                  <a:lnTo>
                    <a:pt x="9935489" y="1266558"/>
                  </a:lnTo>
                  <a:lnTo>
                    <a:pt x="9929368" y="1275638"/>
                  </a:lnTo>
                  <a:lnTo>
                    <a:pt x="9927120" y="1286776"/>
                  </a:lnTo>
                  <a:lnTo>
                    <a:pt x="9929368" y="1297914"/>
                  </a:lnTo>
                  <a:lnTo>
                    <a:pt x="9935489" y="1306995"/>
                  </a:lnTo>
                  <a:lnTo>
                    <a:pt x="9944570" y="1313103"/>
                  </a:lnTo>
                  <a:lnTo>
                    <a:pt x="9955695" y="1315351"/>
                  </a:lnTo>
                  <a:lnTo>
                    <a:pt x="9966833" y="1313103"/>
                  </a:lnTo>
                  <a:lnTo>
                    <a:pt x="9975913" y="1306995"/>
                  </a:lnTo>
                  <a:lnTo>
                    <a:pt x="9982035" y="1297914"/>
                  </a:lnTo>
                  <a:lnTo>
                    <a:pt x="9984270" y="1286776"/>
                  </a:lnTo>
                  <a:close/>
                </a:path>
                <a:path w="12300585" h="2055495">
                  <a:moveTo>
                    <a:pt x="12300407" y="398487"/>
                  </a:moveTo>
                  <a:lnTo>
                    <a:pt x="12298172" y="387350"/>
                  </a:lnTo>
                  <a:lnTo>
                    <a:pt x="12292051" y="378269"/>
                  </a:lnTo>
                  <a:lnTo>
                    <a:pt x="12282970" y="372160"/>
                  </a:lnTo>
                  <a:lnTo>
                    <a:pt x="12271832" y="369912"/>
                  </a:lnTo>
                  <a:lnTo>
                    <a:pt x="12260707" y="372160"/>
                  </a:lnTo>
                  <a:lnTo>
                    <a:pt x="12251627" y="378269"/>
                  </a:lnTo>
                  <a:lnTo>
                    <a:pt x="12245505" y="387350"/>
                  </a:lnTo>
                  <a:lnTo>
                    <a:pt x="12243257" y="398487"/>
                  </a:lnTo>
                  <a:lnTo>
                    <a:pt x="12245505" y="409625"/>
                  </a:lnTo>
                  <a:lnTo>
                    <a:pt x="12251627" y="418706"/>
                  </a:lnTo>
                  <a:lnTo>
                    <a:pt x="12260707" y="424827"/>
                  </a:lnTo>
                  <a:lnTo>
                    <a:pt x="12271832" y="427062"/>
                  </a:lnTo>
                  <a:lnTo>
                    <a:pt x="12282970" y="424827"/>
                  </a:lnTo>
                  <a:lnTo>
                    <a:pt x="12292051" y="418706"/>
                  </a:lnTo>
                  <a:lnTo>
                    <a:pt x="12298172" y="409625"/>
                  </a:lnTo>
                  <a:lnTo>
                    <a:pt x="12300407" y="398487"/>
                  </a:lnTo>
                  <a:close/>
                </a:path>
              </a:pathLst>
            </a:custGeom>
            <a:solidFill>
              <a:srgbClr val="3DCFC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48400"/>
              </a:lnSpc>
              <a:spcBef>
                <a:spcPts val="100"/>
              </a:spcBef>
            </a:pPr>
            <a:r>
              <a:rPr dirty="0" spc="-40"/>
              <a:t>Explain</a:t>
            </a:r>
            <a:r>
              <a:rPr dirty="0" spc="-135"/>
              <a:t> </a:t>
            </a:r>
            <a:r>
              <a:rPr dirty="0" spc="95"/>
              <a:t>how</a:t>
            </a:r>
            <a:r>
              <a:rPr dirty="0" spc="-130"/>
              <a:t> </a:t>
            </a:r>
            <a:r>
              <a:rPr dirty="0"/>
              <a:t>realistic</a:t>
            </a:r>
            <a:r>
              <a:rPr dirty="0" spc="-135"/>
              <a:t> </a:t>
            </a:r>
            <a:r>
              <a:rPr dirty="0" spc="229"/>
              <a:t>and</a:t>
            </a:r>
            <a:r>
              <a:rPr dirty="0" spc="-130"/>
              <a:t> </a:t>
            </a:r>
            <a:r>
              <a:rPr dirty="0" spc="180"/>
              <a:t>achievable</a:t>
            </a:r>
            <a:r>
              <a:rPr dirty="0" spc="-130"/>
              <a:t> </a:t>
            </a:r>
            <a:r>
              <a:rPr dirty="0" spc="-20"/>
              <a:t>your </a:t>
            </a:r>
            <a:r>
              <a:rPr dirty="0" spc="135"/>
              <a:t>goal</a:t>
            </a:r>
            <a:r>
              <a:rPr dirty="0" spc="-204"/>
              <a:t> </a:t>
            </a:r>
            <a:r>
              <a:rPr dirty="0" spc="-30"/>
              <a:t>is</a:t>
            </a:r>
            <a:r>
              <a:rPr dirty="0" spc="-204"/>
              <a:t> </a:t>
            </a:r>
            <a:r>
              <a:rPr dirty="0" spc="-30"/>
              <a:t>in</a:t>
            </a:r>
            <a:r>
              <a:rPr dirty="0" spc="-204"/>
              <a:t> </a:t>
            </a:r>
            <a:r>
              <a:rPr dirty="0" spc="85"/>
              <a:t>terms</a:t>
            </a:r>
            <a:r>
              <a:rPr dirty="0" spc="-204"/>
              <a:t> </a:t>
            </a:r>
            <a:r>
              <a:rPr dirty="0"/>
              <a:t>of</a:t>
            </a:r>
            <a:r>
              <a:rPr dirty="0" spc="-204"/>
              <a:t> </a:t>
            </a:r>
            <a:r>
              <a:rPr dirty="0"/>
              <a:t>resources,</a:t>
            </a:r>
            <a:r>
              <a:rPr dirty="0" spc="-204"/>
              <a:t> </a:t>
            </a:r>
            <a:r>
              <a:rPr dirty="0"/>
              <a:t>cost,</a:t>
            </a:r>
            <a:r>
              <a:rPr dirty="0" spc="-204"/>
              <a:t> </a:t>
            </a:r>
            <a:r>
              <a:rPr dirty="0" spc="70"/>
              <a:t>time </a:t>
            </a:r>
            <a:r>
              <a:rPr dirty="0" spc="229"/>
              <a:t>and</a:t>
            </a:r>
            <a:r>
              <a:rPr dirty="0" spc="-135"/>
              <a:t> </a:t>
            </a:r>
            <a:r>
              <a:rPr dirty="0"/>
              <a:t>other</a:t>
            </a:r>
            <a:r>
              <a:rPr dirty="0" spc="-130"/>
              <a:t> </a:t>
            </a:r>
            <a:r>
              <a:rPr dirty="0" spc="55"/>
              <a:t>potential</a:t>
            </a:r>
            <a:r>
              <a:rPr dirty="0" spc="-130"/>
              <a:t> </a:t>
            </a:r>
            <a:r>
              <a:rPr dirty="0" spc="65"/>
              <a:t>challenges.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5170512" y="1121568"/>
            <a:ext cx="7943850" cy="957580"/>
            <a:chOff x="5170512" y="1121568"/>
            <a:chExt cx="7943850" cy="957580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91944" y="1142999"/>
              <a:ext cx="7904129" cy="9143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89562" y="1140618"/>
              <a:ext cx="7905750" cy="919480"/>
            </a:xfrm>
            <a:custGeom>
              <a:avLst/>
              <a:gdLst/>
              <a:ahLst/>
              <a:cxnLst/>
              <a:rect l="l" t="t" r="r" b="b"/>
              <a:pathLst>
                <a:path w="7905750" h="919480">
                  <a:moveTo>
                    <a:pt x="7905747" y="782107"/>
                  </a:moveTo>
                  <a:lnTo>
                    <a:pt x="7878732" y="855417"/>
                  </a:lnTo>
                  <a:lnTo>
                    <a:pt x="7845048" y="889113"/>
                  </a:lnTo>
                  <a:lnTo>
                    <a:pt x="7802322" y="911215"/>
                  </a:lnTo>
                  <a:lnTo>
                    <a:pt x="7753108" y="919153"/>
                  </a:lnTo>
                  <a:lnTo>
                    <a:pt x="155635" y="919153"/>
                  </a:lnTo>
                  <a:lnTo>
                    <a:pt x="106421" y="911215"/>
                  </a:lnTo>
                  <a:lnTo>
                    <a:pt x="63695" y="889113"/>
                  </a:lnTo>
                  <a:lnTo>
                    <a:pt x="30013" y="855416"/>
                  </a:lnTo>
                  <a:lnTo>
                    <a:pt x="7929" y="812695"/>
                  </a:lnTo>
                  <a:lnTo>
                    <a:pt x="0" y="763518"/>
                  </a:lnTo>
                  <a:lnTo>
                    <a:pt x="0" y="155644"/>
                  </a:lnTo>
                  <a:lnTo>
                    <a:pt x="7929" y="106430"/>
                  </a:lnTo>
                  <a:lnTo>
                    <a:pt x="30013" y="63704"/>
                  </a:lnTo>
                  <a:lnTo>
                    <a:pt x="63695" y="30021"/>
                  </a:lnTo>
                  <a:lnTo>
                    <a:pt x="106421" y="7937"/>
                  </a:lnTo>
                  <a:lnTo>
                    <a:pt x="155635" y="0"/>
                  </a:lnTo>
                  <a:lnTo>
                    <a:pt x="7753108" y="0"/>
                  </a:lnTo>
                  <a:lnTo>
                    <a:pt x="7802285" y="7937"/>
                  </a:lnTo>
                  <a:lnTo>
                    <a:pt x="7845007" y="30021"/>
                  </a:lnTo>
                  <a:lnTo>
                    <a:pt x="7878704" y="63703"/>
                  </a:lnTo>
                  <a:lnTo>
                    <a:pt x="7900807" y="106430"/>
                  </a:lnTo>
                  <a:lnTo>
                    <a:pt x="7905747" y="137062"/>
                  </a:lnTo>
                </a:path>
              </a:pathLst>
            </a:custGeom>
            <a:ln w="38099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584" rIns="0" bIns="0" rtlCol="0" vert="horz">
            <a:spAutoFit/>
          </a:bodyPr>
          <a:lstStyle/>
          <a:p>
            <a:pPr marL="413766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FEASIBILITY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316925" y="252222"/>
            <a:ext cx="17807305" cy="1511935"/>
            <a:chOff x="316925" y="252222"/>
            <a:chExt cx="17807305" cy="1511935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6925" y="252222"/>
              <a:ext cx="1511808" cy="15118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50898" y="271129"/>
              <a:ext cx="1473078" cy="14740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144000"/>
              <a:ext cx="18287999" cy="1142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50" y="2143125"/>
              <a:ext cx="16573499" cy="74294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4868" y="2140743"/>
              <a:ext cx="16578580" cy="7434580"/>
            </a:xfrm>
            <a:custGeom>
              <a:avLst/>
              <a:gdLst/>
              <a:ahLst/>
              <a:cxnLst/>
              <a:rect l="l" t="t" r="r" b="b"/>
              <a:pathLst>
                <a:path w="16578580" h="7434580">
                  <a:moveTo>
                    <a:pt x="0" y="229171"/>
                  </a:moveTo>
                  <a:lnTo>
                    <a:pt x="4655" y="182979"/>
                  </a:lnTo>
                  <a:lnTo>
                    <a:pt x="18006" y="139959"/>
                  </a:lnTo>
                  <a:lnTo>
                    <a:pt x="39133" y="101031"/>
                  </a:lnTo>
                  <a:lnTo>
                    <a:pt x="67115" y="67115"/>
                  </a:lnTo>
                  <a:lnTo>
                    <a:pt x="101031" y="39133"/>
                  </a:lnTo>
                  <a:lnTo>
                    <a:pt x="139959" y="18006"/>
                  </a:lnTo>
                  <a:lnTo>
                    <a:pt x="182979" y="4655"/>
                  </a:lnTo>
                  <a:lnTo>
                    <a:pt x="229171" y="0"/>
                  </a:lnTo>
                  <a:lnTo>
                    <a:pt x="16349087" y="0"/>
                  </a:lnTo>
                  <a:lnTo>
                    <a:pt x="16395279" y="4654"/>
                  </a:lnTo>
                  <a:lnTo>
                    <a:pt x="16438300" y="18006"/>
                  </a:lnTo>
                  <a:lnTo>
                    <a:pt x="16477229" y="39133"/>
                  </a:lnTo>
                  <a:lnTo>
                    <a:pt x="16511145" y="67114"/>
                  </a:lnTo>
                  <a:lnTo>
                    <a:pt x="16539127" y="101030"/>
                  </a:lnTo>
                  <a:lnTo>
                    <a:pt x="16560254" y="139959"/>
                  </a:lnTo>
                  <a:lnTo>
                    <a:pt x="16573606" y="182979"/>
                  </a:lnTo>
                  <a:lnTo>
                    <a:pt x="16578261" y="229171"/>
                  </a:lnTo>
                  <a:lnTo>
                    <a:pt x="16578261" y="7205090"/>
                  </a:lnTo>
                  <a:lnTo>
                    <a:pt x="16573606" y="7251281"/>
                  </a:lnTo>
                  <a:lnTo>
                    <a:pt x="16560254" y="7294302"/>
                  </a:lnTo>
                  <a:lnTo>
                    <a:pt x="16539127" y="7333231"/>
                  </a:lnTo>
                  <a:lnTo>
                    <a:pt x="16511145" y="7367146"/>
                  </a:lnTo>
                  <a:lnTo>
                    <a:pt x="16477229" y="7395128"/>
                  </a:lnTo>
                  <a:lnTo>
                    <a:pt x="16438300" y="7416255"/>
                  </a:lnTo>
                  <a:lnTo>
                    <a:pt x="16395279" y="7429607"/>
                  </a:lnTo>
                  <a:lnTo>
                    <a:pt x="16349087" y="7434262"/>
                  </a:lnTo>
                  <a:lnTo>
                    <a:pt x="229171" y="7434262"/>
                  </a:lnTo>
                  <a:lnTo>
                    <a:pt x="182979" y="7429606"/>
                  </a:lnTo>
                  <a:lnTo>
                    <a:pt x="139959" y="7416255"/>
                  </a:lnTo>
                  <a:lnTo>
                    <a:pt x="101030" y="7395128"/>
                  </a:lnTo>
                  <a:lnTo>
                    <a:pt x="67115" y="7367146"/>
                  </a:lnTo>
                  <a:lnTo>
                    <a:pt x="39133" y="7333230"/>
                  </a:lnTo>
                  <a:lnTo>
                    <a:pt x="18006" y="7294302"/>
                  </a:lnTo>
                  <a:lnTo>
                    <a:pt x="4655" y="7251281"/>
                  </a:lnTo>
                  <a:lnTo>
                    <a:pt x="0" y="7205090"/>
                  </a:lnTo>
                  <a:lnTo>
                    <a:pt x="0" y="229171"/>
                  </a:lnTo>
                </a:path>
              </a:pathLst>
            </a:custGeom>
            <a:ln w="38099">
              <a:solidFill>
                <a:srgbClr val="3DCFC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4922" y="3045466"/>
              <a:ext cx="14287" cy="55506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1278" y="4007643"/>
              <a:ext cx="14287" cy="40704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58485" y="3489493"/>
              <a:ext cx="14287" cy="48104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74841" y="2749448"/>
              <a:ext cx="14287" cy="59206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22048" y="4377556"/>
              <a:ext cx="14287" cy="37004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38185" y="3267370"/>
              <a:ext cx="14287" cy="51805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58278" y="3637511"/>
              <a:ext cx="14287" cy="44405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94915" y="4747691"/>
              <a:ext cx="12300585" cy="2055495"/>
            </a:xfrm>
            <a:custGeom>
              <a:avLst/>
              <a:gdLst/>
              <a:ahLst/>
              <a:cxnLst/>
              <a:rect l="l" t="t" r="r" b="b"/>
              <a:pathLst>
                <a:path w="12300585" h="2055495">
                  <a:moveTo>
                    <a:pt x="57150" y="2026818"/>
                  </a:moveTo>
                  <a:lnTo>
                    <a:pt x="54914" y="2015680"/>
                  </a:lnTo>
                  <a:lnTo>
                    <a:pt x="48793" y="2006600"/>
                  </a:lnTo>
                  <a:lnTo>
                    <a:pt x="39712" y="2000478"/>
                  </a:lnTo>
                  <a:lnTo>
                    <a:pt x="28575" y="1998243"/>
                  </a:lnTo>
                  <a:lnTo>
                    <a:pt x="17437" y="2000478"/>
                  </a:lnTo>
                  <a:lnTo>
                    <a:pt x="8356" y="2006600"/>
                  </a:lnTo>
                  <a:lnTo>
                    <a:pt x="2235" y="2015680"/>
                  </a:lnTo>
                  <a:lnTo>
                    <a:pt x="0" y="2026818"/>
                  </a:lnTo>
                  <a:lnTo>
                    <a:pt x="2235" y="2037956"/>
                  </a:lnTo>
                  <a:lnTo>
                    <a:pt x="8356" y="2047036"/>
                  </a:lnTo>
                  <a:lnTo>
                    <a:pt x="17437" y="2053158"/>
                  </a:lnTo>
                  <a:lnTo>
                    <a:pt x="28575" y="2055393"/>
                  </a:lnTo>
                  <a:lnTo>
                    <a:pt x="39712" y="2053158"/>
                  </a:lnTo>
                  <a:lnTo>
                    <a:pt x="48793" y="2047036"/>
                  </a:lnTo>
                  <a:lnTo>
                    <a:pt x="54914" y="2037956"/>
                  </a:lnTo>
                  <a:lnTo>
                    <a:pt x="57150" y="2026818"/>
                  </a:lnTo>
                  <a:close/>
                </a:path>
                <a:path w="12300585" h="2055495">
                  <a:moveTo>
                    <a:pt x="2373503" y="990523"/>
                  </a:moveTo>
                  <a:lnTo>
                    <a:pt x="2371267" y="979385"/>
                  </a:lnTo>
                  <a:lnTo>
                    <a:pt x="2365146" y="970305"/>
                  </a:lnTo>
                  <a:lnTo>
                    <a:pt x="2356066" y="964196"/>
                  </a:lnTo>
                  <a:lnTo>
                    <a:pt x="2344928" y="961948"/>
                  </a:lnTo>
                  <a:lnTo>
                    <a:pt x="2333790" y="964196"/>
                  </a:lnTo>
                  <a:lnTo>
                    <a:pt x="2324709" y="970305"/>
                  </a:lnTo>
                  <a:lnTo>
                    <a:pt x="2318601" y="979385"/>
                  </a:lnTo>
                  <a:lnTo>
                    <a:pt x="2316353" y="990523"/>
                  </a:lnTo>
                  <a:lnTo>
                    <a:pt x="2318601" y="1001661"/>
                  </a:lnTo>
                  <a:lnTo>
                    <a:pt x="2324709" y="1010742"/>
                  </a:lnTo>
                  <a:lnTo>
                    <a:pt x="2333790" y="1016863"/>
                  </a:lnTo>
                  <a:lnTo>
                    <a:pt x="2344928" y="1019098"/>
                  </a:lnTo>
                  <a:lnTo>
                    <a:pt x="2356066" y="1016863"/>
                  </a:lnTo>
                  <a:lnTo>
                    <a:pt x="2365146" y="1010742"/>
                  </a:lnTo>
                  <a:lnTo>
                    <a:pt x="2371267" y="1001661"/>
                  </a:lnTo>
                  <a:lnTo>
                    <a:pt x="2373503" y="990523"/>
                  </a:lnTo>
                  <a:close/>
                </a:path>
                <a:path w="12300585" h="2055495">
                  <a:moveTo>
                    <a:pt x="5020716" y="1508683"/>
                  </a:moveTo>
                  <a:lnTo>
                    <a:pt x="5018468" y="1497545"/>
                  </a:lnTo>
                  <a:lnTo>
                    <a:pt x="5012360" y="1488465"/>
                  </a:lnTo>
                  <a:lnTo>
                    <a:pt x="5003279" y="1482344"/>
                  </a:lnTo>
                  <a:lnTo>
                    <a:pt x="4992141" y="1480108"/>
                  </a:lnTo>
                  <a:lnTo>
                    <a:pt x="4981003" y="1482344"/>
                  </a:lnTo>
                  <a:lnTo>
                    <a:pt x="4971923" y="1488465"/>
                  </a:lnTo>
                  <a:lnTo>
                    <a:pt x="4965801" y="1497545"/>
                  </a:lnTo>
                  <a:lnTo>
                    <a:pt x="4963566" y="1508683"/>
                  </a:lnTo>
                  <a:lnTo>
                    <a:pt x="4965801" y="1519809"/>
                  </a:lnTo>
                  <a:lnTo>
                    <a:pt x="4971923" y="1528889"/>
                  </a:lnTo>
                  <a:lnTo>
                    <a:pt x="4981003" y="1535010"/>
                  </a:lnTo>
                  <a:lnTo>
                    <a:pt x="4992141" y="1537258"/>
                  </a:lnTo>
                  <a:lnTo>
                    <a:pt x="5003279" y="1535010"/>
                  </a:lnTo>
                  <a:lnTo>
                    <a:pt x="5012360" y="1528889"/>
                  </a:lnTo>
                  <a:lnTo>
                    <a:pt x="5018468" y="1519809"/>
                  </a:lnTo>
                  <a:lnTo>
                    <a:pt x="5020716" y="1508683"/>
                  </a:lnTo>
                  <a:close/>
                </a:path>
                <a:path w="12300585" h="2055495">
                  <a:moveTo>
                    <a:pt x="7337069" y="28575"/>
                  </a:moveTo>
                  <a:lnTo>
                    <a:pt x="7334821" y="17437"/>
                  </a:lnTo>
                  <a:lnTo>
                    <a:pt x="7328713" y="8356"/>
                  </a:lnTo>
                  <a:lnTo>
                    <a:pt x="7319632" y="2247"/>
                  </a:lnTo>
                  <a:lnTo>
                    <a:pt x="7308494" y="0"/>
                  </a:lnTo>
                  <a:lnTo>
                    <a:pt x="7297356" y="2247"/>
                  </a:lnTo>
                  <a:lnTo>
                    <a:pt x="7288276" y="8356"/>
                  </a:lnTo>
                  <a:lnTo>
                    <a:pt x="7282154" y="17437"/>
                  </a:lnTo>
                  <a:lnTo>
                    <a:pt x="7279919" y="28575"/>
                  </a:lnTo>
                  <a:lnTo>
                    <a:pt x="7282154" y="39712"/>
                  </a:lnTo>
                  <a:lnTo>
                    <a:pt x="7288276" y="48793"/>
                  </a:lnTo>
                  <a:lnTo>
                    <a:pt x="7297356" y="54914"/>
                  </a:lnTo>
                  <a:lnTo>
                    <a:pt x="7308494" y="57150"/>
                  </a:lnTo>
                  <a:lnTo>
                    <a:pt x="7319632" y="54914"/>
                  </a:lnTo>
                  <a:lnTo>
                    <a:pt x="7328713" y="48793"/>
                  </a:lnTo>
                  <a:lnTo>
                    <a:pt x="7334821" y="39712"/>
                  </a:lnTo>
                  <a:lnTo>
                    <a:pt x="7337069" y="28575"/>
                  </a:lnTo>
                  <a:close/>
                </a:path>
                <a:path w="12300585" h="2055495">
                  <a:moveTo>
                    <a:pt x="9984270" y="1286776"/>
                  </a:moveTo>
                  <a:lnTo>
                    <a:pt x="9982035" y="1275638"/>
                  </a:lnTo>
                  <a:lnTo>
                    <a:pt x="9975913" y="1266558"/>
                  </a:lnTo>
                  <a:lnTo>
                    <a:pt x="9966833" y="1260436"/>
                  </a:lnTo>
                  <a:lnTo>
                    <a:pt x="9955695" y="1258201"/>
                  </a:lnTo>
                  <a:lnTo>
                    <a:pt x="9944570" y="1260436"/>
                  </a:lnTo>
                  <a:lnTo>
                    <a:pt x="9935489" y="1266558"/>
                  </a:lnTo>
                  <a:lnTo>
                    <a:pt x="9929368" y="1275638"/>
                  </a:lnTo>
                  <a:lnTo>
                    <a:pt x="9927120" y="1286776"/>
                  </a:lnTo>
                  <a:lnTo>
                    <a:pt x="9929368" y="1297914"/>
                  </a:lnTo>
                  <a:lnTo>
                    <a:pt x="9935489" y="1306995"/>
                  </a:lnTo>
                  <a:lnTo>
                    <a:pt x="9944570" y="1313103"/>
                  </a:lnTo>
                  <a:lnTo>
                    <a:pt x="9955695" y="1315351"/>
                  </a:lnTo>
                  <a:lnTo>
                    <a:pt x="9966833" y="1313103"/>
                  </a:lnTo>
                  <a:lnTo>
                    <a:pt x="9975913" y="1306995"/>
                  </a:lnTo>
                  <a:lnTo>
                    <a:pt x="9982035" y="1297914"/>
                  </a:lnTo>
                  <a:lnTo>
                    <a:pt x="9984270" y="1286776"/>
                  </a:lnTo>
                  <a:close/>
                </a:path>
                <a:path w="12300585" h="2055495">
                  <a:moveTo>
                    <a:pt x="12300407" y="398487"/>
                  </a:moveTo>
                  <a:lnTo>
                    <a:pt x="12298172" y="387350"/>
                  </a:lnTo>
                  <a:lnTo>
                    <a:pt x="12292051" y="378269"/>
                  </a:lnTo>
                  <a:lnTo>
                    <a:pt x="12282970" y="372160"/>
                  </a:lnTo>
                  <a:lnTo>
                    <a:pt x="12271832" y="369912"/>
                  </a:lnTo>
                  <a:lnTo>
                    <a:pt x="12260707" y="372160"/>
                  </a:lnTo>
                  <a:lnTo>
                    <a:pt x="12251627" y="378269"/>
                  </a:lnTo>
                  <a:lnTo>
                    <a:pt x="12245505" y="387350"/>
                  </a:lnTo>
                  <a:lnTo>
                    <a:pt x="12243257" y="398487"/>
                  </a:lnTo>
                  <a:lnTo>
                    <a:pt x="12245505" y="409625"/>
                  </a:lnTo>
                  <a:lnTo>
                    <a:pt x="12251627" y="418706"/>
                  </a:lnTo>
                  <a:lnTo>
                    <a:pt x="12260707" y="424827"/>
                  </a:lnTo>
                  <a:lnTo>
                    <a:pt x="12271832" y="427062"/>
                  </a:lnTo>
                  <a:lnTo>
                    <a:pt x="12282970" y="424827"/>
                  </a:lnTo>
                  <a:lnTo>
                    <a:pt x="12292051" y="418706"/>
                  </a:lnTo>
                  <a:lnTo>
                    <a:pt x="12298172" y="409625"/>
                  </a:lnTo>
                  <a:lnTo>
                    <a:pt x="12300407" y="398487"/>
                  </a:lnTo>
                  <a:close/>
                </a:path>
              </a:pathLst>
            </a:custGeom>
            <a:solidFill>
              <a:srgbClr val="3DCFC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154515" y="4377525"/>
            <a:ext cx="11557635" cy="2740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48400"/>
              </a:lnSpc>
              <a:spcBef>
                <a:spcPts val="100"/>
              </a:spcBef>
            </a:pP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Describe</a:t>
            </a:r>
            <a:r>
              <a:rPr dirty="0" sz="4000" spc="-18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how</a:t>
            </a:r>
            <a:r>
              <a:rPr dirty="0" sz="4000" spc="-18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45" i="1">
                <a:solidFill>
                  <a:srgbClr val="E7DBC7"/>
                </a:solidFill>
                <a:latin typeface="Verdana"/>
                <a:cs typeface="Verdana"/>
              </a:rPr>
              <a:t>this</a:t>
            </a:r>
            <a:r>
              <a:rPr dirty="0" sz="4000" spc="-18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05" i="1">
                <a:solidFill>
                  <a:srgbClr val="E7DBC7"/>
                </a:solidFill>
                <a:latin typeface="Verdana"/>
                <a:cs typeface="Verdana"/>
              </a:rPr>
              <a:t>idea</a:t>
            </a:r>
            <a:r>
              <a:rPr dirty="0" sz="4000" spc="-18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200" i="1">
                <a:solidFill>
                  <a:srgbClr val="E7DBC7"/>
                </a:solidFill>
                <a:latin typeface="Verdana"/>
                <a:cs typeface="Verdana"/>
              </a:rPr>
              <a:t>can</a:t>
            </a:r>
            <a:r>
              <a:rPr dirty="0" sz="4000" spc="-18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grow</a:t>
            </a:r>
            <a:r>
              <a:rPr dirty="0" sz="4000" spc="-18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70" i="1">
                <a:solidFill>
                  <a:srgbClr val="E7DBC7"/>
                </a:solidFill>
                <a:latin typeface="Verdana"/>
                <a:cs typeface="Verdana"/>
              </a:rPr>
              <a:t>beyond</a:t>
            </a:r>
            <a:r>
              <a:rPr dirty="0" sz="4000" spc="-18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25" i="1">
                <a:solidFill>
                  <a:srgbClr val="E7DBC7"/>
                </a:solidFill>
                <a:latin typeface="Verdana"/>
                <a:cs typeface="Verdana"/>
              </a:rPr>
              <a:t>its </a:t>
            </a:r>
            <a:r>
              <a:rPr dirty="0" sz="4000" spc="-35" i="1">
                <a:solidFill>
                  <a:srgbClr val="E7DBC7"/>
                </a:solidFill>
                <a:latin typeface="Verdana"/>
                <a:cs typeface="Verdana"/>
              </a:rPr>
              <a:t>initial</a:t>
            </a:r>
            <a:r>
              <a:rPr dirty="0" sz="4000" spc="-254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40" i="1">
                <a:solidFill>
                  <a:srgbClr val="E7DBC7"/>
                </a:solidFill>
                <a:latin typeface="Verdana"/>
                <a:cs typeface="Verdana"/>
              </a:rPr>
              <a:t>scope</a:t>
            </a:r>
            <a:r>
              <a:rPr dirty="0" sz="4000" spc="-24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55" i="1">
                <a:solidFill>
                  <a:srgbClr val="E7DBC7"/>
                </a:solidFill>
                <a:latin typeface="Verdana"/>
                <a:cs typeface="Verdana"/>
              </a:rPr>
              <a:t>and</a:t>
            </a:r>
            <a:r>
              <a:rPr dirty="0" sz="4000" spc="-25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the</a:t>
            </a:r>
            <a:r>
              <a:rPr dirty="0" sz="4000" spc="-24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10" i="1">
                <a:solidFill>
                  <a:srgbClr val="E7DBC7"/>
                </a:solidFill>
                <a:latin typeface="Verdana"/>
                <a:cs typeface="Verdana"/>
              </a:rPr>
              <a:t>long-</a:t>
            </a:r>
            <a:r>
              <a:rPr dirty="0" sz="4000" i="1">
                <a:solidFill>
                  <a:srgbClr val="E7DBC7"/>
                </a:solidFill>
                <a:latin typeface="Verdana"/>
                <a:cs typeface="Verdana"/>
              </a:rPr>
              <a:t>term</a:t>
            </a:r>
            <a:r>
              <a:rPr dirty="0" sz="4000" spc="-245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20" i="1">
                <a:solidFill>
                  <a:srgbClr val="E7DBC7"/>
                </a:solidFill>
                <a:latin typeface="Verdana"/>
                <a:cs typeface="Verdana"/>
              </a:rPr>
              <a:t>impact</a:t>
            </a:r>
            <a:r>
              <a:rPr dirty="0" sz="4000" spc="-25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-110" i="1">
                <a:solidFill>
                  <a:srgbClr val="E7DBC7"/>
                </a:solidFill>
                <a:latin typeface="Verdana"/>
                <a:cs typeface="Verdana"/>
              </a:rPr>
              <a:t>it</a:t>
            </a:r>
            <a:r>
              <a:rPr dirty="0" sz="4000" spc="-240" i="1">
                <a:solidFill>
                  <a:srgbClr val="E7DBC7"/>
                </a:solidFill>
                <a:latin typeface="Verdana"/>
                <a:cs typeface="Verdana"/>
              </a:rPr>
              <a:t> </a:t>
            </a:r>
            <a:r>
              <a:rPr dirty="0" sz="4000" spc="175" i="1">
                <a:solidFill>
                  <a:srgbClr val="E7DBC7"/>
                </a:solidFill>
                <a:latin typeface="Verdana"/>
                <a:cs typeface="Verdana"/>
              </a:rPr>
              <a:t>can </a:t>
            </a:r>
            <a:r>
              <a:rPr dirty="0" sz="4000" spc="-10" i="1">
                <a:solidFill>
                  <a:srgbClr val="E7DBC7"/>
                </a:solidFill>
                <a:latin typeface="Verdana"/>
                <a:cs typeface="Verdana"/>
              </a:rPr>
              <a:t>create.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70512" y="1121568"/>
            <a:ext cx="7943850" cy="957580"/>
            <a:chOff x="5170512" y="1121568"/>
            <a:chExt cx="7943850" cy="957580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91944" y="1142999"/>
              <a:ext cx="7904129" cy="9143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189562" y="1140618"/>
              <a:ext cx="7905750" cy="919480"/>
            </a:xfrm>
            <a:custGeom>
              <a:avLst/>
              <a:gdLst/>
              <a:ahLst/>
              <a:cxnLst/>
              <a:rect l="l" t="t" r="r" b="b"/>
              <a:pathLst>
                <a:path w="7905750" h="919480">
                  <a:moveTo>
                    <a:pt x="7905747" y="782107"/>
                  </a:moveTo>
                  <a:lnTo>
                    <a:pt x="7878732" y="855417"/>
                  </a:lnTo>
                  <a:lnTo>
                    <a:pt x="7845048" y="889113"/>
                  </a:lnTo>
                  <a:lnTo>
                    <a:pt x="7802322" y="911215"/>
                  </a:lnTo>
                  <a:lnTo>
                    <a:pt x="7753108" y="919153"/>
                  </a:lnTo>
                  <a:lnTo>
                    <a:pt x="155635" y="919153"/>
                  </a:lnTo>
                  <a:lnTo>
                    <a:pt x="106421" y="911215"/>
                  </a:lnTo>
                  <a:lnTo>
                    <a:pt x="63695" y="889113"/>
                  </a:lnTo>
                  <a:lnTo>
                    <a:pt x="30013" y="855416"/>
                  </a:lnTo>
                  <a:lnTo>
                    <a:pt x="7929" y="812695"/>
                  </a:lnTo>
                  <a:lnTo>
                    <a:pt x="0" y="763518"/>
                  </a:lnTo>
                  <a:lnTo>
                    <a:pt x="0" y="155644"/>
                  </a:lnTo>
                  <a:lnTo>
                    <a:pt x="7929" y="106430"/>
                  </a:lnTo>
                  <a:lnTo>
                    <a:pt x="30013" y="63704"/>
                  </a:lnTo>
                  <a:lnTo>
                    <a:pt x="63695" y="30021"/>
                  </a:lnTo>
                  <a:lnTo>
                    <a:pt x="106421" y="7937"/>
                  </a:lnTo>
                  <a:lnTo>
                    <a:pt x="155635" y="0"/>
                  </a:lnTo>
                  <a:lnTo>
                    <a:pt x="7753108" y="0"/>
                  </a:lnTo>
                  <a:lnTo>
                    <a:pt x="7802285" y="7937"/>
                  </a:lnTo>
                  <a:lnTo>
                    <a:pt x="7845007" y="30021"/>
                  </a:lnTo>
                  <a:lnTo>
                    <a:pt x="7878704" y="63703"/>
                  </a:lnTo>
                  <a:lnTo>
                    <a:pt x="7900807" y="106430"/>
                  </a:lnTo>
                  <a:lnTo>
                    <a:pt x="7905747" y="137062"/>
                  </a:lnTo>
                </a:path>
              </a:pathLst>
            </a:custGeom>
            <a:ln w="38099">
              <a:solidFill>
                <a:srgbClr val="C8A7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584" rIns="0" bIns="0" rtlCol="0" vert="horz">
            <a:spAutoFit/>
          </a:bodyPr>
          <a:lstStyle/>
          <a:p>
            <a:pPr marL="2317750">
              <a:lnSpc>
                <a:spcPct val="100000"/>
              </a:lnSpc>
              <a:spcBef>
                <a:spcPts val="125"/>
              </a:spcBef>
            </a:pPr>
            <a:r>
              <a:rPr dirty="0"/>
              <a:t>SCALABILITY/FUTURE</a:t>
            </a:r>
            <a:r>
              <a:rPr dirty="0" spc="-55"/>
              <a:t> </a:t>
            </a:r>
            <a:r>
              <a:rPr dirty="0" spc="-10"/>
              <a:t>IMPACT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316925" y="252222"/>
            <a:ext cx="17807305" cy="1511935"/>
            <a:chOff x="316925" y="252222"/>
            <a:chExt cx="17807305" cy="1511935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6925" y="252222"/>
              <a:ext cx="1511808" cy="15118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50898" y="271129"/>
              <a:ext cx="1473078" cy="14740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Paras Arora</dc:creator>
  <cp:keywords>DAHPtlCQRPk,BAECjDSlEcU</cp:keywords>
  <dc:title>submission template</dc:title>
  <dcterms:created xsi:type="dcterms:W3CDTF">2026-08-01T17:42:51Z</dcterms:created>
  <dcterms:modified xsi:type="dcterms:W3CDTF">2026-08-01T17:42:51Z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2026-07-18T00:00:00Z</vt:filetime>
  </property>
  <property fmtid="{D5CDD505-2E9C-101B-9397-08002B2CF9AE}" pid="4" name="Creator">
    <vt:lpwstr>Canva</vt:lpwstr>
  </property>
  <property fmtid="{D5CDD505-2E9C-101B-9397-08002B2CF9AE}" pid="5" name="LastSaved">
    <vt:filetime>2026-08-01T00:00:00Z</vt:filetime>
  </property>
  <property fmtid="{D5CDD505-2E9C-101B-9397-08002B2CF9AE}" pid="6" name="Producer">
    <vt:lpwstr>Canva</vt:lpwstr>
  </property>
</Properties>
</file>